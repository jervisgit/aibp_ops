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25_3F7ED9CE.xml" ContentType="application/vnd.ms-powerpoint.comments+xml"/>
  <Override PartName="/ppt/notesSlides/notesSlide2.xml" ContentType="application/vnd.openxmlformats-officedocument.presentationml.notesSlide+xml"/>
  <Override PartName="/ppt/comments/modernComment_128_C9FD7F69.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26_122A5155.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52"/>
  </p:notesMasterIdLst>
  <p:sldIdLst>
    <p:sldId id="276" r:id="rId6"/>
    <p:sldId id="275" r:id="rId7"/>
    <p:sldId id="274" r:id="rId8"/>
    <p:sldId id="322" r:id="rId9"/>
    <p:sldId id="303" r:id="rId10"/>
    <p:sldId id="316" r:id="rId11"/>
    <p:sldId id="293" r:id="rId12"/>
    <p:sldId id="318" r:id="rId13"/>
    <p:sldId id="296" r:id="rId14"/>
    <p:sldId id="319" r:id="rId15"/>
    <p:sldId id="295" r:id="rId16"/>
    <p:sldId id="320" r:id="rId17"/>
    <p:sldId id="294" r:id="rId18"/>
    <p:sldId id="321" r:id="rId19"/>
    <p:sldId id="278" r:id="rId20"/>
    <p:sldId id="283" r:id="rId21"/>
    <p:sldId id="317" r:id="rId22"/>
    <p:sldId id="273" r:id="rId23"/>
    <p:sldId id="282" r:id="rId24"/>
    <p:sldId id="287" r:id="rId25"/>
    <p:sldId id="289" r:id="rId26"/>
    <p:sldId id="298" r:id="rId27"/>
    <p:sldId id="300" r:id="rId28"/>
    <p:sldId id="308" r:id="rId29"/>
    <p:sldId id="311" r:id="rId30"/>
    <p:sldId id="310" r:id="rId31"/>
    <p:sldId id="305" r:id="rId32"/>
    <p:sldId id="301" r:id="rId33"/>
    <p:sldId id="314" r:id="rId34"/>
    <p:sldId id="315" r:id="rId35"/>
    <p:sldId id="281" r:id="rId36"/>
    <p:sldId id="313" r:id="rId37"/>
    <p:sldId id="304" r:id="rId38"/>
    <p:sldId id="299" r:id="rId39"/>
    <p:sldId id="291" r:id="rId40"/>
    <p:sldId id="297" r:id="rId41"/>
    <p:sldId id="307" r:id="rId42"/>
    <p:sldId id="306" r:id="rId43"/>
    <p:sldId id="312" r:id="rId44"/>
    <p:sldId id="290" r:id="rId45"/>
    <p:sldId id="288" r:id="rId46"/>
    <p:sldId id="285" r:id="rId47"/>
    <p:sldId id="280" r:id="rId48"/>
    <p:sldId id="279" r:id="rId49"/>
    <p:sldId id="259" r:id="rId50"/>
    <p:sldId id="258"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7ED3D8B-D485-D0C5-EBAD-7A731A1C3D38}" name="Jervis LEE (IRAS)" initials="JL" userId="S::Jervis_LEE@iras.gov.sg::f5b4a8ae-594f-49a5-9990-0eb6ae48a4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B"/>
    <a:srgbClr val="156082"/>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9AA24-A809-4C66-BC7A-8246482A82DB}" v="1" dt="2026-05-08T09:22:23.296"/>
    <p1510:client id="{90989DBC-C0B5-4AE0-852E-B710C11A3EDE}" v="2807" dt="2026-05-08T05:27:53.571"/>
    <p1510:client id="{A9F8C718-6D64-4C0C-8BB2-02AB5CEBFAAE}" v="10391" dt="2026-05-08T10:10:46.6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8" autoAdjust="0"/>
    <p:restoredTop sz="94660"/>
  </p:normalViewPr>
  <p:slideViewPr>
    <p:cSldViewPr snapToGrid="0">
      <p:cViewPr varScale="1">
        <p:scale>
          <a:sx n="66" d="100"/>
          <a:sy n="66" d="100"/>
        </p:scale>
        <p:origin x="63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8/10/relationships/authors" Targe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6/11/relationships/changesInfo" Target="changesInfos/changesInfo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vis LEE (IRAS)" userId="S::jervis_lee@iras.gov.sg::f5b4a8ae-594f-49a5-9990-0eb6ae48a4f9" providerId="AD" clId="Web-{0B714B6D-7D31-5D5F-6DC9-45D3A173C2C8}"/>
    <pc:docChg chg="delSld modSld">
      <pc:chgData name="Jervis LEE (IRAS)" userId="S::jervis_lee@iras.gov.sg::f5b4a8ae-594f-49a5-9990-0eb6ae48a4f9" providerId="AD" clId="Web-{0B714B6D-7D31-5D5F-6DC9-45D3A173C2C8}" dt="2026-04-30T07:18:17.894" v="440" actId="14100"/>
      <pc:docMkLst>
        <pc:docMk/>
      </pc:docMkLst>
      <pc:sldChg chg="modSp">
        <pc:chgData name="Jervis LEE (IRAS)" userId="S::jervis_lee@iras.gov.sg::f5b4a8ae-594f-49a5-9990-0eb6ae48a4f9" providerId="AD" clId="Web-{0B714B6D-7D31-5D5F-6DC9-45D3A173C2C8}" dt="2026-04-30T07:14:44.723" v="42"/>
        <pc:sldMkLst>
          <pc:docMk/>
          <pc:sldMk cId="2842716539" sldId="258"/>
        </pc:sldMkLst>
        <pc:graphicFrameChg chg="mod modGraphic">
          <ac:chgData name="Jervis LEE (IRAS)" userId="S::jervis_lee@iras.gov.sg::f5b4a8ae-594f-49a5-9990-0eb6ae48a4f9" providerId="AD" clId="Web-{0B714B6D-7D31-5D5F-6DC9-45D3A173C2C8}" dt="2026-04-30T07:14:44.723" v="42"/>
          <ac:graphicFrameMkLst>
            <pc:docMk/>
            <pc:sldMk cId="2842716539" sldId="258"/>
            <ac:graphicFrameMk id="3" creationId="{19436A60-F6FD-1EB7-FE1B-442EF748A08B}"/>
          </ac:graphicFrameMkLst>
        </pc:graphicFrameChg>
      </pc:sldChg>
    </pc:docChg>
  </pc:docChgLst>
  <pc:docChgLst>
    <pc:chgData name="Yonglin WANG (IRAS)" userId="S::wang_yonglin@iras.gov.sg::78b5ee63-81fa-4439-846b-44410085a436" providerId="AD" clId="Web-{B9DCCA58-7C7E-2A56-A5DC-B3F8681B7718}"/>
    <pc:docChg chg="modSld">
      <pc:chgData name="Yonglin WANG (IRAS)" userId="S::wang_yonglin@iras.gov.sg::78b5ee63-81fa-4439-846b-44410085a436" providerId="AD" clId="Web-{B9DCCA58-7C7E-2A56-A5DC-B3F8681B7718}" dt="2026-05-07T08:56:09.992" v="1" actId="1076"/>
      <pc:docMkLst>
        <pc:docMk/>
      </pc:docMkLst>
      <pc:sldChg chg="modSp">
        <pc:chgData name="Yonglin WANG (IRAS)" userId="S::wang_yonglin@iras.gov.sg::78b5ee63-81fa-4439-846b-44410085a436" providerId="AD" clId="Web-{B9DCCA58-7C7E-2A56-A5DC-B3F8681B7718}" dt="2026-05-07T08:56:09.992" v="1" actId="1076"/>
        <pc:sldMkLst>
          <pc:docMk/>
          <pc:sldMk cId="2131955838" sldId="285"/>
        </pc:sldMkLst>
        <pc:spChg chg="mod">
          <ac:chgData name="Yonglin WANG (IRAS)" userId="S::wang_yonglin@iras.gov.sg::78b5ee63-81fa-4439-846b-44410085a436" providerId="AD" clId="Web-{B9DCCA58-7C7E-2A56-A5DC-B3F8681B7718}" dt="2026-05-07T08:56:09.992" v="1" actId="1076"/>
          <ac:spMkLst>
            <pc:docMk/>
            <pc:sldMk cId="2131955838" sldId="285"/>
            <ac:spMk id="54" creationId="{1034A79A-E241-BF3E-84F6-2ABCF0674A44}"/>
          </ac:spMkLst>
        </pc:spChg>
        <pc:cxnChg chg="mod">
          <ac:chgData name="Yonglin WANG (IRAS)" userId="S::wang_yonglin@iras.gov.sg::78b5ee63-81fa-4439-846b-44410085a436" providerId="AD" clId="Web-{B9DCCA58-7C7E-2A56-A5DC-B3F8681B7718}" dt="2026-05-07T08:56:09.992" v="1" actId="1076"/>
          <ac:cxnSpMkLst>
            <pc:docMk/>
            <pc:sldMk cId="2131955838" sldId="285"/>
            <ac:cxnSpMk id="1024" creationId="{DD563C77-F191-2C99-F676-36F3A4C62D90}"/>
          </ac:cxnSpMkLst>
        </pc:cxnChg>
      </pc:sldChg>
    </pc:docChg>
  </pc:docChgLst>
  <pc:docChgLst>
    <pc:chgData name="David (IRAS)" userId="S::david@iras.gov.sg::cba023da-de4e-4c7e-b9e9-0f22bd746fec" providerId="AD" clId="Web-{9AF08A1D-EBB0-F4D7-F524-DC55AA27E7D0}"/>
    <pc:docChg chg="modSld">
      <pc:chgData name="David (IRAS)" userId="S::david@iras.gov.sg::cba023da-de4e-4c7e-b9e9-0f22bd746fec" providerId="AD" clId="Web-{9AF08A1D-EBB0-F4D7-F524-DC55AA27E7D0}" dt="2026-04-30T09:17:21.267" v="3" actId="1076"/>
      <pc:docMkLst>
        <pc:docMk/>
      </pc:docMkLst>
      <pc:sldChg chg="modSp">
        <pc:chgData name="David (IRAS)" userId="S::david@iras.gov.sg::cba023da-de4e-4c7e-b9e9-0f22bd746fec" providerId="AD" clId="Web-{9AF08A1D-EBB0-F4D7-F524-DC55AA27E7D0}" dt="2026-04-30T09:17:21.267" v="3" actId="1076"/>
        <pc:sldMkLst>
          <pc:docMk/>
          <pc:sldMk cId="2477311426" sldId="259"/>
        </pc:sldMkLst>
        <pc:spChg chg="mod">
          <ac:chgData name="David (IRAS)" userId="S::david@iras.gov.sg::cba023da-de4e-4c7e-b9e9-0f22bd746fec" providerId="AD" clId="Web-{9AF08A1D-EBB0-F4D7-F524-DC55AA27E7D0}" dt="2026-04-30T09:17:21.267" v="3" actId="1076"/>
          <ac:spMkLst>
            <pc:docMk/>
            <pc:sldMk cId="2477311426" sldId="259"/>
            <ac:spMk id="4" creationId="{5C519D79-AB36-6310-D04C-4083DEC5029B}"/>
          </ac:spMkLst>
        </pc:spChg>
        <pc:spChg chg="mod">
          <ac:chgData name="David (IRAS)" userId="S::david@iras.gov.sg::cba023da-de4e-4c7e-b9e9-0f22bd746fec" providerId="AD" clId="Web-{9AF08A1D-EBB0-F4D7-F524-DC55AA27E7D0}" dt="2026-04-30T09:17:20.658" v="1" actId="1076"/>
          <ac:spMkLst>
            <pc:docMk/>
            <pc:sldMk cId="2477311426" sldId="259"/>
            <ac:spMk id="30" creationId="{CE1050A2-A0E6-96A4-4D5B-C5DA479772EE}"/>
          </ac:spMkLst>
        </pc:spChg>
      </pc:sldChg>
    </pc:docChg>
  </pc:docChgLst>
  <pc:docChgLst>
    <pc:chgData name="Jervis LEE (IRAS)" userId="f5b4a8ae-594f-49a5-9990-0eb6ae48a4f9" providerId="ADAL" clId="{5BC9F464-DC04-46F4-8DA6-256EAADECE55}"/>
    <pc:docChg chg="undo redo custSel addSld delSld modSld sldOrd">
      <pc:chgData name="Jervis LEE (IRAS)" userId="f5b4a8ae-594f-49a5-9990-0eb6ae48a4f9" providerId="ADAL" clId="{5BC9F464-DC04-46F4-8DA6-256EAADECE55}" dt="2026-05-08T10:10:46.680" v="29190" actId="20577"/>
      <pc:docMkLst>
        <pc:docMk/>
      </pc:docMkLst>
      <pc:sldChg chg="addSp modSp mod modShow">
        <pc:chgData name="Jervis LEE (IRAS)" userId="f5b4a8ae-594f-49a5-9990-0eb6ae48a4f9" providerId="ADAL" clId="{5BC9F464-DC04-46F4-8DA6-256EAADECE55}" dt="2026-05-08T08:31:02.709" v="24255"/>
        <pc:sldMkLst>
          <pc:docMk/>
          <pc:sldMk cId="2842716539" sldId="258"/>
        </pc:sldMkLst>
        <pc:spChg chg="add mod">
          <ac:chgData name="Jervis LEE (IRAS)" userId="f5b4a8ae-594f-49a5-9990-0eb6ae48a4f9" providerId="ADAL" clId="{5BC9F464-DC04-46F4-8DA6-256EAADECE55}" dt="2026-05-08T08:31:02.709" v="24255"/>
          <ac:spMkLst>
            <pc:docMk/>
            <pc:sldMk cId="2842716539" sldId="258"/>
            <ac:spMk id="7" creationId="{DC702769-1B30-E516-A1A7-52F7A63767B9}"/>
          </ac:spMkLst>
        </pc:spChg>
        <pc:picChg chg="add mod">
          <ac:chgData name="Jervis LEE (IRAS)" userId="f5b4a8ae-594f-49a5-9990-0eb6ae48a4f9" providerId="ADAL" clId="{5BC9F464-DC04-46F4-8DA6-256EAADECE55}" dt="2026-05-04T10:05:03.435" v="4945" actId="1076"/>
          <ac:picMkLst>
            <pc:docMk/>
            <pc:sldMk cId="2842716539" sldId="258"/>
            <ac:picMk id="4" creationId="{013EA924-64EA-3893-136B-FEBC819A70A9}"/>
          </ac:picMkLst>
        </pc:picChg>
        <pc:picChg chg="add mod">
          <ac:chgData name="Jervis LEE (IRAS)" userId="f5b4a8ae-594f-49a5-9990-0eb6ae48a4f9" providerId="ADAL" clId="{5BC9F464-DC04-46F4-8DA6-256EAADECE55}" dt="2026-05-06T11:42:50.919" v="14455"/>
          <ac:picMkLst>
            <pc:docMk/>
            <pc:sldMk cId="2842716539" sldId="258"/>
            <ac:picMk id="6" creationId="{8C29DF2B-5C6B-12D9-A103-DDDDE99B2EF4}"/>
          </ac:picMkLst>
        </pc:picChg>
      </pc:sldChg>
      <pc:sldChg chg="addSp delSp modSp new mod ord modShow modNotesTx">
        <pc:chgData name="Jervis LEE (IRAS)" userId="f5b4a8ae-594f-49a5-9990-0eb6ae48a4f9" providerId="ADAL" clId="{5BC9F464-DC04-46F4-8DA6-256EAADECE55}" dt="2026-05-04T10:40:52.543" v="5685"/>
        <pc:sldMkLst>
          <pc:docMk/>
          <pc:sldMk cId="2477311426" sldId="259"/>
        </pc:sldMkLst>
        <pc:spChg chg="add mod">
          <ac:chgData name="Jervis LEE (IRAS)" userId="f5b4a8ae-594f-49a5-9990-0eb6ae48a4f9" providerId="ADAL" clId="{5BC9F464-DC04-46F4-8DA6-256EAADECE55}" dt="2026-04-28T04:25:01.953" v="1110" actId="208"/>
          <ac:spMkLst>
            <pc:docMk/>
            <pc:sldMk cId="2477311426" sldId="259"/>
            <ac:spMk id="2" creationId="{F110B6BF-B3A4-038F-A5D0-57835FCC2F1A}"/>
          </ac:spMkLst>
        </pc:spChg>
        <pc:spChg chg="add mod">
          <ac:chgData name="Jervis LEE (IRAS)" userId="f5b4a8ae-594f-49a5-9990-0eb6ae48a4f9" providerId="ADAL" clId="{5BC9F464-DC04-46F4-8DA6-256EAADECE55}" dt="2026-04-28T04:25:03.822" v="1111" actId="207"/>
          <ac:spMkLst>
            <pc:docMk/>
            <pc:sldMk cId="2477311426" sldId="259"/>
            <ac:spMk id="3" creationId="{F76EBE78-BF4D-B9C3-AB23-00BC051979C5}"/>
          </ac:spMkLst>
        </pc:spChg>
        <pc:spChg chg="add mod">
          <ac:chgData name="Jervis LEE (IRAS)" userId="f5b4a8ae-594f-49a5-9990-0eb6ae48a4f9" providerId="ADAL" clId="{5BC9F464-DC04-46F4-8DA6-256EAADECE55}" dt="2026-04-28T04:20:36.022" v="1048" actId="1076"/>
          <ac:spMkLst>
            <pc:docMk/>
            <pc:sldMk cId="2477311426" sldId="259"/>
            <ac:spMk id="4" creationId="{5C519D79-AB36-6310-D04C-4083DEC5029B}"/>
          </ac:spMkLst>
        </pc:spChg>
        <pc:spChg chg="add mod">
          <ac:chgData name="Jervis LEE (IRAS)" userId="f5b4a8ae-594f-49a5-9990-0eb6ae48a4f9" providerId="ADAL" clId="{5BC9F464-DC04-46F4-8DA6-256EAADECE55}" dt="2026-04-28T03:11:11.935" v="437" actId="1582"/>
          <ac:spMkLst>
            <pc:docMk/>
            <pc:sldMk cId="2477311426" sldId="259"/>
            <ac:spMk id="5" creationId="{A053B3F5-E63C-1C43-5392-BA93C996D84C}"/>
          </ac:spMkLst>
        </pc:spChg>
        <pc:spChg chg="add mod">
          <ac:chgData name="Jervis LEE (IRAS)" userId="f5b4a8ae-594f-49a5-9990-0eb6ae48a4f9" providerId="ADAL" clId="{5BC9F464-DC04-46F4-8DA6-256EAADECE55}" dt="2026-04-28T03:11:54.505" v="440" actId="1582"/>
          <ac:spMkLst>
            <pc:docMk/>
            <pc:sldMk cId="2477311426" sldId="259"/>
            <ac:spMk id="6" creationId="{2D6421BB-D94E-0951-7C15-F3E1371BD4EF}"/>
          </ac:spMkLst>
        </pc:spChg>
        <pc:spChg chg="add mod">
          <ac:chgData name="Jervis LEE (IRAS)" userId="f5b4a8ae-594f-49a5-9990-0eb6ae48a4f9" providerId="ADAL" clId="{5BC9F464-DC04-46F4-8DA6-256EAADECE55}" dt="2026-04-28T02:57:22.327" v="264" actId="1036"/>
          <ac:spMkLst>
            <pc:docMk/>
            <pc:sldMk cId="2477311426" sldId="259"/>
            <ac:spMk id="7" creationId="{2EB48851-A27B-C5CF-58D8-4A1278616AD3}"/>
          </ac:spMkLst>
        </pc:spChg>
        <pc:spChg chg="add mod">
          <ac:chgData name="Jervis LEE (IRAS)" userId="f5b4a8ae-594f-49a5-9990-0eb6ae48a4f9" providerId="ADAL" clId="{5BC9F464-DC04-46F4-8DA6-256EAADECE55}" dt="2026-04-28T03:11:54.505" v="440" actId="1582"/>
          <ac:spMkLst>
            <pc:docMk/>
            <pc:sldMk cId="2477311426" sldId="259"/>
            <ac:spMk id="8" creationId="{2ADC6C15-2C46-53DD-04D8-9D663B37747C}"/>
          </ac:spMkLst>
        </pc:spChg>
        <pc:spChg chg="add mod">
          <ac:chgData name="Jervis LEE (IRAS)" userId="f5b4a8ae-594f-49a5-9990-0eb6ae48a4f9" providerId="ADAL" clId="{5BC9F464-DC04-46F4-8DA6-256EAADECE55}" dt="2026-04-28T03:07:34.823" v="401" actId="1076"/>
          <ac:spMkLst>
            <pc:docMk/>
            <pc:sldMk cId="2477311426" sldId="259"/>
            <ac:spMk id="9" creationId="{723D04A0-C114-5535-7836-26A21517F1B7}"/>
          </ac:spMkLst>
        </pc:spChg>
        <pc:spChg chg="add mod">
          <ac:chgData name="Jervis LEE (IRAS)" userId="f5b4a8ae-594f-49a5-9990-0eb6ae48a4f9" providerId="ADAL" clId="{5BC9F464-DC04-46F4-8DA6-256EAADECE55}" dt="2026-04-28T03:11:11.935" v="437" actId="1582"/>
          <ac:spMkLst>
            <pc:docMk/>
            <pc:sldMk cId="2477311426" sldId="259"/>
            <ac:spMk id="10" creationId="{A3AA63DE-7707-F377-69B5-65CE7A2CDB19}"/>
          </ac:spMkLst>
        </pc:spChg>
        <pc:spChg chg="add mod">
          <ac:chgData name="Jervis LEE (IRAS)" userId="f5b4a8ae-594f-49a5-9990-0eb6ae48a4f9" providerId="ADAL" clId="{5BC9F464-DC04-46F4-8DA6-256EAADECE55}" dt="2026-04-28T02:14:56.123" v="69" actId="1076"/>
          <ac:spMkLst>
            <pc:docMk/>
            <pc:sldMk cId="2477311426" sldId="259"/>
            <ac:spMk id="11" creationId="{1EC24CD3-60EF-B8A8-9249-E4A3D305158C}"/>
          </ac:spMkLst>
        </pc:spChg>
        <pc:spChg chg="add mod">
          <ac:chgData name="Jervis LEE (IRAS)" userId="f5b4a8ae-594f-49a5-9990-0eb6ae48a4f9" providerId="ADAL" clId="{5BC9F464-DC04-46F4-8DA6-256EAADECE55}" dt="2026-04-28T02:14:59.526" v="71" actId="1076"/>
          <ac:spMkLst>
            <pc:docMk/>
            <pc:sldMk cId="2477311426" sldId="259"/>
            <ac:spMk id="12" creationId="{C8ADBB27-FD28-2DE8-8C02-1CC547022102}"/>
          </ac:spMkLst>
        </pc:spChg>
        <pc:spChg chg="add mod">
          <ac:chgData name="Jervis LEE (IRAS)" userId="f5b4a8ae-594f-49a5-9990-0eb6ae48a4f9" providerId="ADAL" clId="{5BC9F464-DC04-46F4-8DA6-256EAADECE55}" dt="2026-04-28T03:11:11.935" v="437" actId="1582"/>
          <ac:spMkLst>
            <pc:docMk/>
            <pc:sldMk cId="2477311426" sldId="259"/>
            <ac:spMk id="13" creationId="{356EDDDC-C9A9-D092-C7A4-6D3B4FEF01EF}"/>
          </ac:spMkLst>
        </pc:spChg>
        <pc:spChg chg="add mod">
          <ac:chgData name="Jervis LEE (IRAS)" userId="f5b4a8ae-594f-49a5-9990-0eb6ae48a4f9" providerId="ADAL" clId="{5BC9F464-DC04-46F4-8DA6-256EAADECE55}" dt="2026-04-28T03:11:11.935" v="437" actId="1582"/>
          <ac:spMkLst>
            <pc:docMk/>
            <pc:sldMk cId="2477311426" sldId="259"/>
            <ac:spMk id="16" creationId="{619B54AA-940B-C9E1-C622-9BE188EB3CCC}"/>
          </ac:spMkLst>
        </pc:spChg>
        <pc:spChg chg="add mod">
          <ac:chgData name="Jervis LEE (IRAS)" userId="f5b4a8ae-594f-49a5-9990-0eb6ae48a4f9" providerId="ADAL" clId="{5BC9F464-DC04-46F4-8DA6-256EAADECE55}" dt="2026-04-28T03:11:11.935" v="437" actId="1582"/>
          <ac:spMkLst>
            <pc:docMk/>
            <pc:sldMk cId="2477311426" sldId="259"/>
            <ac:spMk id="17" creationId="{54DA12C3-9220-9E58-A7F8-15DDF303854E}"/>
          </ac:spMkLst>
        </pc:spChg>
        <pc:spChg chg="add mod">
          <ac:chgData name="Jervis LEE (IRAS)" userId="f5b4a8ae-594f-49a5-9990-0eb6ae48a4f9" providerId="ADAL" clId="{5BC9F464-DC04-46F4-8DA6-256EAADECE55}" dt="2026-04-28T02:27:30.700" v="107" actId="1076"/>
          <ac:spMkLst>
            <pc:docMk/>
            <pc:sldMk cId="2477311426" sldId="259"/>
            <ac:spMk id="18" creationId="{A3C4797E-A662-AF37-39CF-2641033D302A}"/>
          </ac:spMkLst>
        </pc:spChg>
        <pc:spChg chg="add mod">
          <ac:chgData name="Jervis LEE (IRAS)" userId="f5b4a8ae-594f-49a5-9990-0eb6ae48a4f9" providerId="ADAL" clId="{5BC9F464-DC04-46F4-8DA6-256EAADECE55}" dt="2026-04-28T03:08:48.547" v="406" actId="1076"/>
          <ac:spMkLst>
            <pc:docMk/>
            <pc:sldMk cId="2477311426" sldId="259"/>
            <ac:spMk id="19" creationId="{187DAC11-AB3F-CC1F-C5B2-CEE49B4BFFCA}"/>
          </ac:spMkLst>
        </pc:spChg>
        <pc:spChg chg="add mod">
          <ac:chgData name="Jervis LEE (IRAS)" userId="f5b4a8ae-594f-49a5-9990-0eb6ae48a4f9" providerId="ADAL" clId="{5BC9F464-DC04-46F4-8DA6-256EAADECE55}" dt="2026-04-28T03:33:30.286" v="480" actId="14100"/>
          <ac:spMkLst>
            <pc:docMk/>
            <pc:sldMk cId="2477311426" sldId="259"/>
            <ac:spMk id="21" creationId="{53C4BA32-A035-4E15-D4F3-5C26AB1C4128}"/>
          </ac:spMkLst>
        </pc:spChg>
        <pc:spChg chg="add mod">
          <ac:chgData name="Jervis LEE (IRAS)" userId="f5b4a8ae-594f-49a5-9990-0eb6ae48a4f9" providerId="ADAL" clId="{5BC9F464-DC04-46F4-8DA6-256EAADECE55}" dt="2026-04-28T03:34:15.242" v="507" actId="1076"/>
          <ac:spMkLst>
            <pc:docMk/>
            <pc:sldMk cId="2477311426" sldId="259"/>
            <ac:spMk id="22" creationId="{84D48B4F-A41C-69F5-DA61-07121D0066A8}"/>
          </ac:spMkLst>
        </pc:spChg>
        <pc:spChg chg="add mod">
          <ac:chgData name="Jervis LEE (IRAS)" userId="f5b4a8ae-594f-49a5-9990-0eb6ae48a4f9" providerId="ADAL" clId="{5BC9F464-DC04-46F4-8DA6-256EAADECE55}" dt="2026-04-28T03:34:23.552" v="509" actId="1076"/>
          <ac:spMkLst>
            <pc:docMk/>
            <pc:sldMk cId="2477311426" sldId="259"/>
            <ac:spMk id="23" creationId="{EF0456E3-78E3-CA03-DCC4-71D837EF36AC}"/>
          </ac:spMkLst>
        </pc:spChg>
        <pc:spChg chg="add mod">
          <ac:chgData name="Jervis LEE (IRAS)" userId="f5b4a8ae-594f-49a5-9990-0eb6ae48a4f9" providerId="ADAL" clId="{5BC9F464-DC04-46F4-8DA6-256EAADECE55}" dt="2026-04-28T03:11:54.505" v="440" actId="1582"/>
          <ac:spMkLst>
            <pc:docMk/>
            <pc:sldMk cId="2477311426" sldId="259"/>
            <ac:spMk id="25" creationId="{82D55D8D-8DC8-A042-36FD-33E4C86512C5}"/>
          </ac:spMkLst>
        </pc:spChg>
        <pc:spChg chg="add mod">
          <ac:chgData name="Jervis LEE (IRAS)" userId="f5b4a8ae-594f-49a5-9990-0eb6ae48a4f9" providerId="ADAL" clId="{5BC9F464-DC04-46F4-8DA6-256EAADECE55}" dt="2026-04-28T02:57:31.452" v="271" actId="20577"/>
          <ac:spMkLst>
            <pc:docMk/>
            <pc:sldMk cId="2477311426" sldId="259"/>
            <ac:spMk id="26" creationId="{11243526-D107-9566-A3BE-16FC128EE8C0}"/>
          </ac:spMkLst>
        </pc:spChg>
        <pc:spChg chg="add mod">
          <ac:chgData name="Jervis LEE (IRAS)" userId="f5b4a8ae-594f-49a5-9990-0eb6ae48a4f9" providerId="ADAL" clId="{5BC9F464-DC04-46F4-8DA6-256EAADECE55}" dt="2026-04-28T03:08:48.547" v="406" actId="1076"/>
          <ac:spMkLst>
            <pc:docMk/>
            <pc:sldMk cId="2477311426" sldId="259"/>
            <ac:spMk id="27" creationId="{916F0540-87B6-7BD4-917C-A0B34EC3F17C}"/>
          </ac:spMkLst>
        </pc:spChg>
        <pc:spChg chg="add mod">
          <ac:chgData name="Jervis LEE (IRAS)" userId="f5b4a8ae-594f-49a5-9990-0eb6ae48a4f9" providerId="ADAL" clId="{5BC9F464-DC04-46F4-8DA6-256EAADECE55}" dt="2026-04-28T03:11:11.935" v="437" actId="1582"/>
          <ac:spMkLst>
            <pc:docMk/>
            <pc:sldMk cId="2477311426" sldId="259"/>
            <ac:spMk id="28" creationId="{EA22E379-A7D4-0991-CBE5-F4414C7543B3}"/>
          </ac:spMkLst>
        </pc:spChg>
        <pc:spChg chg="add mod">
          <ac:chgData name="Jervis LEE (IRAS)" userId="f5b4a8ae-594f-49a5-9990-0eb6ae48a4f9" providerId="ADAL" clId="{5BC9F464-DC04-46F4-8DA6-256EAADECE55}" dt="2026-04-28T03:11:11.935" v="437" actId="1582"/>
          <ac:spMkLst>
            <pc:docMk/>
            <pc:sldMk cId="2477311426" sldId="259"/>
            <ac:spMk id="29" creationId="{B3A9AE6E-DB0D-1B80-027A-879864E30C13}"/>
          </ac:spMkLst>
        </pc:spChg>
        <pc:spChg chg="add mod">
          <ac:chgData name="Jervis LEE (IRAS)" userId="f5b4a8ae-594f-49a5-9990-0eb6ae48a4f9" providerId="ADAL" clId="{5BC9F464-DC04-46F4-8DA6-256EAADECE55}" dt="2026-04-28T03:08:48.547" v="406" actId="1076"/>
          <ac:spMkLst>
            <pc:docMk/>
            <pc:sldMk cId="2477311426" sldId="259"/>
            <ac:spMk id="30" creationId="{CE1050A2-A0E6-96A4-4D5B-C5DA479772EE}"/>
          </ac:spMkLst>
        </pc:spChg>
        <pc:spChg chg="add mod">
          <ac:chgData name="Jervis LEE (IRAS)" userId="f5b4a8ae-594f-49a5-9990-0eb6ae48a4f9" providerId="ADAL" clId="{5BC9F464-DC04-46F4-8DA6-256EAADECE55}" dt="2026-04-28T03:11:30.318" v="438" actId="1582"/>
          <ac:spMkLst>
            <pc:docMk/>
            <pc:sldMk cId="2477311426" sldId="259"/>
            <ac:spMk id="32" creationId="{B41D5515-29A1-6013-0245-AF74954DC637}"/>
          </ac:spMkLst>
        </pc:spChg>
        <pc:spChg chg="add mod">
          <ac:chgData name="Jervis LEE (IRAS)" userId="f5b4a8ae-594f-49a5-9990-0eb6ae48a4f9" providerId="ADAL" clId="{5BC9F464-DC04-46F4-8DA6-256EAADECE55}" dt="2026-04-28T03:50:04.968" v="657" actId="14100"/>
          <ac:spMkLst>
            <pc:docMk/>
            <pc:sldMk cId="2477311426" sldId="259"/>
            <ac:spMk id="34" creationId="{2E1CA6FD-FBBE-85A0-D278-0F0A54C5963A}"/>
          </ac:spMkLst>
        </pc:spChg>
        <pc:spChg chg="add mod">
          <ac:chgData name="Jervis LEE (IRAS)" userId="f5b4a8ae-594f-49a5-9990-0eb6ae48a4f9" providerId="ADAL" clId="{5BC9F464-DC04-46F4-8DA6-256EAADECE55}" dt="2026-04-28T03:09:10.503" v="408" actId="1076"/>
          <ac:spMkLst>
            <pc:docMk/>
            <pc:sldMk cId="2477311426" sldId="259"/>
            <ac:spMk id="35" creationId="{57E5831C-0FB4-39A5-E0A8-584B72658897}"/>
          </ac:spMkLst>
        </pc:spChg>
        <pc:spChg chg="add mod">
          <ac:chgData name="Jervis LEE (IRAS)" userId="f5b4a8ae-594f-49a5-9990-0eb6ae48a4f9" providerId="ADAL" clId="{5BC9F464-DC04-46F4-8DA6-256EAADECE55}" dt="2026-04-28T03:54:14.569" v="735" actId="1035"/>
          <ac:spMkLst>
            <pc:docMk/>
            <pc:sldMk cId="2477311426" sldId="259"/>
            <ac:spMk id="41" creationId="{58C2E137-7610-1130-DCE8-C693060FBF3C}"/>
          </ac:spMkLst>
        </pc:spChg>
        <pc:spChg chg="add mod">
          <ac:chgData name="Jervis LEE (IRAS)" userId="f5b4a8ae-594f-49a5-9990-0eb6ae48a4f9" providerId="ADAL" clId="{5BC9F464-DC04-46F4-8DA6-256EAADECE55}" dt="2026-04-28T03:55:21.735" v="838" actId="1076"/>
          <ac:spMkLst>
            <pc:docMk/>
            <pc:sldMk cId="2477311426" sldId="259"/>
            <ac:spMk id="42" creationId="{16F1D551-1B09-E188-2A46-4C4C8C76B283}"/>
          </ac:spMkLst>
        </pc:spChg>
        <pc:spChg chg="add mod">
          <ac:chgData name="Jervis LEE (IRAS)" userId="f5b4a8ae-594f-49a5-9990-0eb6ae48a4f9" providerId="ADAL" clId="{5BC9F464-DC04-46F4-8DA6-256EAADECE55}" dt="2026-04-28T03:49:53.434" v="653" actId="14100"/>
          <ac:spMkLst>
            <pc:docMk/>
            <pc:sldMk cId="2477311426" sldId="259"/>
            <ac:spMk id="63" creationId="{A2CDBB8C-2979-16DE-213F-ABD8EB6F9BCC}"/>
          </ac:spMkLst>
        </pc:spChg>
        <pc:spChg chg="add mod">
          <ac:chgData name="Jervis LEE (IRAS)" userId="f5b4a8ae-594f-49a5-9990-0eb6ae48a4f9" providerId="ADAL" clId="{5BC9F464-DC04-46F4-8DA6-256EAADECE55}" dt="2026-04-28T03:34:58.600" v="532" actId="1038"/>
          <ac:spMkLst>
            <pc:docMk/>
            <pc:sldMk cId="2477311426" sldId="259"/>
            <ac:spMk id="1024" creationId="{F3B8675D-A8F6-6C29-59B7-5B5B5526CA0A}"/>
          </ac:spMkLst>
        </pc:spChg>
        <pc:spChg chg="add mod">
          <ac:chgData name="Jervis LEE (IRAS)" userId="f5b4a8ae-594f-49a5-9990-0eb6ae48a4f9" providerId="ADAL" clId="{5BC9F464-DC04-46F4-8DA6-256EAADECE55}" dt="2026-04-28T06:23:39.158" v="2430" actId="1038"/>
          <ac:spMkLst>
            <pc:docMk/>
            <pc:sldMk cId="2477311426" sldId="259"/>
            <ac:spMk id="1047" creationId="{2EE8FA9C-5250-B214-BAF3-97F1566C8A20}"/>
          </ac:spMkLst>
        </pc:spChg>
        <pc:spChg chg="add mod">
          <ac:chgData name="Jervis LEE (IRAS)" userId="f5b4a8ae-594f-49a5-9990-0eb6ae48a4f9" providerId="ADAL" clId="{5BC9F464-DC04-46F4-8DA6-256EAADECE55}" dt="2026-04-28T05:46:37.534" v="2052" actId="1076"/>
          <ac:spMkLst>
            <pc:docMk/>
            <pc:sldMk cId="2477311426" sldId="259"/>
            <ac:spMk id="1050" creationId="{60ED5E5A-DD1C-939A-2064-E45988C16342}"/>
          </ac:spMkLst>
        </pc:spChg>
        <pc:spChg chg="add mod">
          <ac:chgData name="Jervis LEE (IRAS)" userId="f5b4a8ae-594f-49a5-9990-0eb6ae48a4f9" providerId="ADAL" clId="{5BC9F464-DC04-46F4-8DA6-256EAADECE55}" dt="2026-04-28T05:46:37.534" v="2052" actId="1076"/>
          <ac:spMkLst>
            <pc:docMk/>
            <pc:sldMk cId="2477311426" sldId="259"/>
            <ac:spMk id="1051" creationId="{66BFAF6D-DF37-61DF-DBC7-FDC456F70BB5}"/>
          </ac:spMkLst>
        </pc:spChg>
        <pc:spChg chg="add mod">
          <ac:chgData name="Jervis LEE (IRAS)" userId="f5b4a8ae-594f-49a5-9990-0eb6ae48a4f9" providerId="ADAL" clId="{5BC9F464-DC04-46F4-8DA6-256EAADECE55}" dt="2026-04-28T03:53:20.031" v="676" actId="1076"/>
          <ac:spMkLst>
            <pc:docMk/>
            <pc:sldMk cId="2477311426" sldId="259"/>
            <ac:spMk id="1056" creationId="{05EF6458-91F5-A460-7010-EBDFF75EE654}"/>
          </ac:spMkLst>
        </pc:spChg>
        <pc:spChg chg="add mod">
          <ac:chgData name="Jervis LEE (IRAS)" userId="f5b4a8ae-594f-49a5-9990-0eb6ae48a4f9" providerId="ADAL" clId="{5BC9F464-DC04-46F4-8DA6-256EAADECE55}" dt="2026-04-28T03:53:20.031" v="676" actId="1076"/>
          <ac:spMkLst>
            <pc:docMk/>
            <pc:sldMk cId="2477311426" sldId="259"/>
            <ac:spMk id="1057" creationId="{BB90E9D4-D2F9-BEA6-F914-B23AB40626DF}"/>
          </ac:spMkLst>
        </pc:spChg>
        <pc:spChg chg="add mod">
          <ac:chgData name="Jervis LEE (IRAS)" userId="f5b4a8ae-594f-49a5-9990-0eb6ae48a4f9" providerId="ADAL" clId="{5BC9F464-DC04-46F4-8DA6-256EAADECE55}" dt="2026-04-28T04:16:48.443" v="930" actId="207"/>
          <ac:spMkLst>
            <pc:docMk/>
            <pc:sldMk cId="2477311426" sldId="259"/>
            <ac:spMk id="1097" creationId="{402CFD93-FDD6-3FB4-12B4-4907D32008FE}"/>
          </ac:spMkLst>
        </pc:spChg>
        <pc:spChg chg="add mod">
          <ac:chgData name="Jervis LEE (IRAS)" userId="f5b4a8ae-594f-49a5-9990-0eb6ae48a4f9" providerId="ADAL" clId="{5BC9F464-DC04-46F4-8DA6-256EAADECE55}" dt="2026-04-28T04:16:27.746" v="927" actId="1038"/>
          <ac:spMkLst>
            <pc:docMk/>
            <pc:sldMk cId="2477311426" sldId="259"/>
            <ac:spMk id="1098" creationId="{21D8BF96-DDE8-3A1F-96DB-2D0ECFAF0AE4}"/>
          </ac:spMkLst>
        </pc:spChg>
        <pc:spChg chg="add mod">
          <ac:chgData name="Jervis LEE (IRAS)" userId="f5b4a8ae-594f-49a5-9990-0eb6ae48a4f9" providerId="ADAL" clId="{5BC9F464-DC04-46F4-8DA6-256EAADECE55}" dt="2026-04-28T04:17:02.865" v="936" actId="1076"/>
          <ac:spMkLst>
            <pc:docMk/>
            <pc:sldMk cId="2477311426" sldId="259"/>
            <ac:spMk id="1102" creationId="{0CA8EDAE-A72D-67A8-A7A6-AAC906603C45}"/>
          </ac:spMkLst>
        </pc:spChg>
        <pc:spChg chg="add mod">
          <ac:chgData name="Jervis LEE (IRAS)" userId="f5b4a8ae-594f-49a5-9990-0eb6ae48a4f9" providerId="ADAL" clId="{5BC9F464-DC04-46F4-8DA6-256EAADECE55}" dt="2026-04-28T05:43:31.253" v="1797" actId="1035"/>
          <ac:spMkLst>
            <pc:docMk/>
            <pc:sldMk cId="2477311426" sldId="259"/>
            <ac:spMk id="1103" creationId="{016210DA-6C10-643F-8887-4CD1041BF75D}"/>
          </ac:spMkLst>
        </pc:spChg>
        <pc:spChg chg="add mod">
          <ac:chgData name="Jervis LEE (IRAS)" userId="f5b4a8ae-594f-49a5-9990-0eb6ae48a4f9" providerId="ADAL" clId="{5BC9F464-DC04-46F4-8DA6-256EAADECE55}" dt="2026-04-28T04:29:37.640" v="1285" actId="207"/>
          <ac:spMkLst>
            <pc:docMk/>
            <pc:sldMk cId="2477311426" sldId="259"/>
            <ac:spMk id="1104" creationId="{65CB0B39-CCDB-D43E-1E89-60FE0B275DE0}"/>
          </ac:spMkLst>
        </pc:spChg>
        <pc:spChg chg="add mod">
          <ac:chgData name="Jervis LEE (IRAS)" userId="f5b4a8ae-594f-49a5-9990-0eb6ae48a4f9" providerId="ADAL" clId="{5BC9F464-DC04-46F4-8DA6-256EAADECE55}" dt="2026-04-28T04:21:38.458" v="1057" actId="1076"/>
          <ac:spMkLst>
            <pc:docMk/>
            <pc:sldMk cId="2477311426" sldId="259"/>
            <ac:spMk id="1106" creationId="{BD39BBDD-14B7-795E-F7A9-A13AF222D2B0}"/>
          </ac:spMkLst>
        </pc:spChg>
        <pc:spChg chg="add mod">
          <ac:chgData name="Jervis LEE (IRAS)" userId="f5b4a8ae-594f-49a5-9990-0eb6ae48a4f9" providerId="ADAL" clId="{5BC9F464-DC04-46F4-8DA6-256EAADECE55}" dt="2026-04-28T04:21:38.458" v="1057" actId="1076"/>
          <ac:spMkLst>
            <pc:docMk/>
            <pc:sldMk cId="2477311426" sldId="259"/>
            <ac:spMk id="1107" creationId="{1BEC53DF-63A2-59F5-9A19-2CB4A20E9701}"/>
          </ac:spMkLst>
        </pc:spChg>
        <pc:spChg chg="add mod">
          <ac:chgData name="Jervis LEE (IRAS)" userId="f5b4a8ae-594f-49a5-9990-0eb6ae48a4f9" providerId="ADAL" clId="{5BC9F464-DC04-46F4-8DA6-256EAADECE55}" dt="2026-04-28T05:51:23.160" v="2327" actId="1036"/>
          <ac:spMkLst>
            <pc:docMk/>
            <pc:sldMk cId="2477311426" sldId="259"/>
            <ac:spMk id="1112" creationId="{69386C90-88F4-3FC0-2F10-1C6C008D6FAB}"/>
          </ac:spMkLst>
        </pc:spChg>
        <pc:spChg chg="add mod">
          <ac:chgData name="Jervis LEE (IRAS)" userId="f5b4a8ae-594f-49a5-9990-0eb6ae48a4f9" providerId="ADAL" clId="{5BC9F464-DC04-46F4-8DA6-256EAADECE55}" dt="2026-04-28T05:51:23.160" v="2327" actId="1036"/>
          <ac:spMkLst>
            <pc:docMk/>
            <pc:sldMk cId="2477311426" sldId="259"/>
            <ac:spMk id="1113" creationId="{5C4964EA-78D0-2B4F-38BF-3FA463E3818B}"/>
          </ac:spMkLst>
        </pc:spChg>
        <pc:spChg chg="add mod">
          <ac:chgData name="Jervis LEE (IRAS)" userId="f5b4a8ae-594f-49a5-9990-0eb6ae48a4f9" providerId="ADAL" clId="{5BC9F464-DC04-46F4-8DA6-256EAADECE55}" dt="2026-04-28T05:33:21.533" v="1456" actId="1036"/>
          <ac:spMkLst>
            <pc:docMk/>
            <pc:sldMk cId="2477311426" sldId="259"/>
            <ac:spMk id="1114" creationId="{0348D6D4-88A6-D271-79B4-98693412B4F1}"/>
          </ac:spMkLst>
        </pc:spChg>
        <pc:spChg chg="add mod">
          <ac:chgData name="Jervis LEE (IRAS)" userId="f5b4a8ae-594f-49a5-9990-0eb6ae48a4f9" providerId="ADAL" clId="{5BC9F464-DC04-46F4-8DA6-256EAADECE55}" dt="2026-04-28T05:35:01.598" v="1480" actId="1076"/>
          <ac:spMkLst>
            <pc:docMk/>
            <pc:sldMk cId="2477311426" sldId="259"/>
            <ac:spMk id="1115" creationId="{5F1F2864-D13F-EA0B-61EA-A3DB2105A507}"/>
          </ac:spMkLst>
        </pc:spChg>
        <pc:spChg chg="add mod">
          <ac:chgData name="Jervis LEE (IRAS)" userId="f5b4a8ae-594f-49a5-9990-0eb6ae48a4f9" providerId="ADAL" clId="{5BC9F464-DC04-46F4-8DA6-256EAADECE55}" dt="2026-04-28T05:35:06.323" v="1481" actId="1076"/>
          <ac:spMkLst>
            <pc:docMk/>
            <pc:sldMk cId="2477311426" sldId="259"/>
            <ac:spMk id="1116" creationId="{3A1F12E5-5BBB-F8A0-A1DB-0C3A3FCFDD08}"/>
          </ac:spMkLst>
        </pc:spChg>
        <pc:spChg chg="add mod">
          <ac:chgData name="Jervis LEE (IRAS)" userId="f5b4a8ae-594f-49a5-9990-0eb6ae48a4f9" providerId="ADAL" clId="{5BC9F464-DC04-46F4-8DA6-256EAADECE55}" dt="2026-04-28T06:23:39.158" v="2430" actId="1038"/>
          <ac:spMkLst>
            <pc:docMk/>
            <pc:sldMk cId="2477311426" sldId="259"/>
            <ac:spMk id="1120" creationId="{2CC8F5B7-3646-86AB-FBD6-13BEA908C6EA}"/>
          </ac:spMkLst>
        </pc:spChg>
        <pc:spChg chg="add mod">
          <ac:chgData name="Jervis LEE (IRAS)" userId="f5b4a8ae-594f-49a5-9990-0eb6ae48a4f9" providerId="ADAL" clId="{5BC9F464-DC04-46F4-8DA6-256EAADECE55}" dt="2026-04-28T05:31:26.190" v="1421" actId="20577"/>
          <ac:spMkLst>
            <pc:docMk/>
            <pc:sldMk cId="2477311426" sldId="259"/>
            <ac:spMk id="1127" creationId="{9D25AD68-14CF-D7E2-6FC1-B63F7BC06F6B}"/>
          </ac:spMkLst>
        </pc:spChg>
        <pc:spChg chg="add mod">
          <ac:chgData name="Jervis LEE (IRAS)" userId="f5b4a8ae-594f-49a5-9990-0eb6ae48a4f9" providerId="ADAL" clId="{5BC9F464-DC04-46F4-8DA6-256EAADECE55}" dt="2026-04-28T05:37:19.978" v="1634" actId="1035"/>
          <ac:spMkLst>
            <pc:docMk/>
            <pc:sldMk cId="2477311426" sldId="259"/>
            <ac:spMk id="1128" creationId="{B5C10318-969D-9761-EA7F-6913CF26ACEA}"/>
          </ac:spMkLst>
        </pc:spChg>
        <pc:spChg chg="add mod">
          <ac:chgData name="Jervis LEE (IRAS)" userId="f5b4a8ae-594f-49a5-9990-0eb6ae48a4f9" providerId="ADAL" clId="{5BC9F464-DC04-46F4-8DA6-256EAADECE55}" dt="2026-04-28T05:37:25.321" v="1643" actId="1036"/>
          <ac:spMkLst>
            <pc:docMk/>
            <pc:sldMk cId="2477311426" sldId="259"/>
            <ac:spMk id="1140" creationId="{C2C22502-C298-B553-1ED9-590EB83793EB}"/>
          </ac:spMkLst>
        </pc:spChg>
        <pc:spChg chg="add mod">
          <ac:chgData name="Jervis LEE (IRAS)" userId="f5b4a8ae-594f-49a5-9990-0eb6ae48a4f9" providerId="ADAL" clId="{5BC9F464-DC04-46F4-8DA6-256EAADECE55}" dt="2026-04-28T05:37:19.978" v="1634" actId="1035"/>
          <ac:spMkLst>
            <pc:docMk/>
            <pc:sldMk cId="2477311426" sldId="259"/>
            <ac:spMk id="1141" creationId="{0FC480E6-8B04-1970-6800-7B9F4A9FF8EE}"/>
          </ac:spMkLst>
        </pc:spChg>
        <pc:spChg chg="add mod">
          <ac:chgData name="Jervis LEE (IRAS)" userId="f5b4a8ae-594f-49a5-9990-0eb6ae48a4f9" providerId="ADAL" clId="{5BC9F464-DC04-46F4-8DA6-256EAADECE55}" dt="2026-04-28T05:58:16.742" v="2422" actId="20577"/>
          <ac:spMkLst>
            <pc:docMk/>
            <pc:sldMk cId="2477311426" sldId="259"/>
            <ac:spMk id="1142" creationId="{940A7298-2CDF-6A4A-4AB2-21EF8E8BF39B}"/>
          </ac:spMkLst>
        </pc:spChg>
        <pc:spChg chg="add mod">
          <ac:chgData name="Jervis LEE (IRAS)" userId="f5b4a8ae-594f-49a5-9990-0eb6ae48a4f9" providerId="ADAL" clId="{5BC9F464-DC04-46F4-8DA6-256EAADECE55}" dt="2026-04-28T05:40:04.700" v="1740" actId="20577"/>
          <ac:spMkLst>
            <pc:docMk/>
            <pc:sldMk cId="2477311426" sldId="259"/>
            <ac:spMk id="1143" creationId="{961B3CC0-19DC-7A18-9473-492D9B87D1D5}"/>
          </ac:spMkLst>
        </pc:spChg>
        <pc:spChg chg="add mod">
          <ac:chgData name="Jervis LEE (IRAS)" userId="f5b4a8ae-594f-49a5-9990-0eb6ae48a4f9" providerId="ADAL" clId="{5BC9F464-DC04-46F4-8DA6-256EAADECE55}" dt="2026-04-28T05:48:05.940" v="2131" actId="20577"/>
          <ac:spMkLst>
            <pc:docMk/>
            <pc:sldMk cId="2477311426" sldId="259"/>
            <ac:spMk id="1145" creationId="{26DAA4D2-4E34-2796-DE55-552198817936}"/>
          </ac:spMkLst>
        </pc:spChg>
        <pc:spChg chg="add mod">
          <ac:chgData name="Jervis LEE (IRAS)" userId="f5b4a8ae-594f-49a5-9990-0eb6ae48a4f9" providerId="ADAL" clId="{5BC9F464-DC04-46F4-8DA6-256EAADECE55}" dt="2026-04-28T05:45:35.721" v="2036" actId="1035"/>
          <ac:spMkLst>
            <pc:docMk/>
            <pc:sldMk cId="2477311426" sldId="259"/>
            <ac:spMk id="1146" creationId="{5DF47168-2CC5-5BF4-6293-12CBAA2C5D3B}"/>
          </ac:spMkLst>
        </pc:spChg>
        <pc:spChg chg="add mod">
          <ac:chgData name="Jervis LEE (IRAS)" userId="f5b4a8ae-594f-49a5-9990-0eb6ae48a4f9" providerId="ADAL" clId="{5BC9F464-DC04-46F4-8DA6-256EAADECE55}" dt="2026-04-28T05:45:35.721" v="2036" actId="1035"/>
          <ac:spMkLst>
            <pc:docMk/>
            <pc:sldMk cId="2477311426" sldId="259"/>
            <ac:spMk id="1147" creationId="{1353D583-A30D-86B1-3A5A-8D552FA13FD4}"/>
          </ac:spMkLst>
        </pc:spChg>
        <pc:spChg chg="add mod">
          <ac:chgData name="Jervis LEE (IRAS)" userId="f5b4a8ae-594f-49a5-9990-0eb6ae48a4f9" providerId="ADAL" clId="{5BC9F464-DC04-46F4-8DA6-256EAADECE55}" dt="2026-04-28T05:53:30.637" v="2395" actId="1076"/>
          <ac:spMkLst>
            <pc:docMk/>
            <pc:sldMk cId="2477311426" sldId="259"/>
            <ac:spMk id="1157" creationId="{9A531E13-4E6D-F9A2-80B4-5707137BB939}"/>
          </ac:spMkLst>
        </pc:spChg>
        <pc:spChg chg="add mod">
          <ac:chgData name="Jervis LEE (IRAS)" userId="f5b4a8ae-594f-49a5-9990-0eb6ae48a4f9" providerId="ADAL" clId="{5BC9F464-DC04-46F4-8DA6-256EAADECE55}" dt="2026-04-28T05:53:30.637" v="2395" actId="1076"/>
          <ac:spMkLst>
            <pc:docMk/>
            <pc:sldMk cId="2477311426" sldId="259"/>
            <ac:spMk id="1158" creationId="{21292213-4BD9-4DF4-6E60-0628B88717AB}"/>
          </ac:spMkLst>
        </pc:spChg>
        <pc:spChg chg="add mod">
          <ac:chgData name="Jervis LEE (IRAS)" userId="f5b4a8ae-594f-49a5-9990-0eb6ae48a4f9" providerId="ADAL" clId="{5BC9F464-DC04-46F4-8DA6-256EAADECE55}" dt="2026-04-28T05:53:37.210" v="2407" actId="20577"/>
          <ac:spMkLst>
            <pc:docMk/>
            <pc:sldMk cId="2477311426" sldId="259"/>
            <ac:spMk id="1159" creationId="{7C800D56-6358-09FD-B673-D371C8BB686C}"/>
          </ac:spMkLst>
        </pc:spChg>
        <pc:spChg chg="add mod">
          <ac:chgData name="Jervis LEE (IRAS)" userId="f5b4a8ae-594f-49a5-9990-0eb6ae48a4f9" providerId="ADAL" clId="{5BC9F464-DC04-46F4-8DA6-256EAADECE55}" dt="2026-04-28T05:50:00.170" v="2222" actId="1038"/>
          <ac:spMkLst>
            <pc:docMk/>
            <pc:sldMk cId="2477311426" sldId="259"/>
            <ac:spMk id="1162" creationId="{4975EFAA-7E09-9208-A62B-5E247FDD785E}"/>
          </ac:spMkLst>
        </pc:spChg>
        <pc:spChg chg="add mod">
          <ac:chgData name="Jervis LEE (IRAS)" userId="f5b4a8ae-594f-49a5-9990-0eb6ae48a4f9" providerId="ADAL" clId="{5BC9F464-DC04-46F4-8DA6-256EAADECE55}" dt="2026-04-28T05:50:11.286" v="2261" actId="20577"/>
          <ac:spMkLst>
            <pc:docMk/>
            <pc:sldMk cId="2477311426" sldId="259"/>
            <ac:spMk id="1164" creationId="{8BA7C978-A84C-ACBD-4A91-7E5D5E7044EF}"/>
          </ac:spMkLst>
        </pc:spChg>
        <pc:spChg chg="add mod">
          <ac:chgData name="Jervis LEE (IRAS)" userId="f5b4a8ae-594f-49a5-9990-0eb6ae48a4f9" providerId="ADAL" clId="{5BC9F464-DC04-46F4-8DA6-256EAADECE55}" dt="2026-04-28T05:52:35.554" v="2394" actId="20577"/>
          <ac:spMkLst>
            <pc:docMk/>
            <pc:sldMk cId="2477311426" sldId="259"/>
            <ac:spMk id="1165" creationId="{7BF57473-40B8-FC8D-3A14-7A64B7160EB7}"/>
          </ac:spMkLst>
        </pc:spChg>
        <pc:picChg chg="add mod">
          <ac:chgData name="Jervis LEE (IRAS)" userId="f5b4a8ae-594f-49a5-9990-0eb6ae48a4f9" providerId="ADAL" clId="{5BC9F464-DC04-46F4-8DA6-256EAADECE55}" dt="2026-04-28T03:08:55.735" v="407" actId="1076"/>
          <ac:picMkLst>
            <pc:docMk/>
            <pc:sldMk cId="2477311426" sldId="259"/>
            <ac:picMk id="20" creationId="{43077C6C-AA2E-0895-4D87-CAF828D2370A}"/>
          </ac:picMkLst>
        </pc:picChg>
        <pc:picChg chg="add mod">
          <ac:chgData name="Jervis LEE (IRAS)" userId="f5b4a8ae-594f-49a5-9990-0eb6ae48a4f9" providerId="ADAL" clId="{5BC9F464-DC04-46F4-8DA6-256EAADECE55}" dt="2026-04-28T03:34:58.600" v="532" actId="1038"/>
          <ac:picMkLst>
            <pc:docMk/>
            <pc:sldMk cId="2477311426" sldId="259"/>
            <ac:picMk id="62" creationId="{52CCDC5F-4766-6324-5C82-2E8E43745408}"/>
          </ac:picMkLst>
        </pc:picChg>
        <pc:picChg chg="add mod">
          <ac:chgData name="Jervis LEE (IRAS)" userId="f5b4a8ae-594f-49a5-9990-0eb6ae48a4f9" providerId="ADAL" clId="{5BC9F464-DC04-46F4-8DA6-256EAADECE55}" dt="2026-04-28T02:27:30.700" v="107" actId="1076"/>
          <ac:picMkLst>
            <pc:docMk/>
            <pc:sldMk cId="2477311426" sldId="259"/>
            <ac:picMk id="1026" creationId="{E6726AA0-5DD1-9C36-AA54-7377194862FC}"/>
          </ac:picMkLst>
        </pc:picChg>
        <pc:picChg chg="add mod">
          <ac:chgData name="Jervis LEE (IRAS)" userId="f5b4a8ae-594f-49a5-9990-0eb6ae48a4f9" providerId="ADAL" clId="{5BC9F464-DC04-46F4-8DA6-256EAADECE55}" dt="2026-04-28T03:08:48.547" v="406" actId="1076"/>
          <ac:picMkLst>
            <pc:docMk/>
            <pc:sldMk cId="2477311426" sldId="259"/>
            <ac:picMk id="1028" creationId="{21725DFD-4DE8-23EF-662B-3E4F8ED5AE6F}"/>
          </ac:picMkLst>
        </pc:picChg>
        <pc:picChg chg="add mod">
          <ac:chgData name="Jervis LEE (IRAS)" userId="f5b4a8ae-594f-49a5-9990-0eb6ae48a4f9" providerId="ADAL" clId="{5BC9F464-DC04-46F4-8DA6-256EAADECE55}" dt="2026-04-28T03:09:10.503" v="408" actId="1076"/>
          <ac:picMkLst>
            <pc:docMk/>
            <pc:sldMk cId="2477311426" sldId="259"/>
            <ac:picMk id="1032" creationId="{6F584C1D-C78C-FC4B-0767-FF32EF72E6D7}"/>
          </ac:picMkLst>
        </pc:picChg>
        <pc:picChg chg="add mod">
          <ac:chgData name="Jervis LEE (IRAS)" userId="f5b4a8ae-594f-49a5-9990-0eb6ae48a4f9" providerId="ADAL" clId="{5BC9F464-DC04-46F4-8DA6-256EAADECE55}" dt="2026-04-28T06:23:39.158" v="2430" actId="1038"/>
          <ac:picMkLst>
            <pc:docMk/>
            <pc:sldMk cId="2477311426" sldId="259"/>
            <ac:picMk id="1046" creationId="{1F3B9A09-C22F-E677-B8AA-B6B3F5BE9C2F}"/>
          </ac:picMkLst>
        </pc:picChg>
        <pc:cxnChg chg="add mod">
          <ac:chgData name="Jervis LEE (IRAS)" userId="f5b4a8ae-594f-49a5-9990-0eb6ae48a4f9" providerId="ADAL" clId="{5BC9F464-DC04-46F4-8DA6-256EAADECE55}" dt="2026-04-28T04:21:03.330" v="1052" actId="208"/>
          <ac:cxnSpMkLst>
            <pc:docMk/>
            <pc:sldMk cId="2477311426" sldId="259"/>
            <ac:cxnSpMk id="37" creationId="{87590034-4F70-265E-9AC7-DEBECF4CD4FB}"/>
          </ac:cxnSpMkLst>
        </pc:cxnChg>
        <pc:cxnChg chg="add mod">
          <ac:chgData name="Jervis LEE (IRAS)" userId="f5b4a8ae-594f-49a5-9990-0eb6ae48a4f9" providerId="ADAL" clId="{5BC9F464-DC04-46F4-8DA6-256EAADECE55}" dt="2026-04-28T04:20:59.956" v="1051" actId="208"/>
          <ac:cxnSpMkLst>
            <pc:docMk/>
            <pc:sldMk cId="2477311426" sldId="259"/>
            <ac:cxnSpMk id="38" creationId="{D844EE1D-9742-236B-D975-329DD331F40F}"/>
          </ac:cxnSpMkLst>
        </pc:cxnChg>
        <pc:cxnChg chg="add mod">
          <ac:chgData name="Jervis LEE (IRAS)" userId="f5b4a8ae-594f-49a5-9990-0eb6ae48a4f9" providerId="ADAL" clId="{5BC9F464-DC04-46F4-8DA6-256EAADECE55}" dt="2026-04-28T03:11:30.318" v="438" actId="1582"/>
          <ac:cxnSpMkLst>
            <pc:docMk/>
            <pc:sldMk cId="2477311426" sldId="259"/>
            <ac:cxnSpMk id="48" creationId="{74CCDC97-E536-B989-B1CF-445A2B79E110}"/>
          </ac:cxnSpMkLst>
        </pc:cxnChg>
        <pc:cxnChg chg="add mod">
          <ac:chgData name="Jervis LEE (IRAS)" userId="f5b4a8ae-594f-49a5-9990-0eb6ae48a4f9" providerId="ADAL" clId="{5BC9F464-DC04-46F4-8DA6-256EAADECE55}" dt="2026-04-28T03:54:14.569" v="735" actId="1035"/>
          <ac:cxnSpMkLst>
            <pc:docMk/>
            <pc:sldMk cId="2477311426" sldId="259"/>
            <ac:cxnSpMk id="50" creationId="{5CF6175F-264C-72CD-F184-7D58F4F56E3E}"/>
          </ac:cxnSpMkLst>
        </pc:cxnChg>
        <pc:cxnChg chg="add mod">
          <ac:chgData name="Jervis LEE (IRAS)" userId="f5b4a8ae-594f-49a5-9990-0eb6ae48a4f9" providerId="ADAL" clId="{5BC9F464-DC04-46F4-8DA6-256EAADECE55}" dt="2026-04-28T04:20:54.947" v="1050" actId="208"/>
          <ac:cxnSpMkLst>
            <pc:docMk/>
            <pc:sldMk cId="2477311426" sldId="259"/>
            <ac:cxnSpMk id="1040" creationId="{2817EBBB-4B9D-5F53-D759-FFF12631222C}"/>
          </ac:cxnSpMkLst>
        </pc:cxnChg>
        <pc:cxnChg chg="add mod">
          <ac:chgData name="Jervis LEE (IRAS)" userId="f5b4a8ae-594f-49a5-9990-0eb6ae48a4f9" providerId="ADAL" clId="{5BC9F464-DC04-46F4-8DA6-256EAADECE55}" dt="2026-04-28T05:46:37.534" v="2052" actId="1076"/>
          <ac:cxnSpMkLst>
            <pc:docMk/>
            <pc:sldMk cId="2477311426" sldId="259"/>
            <ac:cxnSpMk id="1052" creationId="{FB7CE48B-D5D2-1082-CC47-088ACED1CCD7}"/>
          </ac:cxnSpMkLst>
        </pc:cxnChg>
        <pc:cxnChg chg="add mod">
          <ac:chgData name="Jervis LEE (IRAS)" userId="f5b4a8ae-594f-49a5-9990-0eb6ae48a4f9" providerId="ADAL" clId="{5BC9F464-DC04-46F4-8DA6-256EAADECE55}" dt="2026-04-28T06:23:29.179" v="2424" actId="1076"/>
          <ac:cxnSpMkLst>
            <pc:docMk/>
            <pc:sldMk cId="2477311426" sldId="259"/>
            <ac:cxnSpMk id="1058" creationId="{2B4B7FDF-9CAD-1F75-638A-47E2F675A4CC}"/>
          </ac:cxnSpMkLst>
        </pc:cxnChg>
        <pc:cxnChg chg="add mod">
          <ac:chgData name="Jervis LEE (IRAS)" userId="f5b4a8ae-594f-49a5-9990-0eb6ae48a4f9" providerId="ADAL" clId="{5BC9F464-DC04-46F4-8DA6-256EAADECE55}" dt="2026-04-28T05:31:05.620" v="1402" actId="1037"/>
          <ac:cxnSpMkLst>
            <pc:docMk/>
            <pc:sldMk cId="2477311426" sldId="259"/>
            <ac:cxnSpMk id="1077" creationId="{A1D2BA84-0834-461D-D57B-55EBB79D099D}"/>
          </ac:cxnSpMkLst>
        </pc:cxnChg>
        <pc:cxnChg chg="add mod">
          <ac:chgData name="Jervis LEE (IRAS)" userId="f5b4a8ae-594f-49a5-9990-0eb6ae48a4f9" providerId="ADAL" clId="{5BC9F464-DC04-46F4-8DA6-256EAADECE55}" dt="2026-04-28T04:12:01.911" v="853" actId="14100"/>
          <ac:cxnSpMkLst>
            <pc:docMk/>
            <pc:sldMk cId="2477311426" sldId="259"/>
            <ac:cxnSpMk id="1088" creationId="{81ABA780-9672-2D3D-E999-AF600D8747EE}"/>
          </ac:cxnSpMkLst>
        </pc:cxnChg>
        <pc:cxnChg chg="add mod">
          <ac:chgData name="Jervis LEE (IRAS)" userId="f5b4a8ae-594f-49a5-9990-0eb6ae48a4f9" providerId="ADAL" clId="{5BC9F464-DC04-46F4-8DA6-256EAADECE55}" dt="2026-04-28T05:33:27.532" v="1457" actId="14100"/>
          <ac:cxnSpMkLst>
            <pc:docMk/>
            <pc:sldMk cId="2477311426" sldId="259"/>
            <ac:cxnSpMk id="1092" creationId="{6BAEAD2E-E427-5E8D-683E-999BE2494BF7}"/>
          </ac:cxnSpMkLst>
        </pc:cxnChg>
        <pc:cxnChg chg="add mod">
          <ac:chgData name="Jervis LEE (IRAS)" userId="f5b4a8ae-594f-49a5-9990-0eb6ae48a4f9" providerId="ADAL" clId="{5BC9F464-DC04-46F4-8DA6-256EAADECE55}" dt="2026-04-28T04:16:23.520" v="924" actId="208"/>
          <ac:cxnSpMkLst>
            <pc:docMk/>
            <pc:sldMk cId="2477311426" sldId="259"/>
            <ac:cxnSpMk id="1099" creationId="{97E4AF23-0904-9998-6F8A-C85B7FD7EEC0}"/>
          </ac:cxnSpMkLst>
        </pc:cxnChg>
        <pc:cxnChg chg="add mod">
          <ac:chgData name="Jervis LEE (IRAS)" userId="f5b4a8ae-594f-49a5-9990-0eb6ae48a4f9" providerId="ADAL" clId="{5BC9F464-DC04-46F4-8DA6-256EAADECE55}" dt="2026-04-28T04:21:32.697" v="1056" actId="14100"/>
          <ac:cxnSpMkLst>
            <pc:docMk/>
            <pc:sldMk cId="2477311426" sldId="259"/>
            <ac:cxnSpMk id="1108" creationId="{205EC065-1B52-526F-E8BA-561F12B6A9EC}"/>
          </ac:cxnSpMkLst>
        </pc:cxnChg>
        <pc:cxnChg chg="add mod">
          <ac:chgData name="Jervis LEE (IRAS)" userId="f5b4a8ae-594f-49a5-9990-0eb6ae48a4f9" providerId="ADAL" clId="{5BC9F464-DC04-46F4-8DA6-256EAADECE55}" dt="2026-04-28T06:23:39.158" v="2430" actId="1038"/>
          <ac:cxnSpMkLst>
            <pc:docMk/>
            <pc:sldMk cId="2477311426" sldId="259"/>
            <ac:cxnSpMk id="1117" creationId="{D27D5831-A280-7808-88EA-20C9008FC008}"/>
          </ac:cxnSpMkLst>
        </pc:cxnChg>
        <pc:cxnChg chg="add mod">
          <ac:chgData name="Jervis LEE (IRAS)" userId="f5b4a8ae-594f-49a5-9990-0eb6ae48a4f9" providerId="ADAL" clId="{5BC9F464-DC04-46F4-8DA6-256EAADECE55}" dt="2026-04-28T05:31:17.131" v="1414" actId="1037"/>
          <ac:cxnSpMkLst>
            <pc:docMk/>
            <pc:sldMk cId="2477311426" sldId="259"/>
            <ac:cxnSpMk id="1124" creationId="{A99D3462-B510-70DA-0073-6254DA140DAD}"/>
          </ac:cxnSpMkLst>
        </pc:cxnChg>
        <pc:cxnChg chg="add mod">
          <ac:chgData name="Jervis LEE (IRAS)" userId="f5b4a8ae-594f-49a5-9990-0eb6ae48a4f9" providerId="ADAL" clId="{5BC9F464-DC04-46F4-8DA6-256EAADECE55}" dt="2026-04-28T05:30:54.891" v="1378" actId="14100"/>
          <ac:cxnSpMkLst>
            <pc:docMk/>
            <pc:sldMk cId="2477311426" sldId="259"/>
            <ac:cxnSpMk id="1132" creationId="{01CF06DE-6EE6-3B1A-E115-5AA4E9C473CE}"/>
          </ac:cxnSpMkLst>
        </pc:cxnChg>
        <pc:cxnChg chg="add mod">
          <ac:chgData name="Jervis LEE (IRAS)" userId="f5b4a8ae-594f-49a5-9990-0eb6ae48a4f9" providerId="ADAL" clId="{5BC9F464-DC04-46F4-8DA6-256EAADECE55}" dt="2026-04-28T05:50:08.744" v="2260" actId="1038"/>
          <ac:cxnSpMkLst>
            <pc:docMk/>
            <pc:sldMk cId="2477311426" sldId="259"/>
            <ac:cxnSpMk id="1160" creationId="{D457277D-FEA7-A38A-9A10-394B63680FA4}"/>
          </ac:cxnSpMkLst>
        </pc:cxnChg>
        <pc:cxnChg chg="add mod">
          <ac:chgData name="Jervis LEE (IRAS)" userId="f5b4a8ae-594f-49a5-9990-0eb6ae48a4f9" providerId="ADAL" clId="{5BC9F464-DC04-46F4-8DA6-256EAADECE55}" dt="2026-04-28T05:50:00.170" v="2222" actId="1038"/>
          <ac:cxnSpMkLst>
            <pc:docMk/>
            <pc:sldMk cId="2477311426" sldId="259"/>
            <ac:cxnSpMk id="1163" creationId="{1AC4C69D-3306-6075-82BE-3CE3CFA68E3B}"/>
          </ac:cxnSpMkLst>
        </pc:cxnChg>
      </pc:sldChg>
      <pc:sldChg chg="addSp delSp modSp add mod">
        <pc:chgData name="Jervis LEE (IRAS)" userId="f5b4a8ae-594f-49a5-9990-0eb6ae48a4f9" providerId="ADAL" clId="{5BC9F464-DC04-46F4-8DA6-256EAADECE55}" dt="2026-05-08T05:39:13.988" v="19399" actId="20577"/>
        <pc:sldMkLst>
          <pc:docMk/>
          <pc:sldMk cId="526911526" sldId="273"/>
        </pc:sldMkLst>
        <pc:spChg chg="mod">
          <ac:chgData name="Jervis LEE (IRAS)" userId="f5b4a8ae-594f-49a5-9990-0eb6ae48a4f9" providerId="ADAL" clId="{5BC9F464-DC04-46F4-8DA6-256EAADECE55}" dt="2026-05-04T11:15:30.085" v="5792"/>
          <ac:spMkLst>
            <pc:docMk/>
            <pc:sldMk cId="526911526" sldId="273"/>
            <ac:spMk id="2" creationId="{0214C1A7-A0AB-23D3-BC2F-CDF95BEDE307}"/>
          </ac:spMkLst>
        </pc:spChg>
        <pc:spChg chg="add mod">
          <ac:chgData name="Jervis LEE (IRAS)" userId="f5b4a8ae-594f-49a5-9990-0eb6ae48a4f9" providerId="ADAL" clId="{5BC9F464-DC04-46F4-8DA6-256EAADECE55}" dt="2026-05-08T05:39:13.988" v="19399" actId="20577"/>
          <ac:spMkLst>
            <pc:docMk/>
            <pc:sldMk cId="526911526" sldId="273"/>
            <ac:spMk id="8" creationId="{F21FC275-42C0-0FB3-D8AB-D9CB1CFEF0AD}"/>
          </ac:spMkLst>
        </pc:spChg>
        <pc:spChg chg="add mod">
          <ac:chgData name="Jervis LEE (IRAS)" userId="f5b4a8ae-594f-49a5-9990-0eb6ae48a4f9" providerId="ADAL" clId="{5BC9F464-DC04-46F4-8DA6-256EAADECE55}" dt="2026-05-04T11:27:32.206" v="6108"/>
          <ac:spMkLst>
            <pc:docMk/>
            <pc:sldMk cId="526911526" sldId="273"/>
            <ac:spMk id="11" creationId="{A60813CA-894F-FFB5-CA05-93163F9A1DD9}"/>
          </ac:spMkLst>
        </pc:spChg>
        <pc:spChg chg="add mod">
          <ac:chgData name="Jervis LEE (IRAS)" userId="f5b4a8ae-594f-49a5-9990-0eb6ae48a4f9" providerId="ADAL" clId="{5BC9F464-DC04-46F4-8DA6-256EAADECE55}" dt="2026-05-05T07:33:54.016" v="7122" actId="208"/>
          <ac:spMkLst>
            <pc:docMk/>
            <pc:sldMk cId="526911526" sldId="273"/>
            <ac:spMk id="12" creationId="{CA47F018-0600-5B22-AF33-609B16E70533}"/>
          </ac:spMkLst>
        </pc:spChg>
        <pc:graphicFrameChg chg="add mod modGraphic">
          <ac:chgData name="Jervis LEE (IRAS)" userId="f5b4a8ae-594f-49a5-9990-0eb6ae48a4f9" providerId="ADAL" clId="{5BC9F464-DC04-46F4-8DA6-256EAADECE55}" dt="2026-05-05T08:57:42.586" v="7924" actId="20577"/>
          <ac:graphicFrameMkLst>
            <pc:docMk/>
            <pc:sldMk cId="526911526" sldId="273"/>
            <ac:graphicFrameMk id="6" creationId="{043A1B82-8CF8-D0FE-754F-6AF38A434434}"/>
          </ac:graphicFrameMkLst>
        </pc:graphicFrameChg>
        <pc:picChg chg="add mod">
          <ac:chgData name="Jervis LEE (IRAS)" userId="f5b4a8ae-594f-49a5-9990-0eb6ae48a4f9" providerId="ADAL" clId="{5BC9F464-DC04-46F4-8DA6-256EAADECE55}" dt="2026-05-04T11:24:45.814" v="6015" actId="1076"/>
          <ac:picMkLst>
            <pc:docMk/>
            <pc:sldMk cId="526911526" sldId="273"/>
            <ac:picMk id="10" creationId="{6631CD85-C545-9023-5E59-0F9273D8B3CF}"/>
          </ac:picMkLst>
        </pc:picChg>
      </pc:sldChg>
      <pc:sldChg chg="addSp delSp modSp add mod">
        <pc:chgData name="Jervis LEE (IRAS)" userId="f5b4a8ae-594f-49a5-9990-0eb6ae48a4f9" providerId="ADAL" clId="{5BC9F464-DC04-46F4-8DA6-256EAADECE55}" dt="2026-05-08T09:44:01.717" v="28242" actId="14100"/>
        <pc:sldMkLst>
          <pc:docMk/>
          <pc:sldMk cId="911620904" sldId="274"/>
        </pc:sldMkLst>
        <pc:spChg chg="mod">
          <ac:chgData name="Jervis LEE (IRAS)" userId="f5b4a8ae-594f-49a5-9990-0eb6ae48a4f9" providerId="ADAL" clId="{5BC9F464-DC04-46F4-8DA6-256EAADECE55}" dt="2026-05-06T09:35:15.434" v="12170" actId="20577"/>
          <ac:spMkLst>
            <pc:docMk/>
            <pc:sldMk cId="911620904" sldId="274"/>
            <ac:spMk id="2" creationId="{D30C1EAE-14FC-7B3B-A6CE-5E8675D174B8}"/>
          </ac:spMkLst>
        </pc:spChg>
        <pc:spChg chg="add mod">
          <ac:chgData name="Jervis LEE (IRAS)" userId="f5b4a8ae-594f-49a5-9990-0eb6ae48a4f9" providerId="ADAL" clId="{5BC9F464-DC04-46F4-8DA6-256EAADECE55}" dt="2026-05-08T09:44:01.717" v="28242" actId="14100"/>
          <ac:spMkLst>
            <pc:docMk/>
            <pc:sldMk cId="911620904" sldId="274"/>
            <ac:spMk id="5" creationId="{90DEF11B-E368-66DF-44C5-F8FD616F7C7E}"/>
          </ac:spMkLst>
        </pc:spChg>
        <pc:graphicFrameChg chg="add mod modGraphic">
          <ac:chgData name="Jervis LEE (IRAS)" userId="f5b4a8ae-594f-49a5-9990-0eb6ae48a4f9" providerId="ADAL" clId="{5BC9F464-DC04-46F4-8DA6-256EAADECE55}" dt="2026-05-08T09:42:40.078" v="28056" actId="1036"/>
          <ac:graphicFrameMkLst>
            <pc:docMk/>
            <pc:sldMk cId="911620904" sldId="274"/>
            <ac:graphicFrameMk id="3" creationId="{0B7DC063-82E3-740C-9425-AC842E49139A}"/>
          </ac:graphicFrameMkLst>
        </pc:graphicFrameChg>
      </pc:sldChg>
      <pc:sldChg chg="addSp delSp modSp add mod">
        <pc:chgData name="Jervis LEE (IRAS)" userId="f5b4a8ae-594f-49a5-9990-0eb6ae48a4f9" providerId="ADAL" clId="{5BC9F464-DC04-46F4-8DA6-256EAADECE55}" dt="2026-05-08T07:33:57.016" v="23137" actId="20577"/>
        <pc:sldMkLst>
          <pc:docMk/>
          <pc:sldMk cId="1815683938" sldId="275"/>
        </pc:sldMkLst>
        <pc:spChg chg="mod">
          <ac:chgData name="Jervis LEE (IRAS)" userId="f5b4a8ae-594f-49a5-9990-0eb6ae48a4f9" providerId="ADAL" clId="{5BC9F464-DC04-46F4-8DA6-256EAADECE55}" dt="2026-05-07T06:11:23.821" v="15401" actId="20577"/>
          <ac:spMkLst>
            <pc:docMk/>
            <pc:sldMk cId="1815683938" sldId="275"/>
            <ac:spMk id="2" creationId="{92AA8EA7-45D2-EA60-53A8-8F46C8137B51}"/>
          </ac:spMkLst>
        </pc:spChg>
        <pc:spChg chg="add mod">
          <ac:chgData name="Jervis LEE (IRAS)" userId="f5b4a8ae-594f-49a5-9990-0eb6ae48a4f9" providerId="ADAL" clId="{5BC9F464-DC04-46F4-8DA6-256EAADECE55}" dt="2026-05-08T07:33:57.016" v="23137" actId="20577"/>
          <ac:spMkLst>
            <pc:docMk/>
            <pc:sldMk cId="1815683938" sldId="275"/>
            <ac:spMk id="6" creationId="{B15F4B43-F71D-6B61-C8E2-B78652E0FB80}"/>
          </ac:spMkLst>
        </pc:spChg>
        <pc:graphicFrameChg chg="add mod">
          <ac:chgData name="Jervis LEE (IRAS)" userId="f5b4a8ae-594f-49a5-9990-0eb6ae48a4f9" providerId="ADAL" clId="{5BC9F464-DC04-46F4-8DA6-256EAADECE55}" dt="2026-05-07T06:11:44.592" v="15450"/>
          <ac:graphicFrameMkLst>
            <pc:docMk/>
            <pc:sldMk cId="1815683938" sldId="275"/>
            <ac:graphicFrameMk id="3" creationId="{EF4C097E-D09A-045A-5C2B-952D5D7BBE7A}"/>
          </ac:graphicFrameMkLst>
        </pc:graphicFrameChg>
        <pc:graphicFrameChg chg="add mod modGraphic">
          <ac:chgData name="Jervis LEE (IRAS)" userId="f5b4a8ae-594f-49a5-9990-0eb6ae48a4f9" providerId="ADAL" clId="{5BC9F464-DC04-46F4-8DA6-256EAADECE55}" dt="2026-05-08T05:55:35.768" v="19779" actId="20577"/>
          <ac:graphicFrameMkLst>
            <pc:docMk/>
            <pc:sldMk cId="1815683938" sldId="275"/>
            <ac:graphicFrameMk id="5" creationId="{B5371B82-6BDA-E622-ED5B-20B2A5C6A339}"/>
          </ac:graphicFrameMkLst>
        </pc:graphicFrameChg>
        <pc:cxnChg chg="add mod">
          <ac:chgData name="Jervis LEE (IRAS)" userId="f5b4a8ae-594f-49a5-9990-0eb6ae48a4f9" providerId="ADAL" clId="{5BC9F464-DC04-46F4-8DA6-256EAADECE55}" dt="2026-05-08T07:33:56.804" v="23136" actId="20577"/>
          <ac:cxnSpMkLst>
            <pc:docMk/>
            <pc:sldMk cId="1815683938" sldId="275"/>
            <ac:cxnSpMk id="7" creationId="{5B9B73FA-B921-BBE8-A032-C7ECCF8530FA}"/>
          </ac:cxnSpMkLst>
        </pc:cxnChg>
      </pc:sldChg>
      <pc:sldChg chg="addSp modSp add del mod">
        <pc:chgData name="Jervis LEE (IRAS)" userId="f5b4a8ae-594f-49a5-9990-0eb6ae48a4f9" providerId="ADAL" clId="{5BC9F464-DC04-46F4-8DA6-256EAADECE55}" dt="2026-05-08T06:46:32.469" v="21913" actId="20577"/>
        <pc:sldMkLst>
          <pc:docMk/>
          <pc:sldMk cId="266111016" sldId="276"/>
        </pc:sldMkLst>
        <pc:spChg chg="mod">
          <ac:chgData name="Jervis LEE (IRAS)" userId="f5b4a8ae-594f-49a5-9990-0eb6ae48a4f9" providerId="ADAL" clId="{5BC9F464-DC04-46F4-8DA6-256EAADECE55}" dt="2026-05-04T10:14:37.547" v="5045"/>
          <ac:spMkLst>
            <pc:docMk/>
            <pc:sldMk cId="266111016" sldId="276"/>
            <ac:spMk id="2" creationId="{2095CCD6-04A4-8C53-1494-DA0D7707F4FD}"/>
          </ac:spMkLst>
        </pc:spChg>
        <pc:spChg chg="mod">
          <ac:chgData name="Jervis LEE (IRAS)" userId="f5b4a8ae-594f-49a5-9990-0eb6ae48a4f9" providerId="ADAL" clId="{5BC9F464-DC04-46F4-8DA6-256EAADECE55}" dt="2026-05-08T06:46:32.469" v="21913" actId="20577"/>
          <ac:spMkLst>
            <pc:docMk/>
            <pc:sldMk cId="266111016" sldId="276"/>
            <ac:spMk id="3" creationId="{C29EEA22-F71C-B7C4-48EB-7FE6D930F47A}"/>
          </ac:spMkLst>
        </pc:spChg>
        <pc:spChg chg="add mod">
          <ac:chgData name="Jervis LEE (IRAS)" userId="f5b4a8ae-594f-49a5-9990-0eb6ae48a4f9" providerId="ADAL" clId="{5BC9F464-DC04-46F4-8DA6-256EAADECE55}" dt="2026-05-04T10:14:52.326" v="5048"/>
          <ac:spMkLst>
            <pc:docMk/>
            <pc:sldMk cId="266111016" sldId="276"/>
            <ac:spMk id="4" creationId="{8C134BB0-1CEF-A60F-25F9-C795E4176039}"/>
          </ac:spMkLst>
        </pc:spChg>
      </pc:sldChg>
      <pc:sldChg chg="addSp delSp modSp add mod modCm">
        <pc:chgData name="Jervis LEE (IRAS)" userId="f5b4a8ae-594f-49a5-9990-0eb6ae48a4f9" providerId="ADAL" clId="{5BC9F464-DC04-46F4-8DA6-256EAADECE55}" dt="2026-05-08T10:10:46.680" v="29190" actId="20577"/>
        <pc:sldMkLst>
          <pc:docMk/>
          <pc:sldMk cId="2145482424" sldId="278"/>
        </pc:sldMkLst>
        <pc:spChg chg="mod">
          <ac:chgData name="Jervis LEE (IRAS)" userId="f5b4a8ae-594f-49a5-9990-0eb6ae48a4f9" providerId="ADAL" clId="{5BC9F464-DC04-46F4-8DA6-256EAADECE55}" dt="2026-05-08T10:10:46.680" v="29190" actId="20577"/>
          <ac:spMkLst>
            <pc:docMk/>
            <pc:sldMk cId="2145482424" sldId="278"/>
            <ac:spMk id="2" creationId="{08415531-03F3-6520-506E-4D1EF639B95D}"/>
          </ac:spMkLst>
        </pc:spChg>
        <pc:spChg chg="add mod">
          <ac:chgData name="Jervis LEE (IRAS)" userId="f5b4a8ae-594f-49a5-9990-0eb6ae48a4f9" providerId="ADAL" clId="{5BC9F464-DC04-46F4-8DA6-256EAADECE55}" dt="2026-05-05T09:13:12.745" v="8521" actId="1036"/>
          <ac:spMkLst>
            <pc:docMk/>
            <pc:sldMk cId="2145482424" sldId="278"/>
            <ac:spMk id="7" creationId="{DB09AD43-93DF-0044-4309-8204D23C1D36}"/>
          </ac:spMkLst>
        </pc:spChg>
        <pc:spChg chg="add mod">
          <ac:chgData name="Jervis LEE (IRAS)" userId="f5b4a8ae-594f-49a5-9990-0eb6ae48a4f9" providerId="ADAL" clId="{5BC9F464-DC04-46F4-8DA6-256EAADECE55}" dt="2026-05-05T09:17:26.712" v="8549" actId="1076"/>
          <ac:spMkLst>
            <pc:docMk/>
            <pc:sldMk cId="2145482424" sldId="278"/>
            <ac:spMk id="8" creationId="{A84C315D-DF61-906F-24ED-861AA0FA5D3C}"/>
          </ac:spMkLst>
        </pc:spChg>
        <pc:spChg chg="add mod">
          <ac:chgData name="Jervis LEE (IRAS)" userId="f5b4a8ae-594f-49a5-9990-0eb6ae48a4f9" providerId="ADAL" clId="{5BC9F464-DC04-46F4-8DA6-256EAADECE55}" dt="2026-05-04T11:26:25.156" v="6040"/>
          <ac:spMkLst>
            <pc:docMk/>
            <pc:sldMk cId="2145482424" sldId="278"/>
            <ac:spMk id="9" creationId="{7FD9303C-7F69-D2F2-7945-28F45DF379B8}"/>
          </ac:spMkLst>
        </pc:spChg>
        <pc:spChg chg="add mod">
          <ac:chgData name="Jervis LEE (IRAS)" userId="f5b4a8ae-594f-49a5-9990-0eb6ae48a4f9" providerId="ADAL" clId="{5BC9F464-DC04-46F4-8DA6-256EAADECE55}" dt="2026-05-04T11:26:25.156" v="6040"/>
          <ac:spMkLst>
            <pc:docMk/>
            <pc:sldMk cId="2145482424" sldId="278"/>
            <ac:spMk id="10" creationId="{F60972E9-2962-3D58-0DE5-168A2EB6298F}"/>
          </ac:spMkLst>
        </pc:spChg>
        <pc:graphicFrameChg chg="add mod modGraphic">
          <ac:chgData name="Jervis LEE (IRAS)" userId="f5b4a8ae-594f-49a5-9990-0eb6ae48a4f9" providerId="ADAL" clId="{5BC9F464-DC04-46F4-8DA6-256EAADECE55}" dt="2026-05-07T08:42:53.926" v="16000" actId="20577"/>
          <ac:graphicFrameMkLst>
            <pc:docMk/>
            <pc:sldMk cId="2145482424" sldId="278"/>
            <ac:graphicFrameMk id="3" creationId="{739E263B-D138-EC40-DD76-B2896D6459AD}"/>
          </ac:graphicFrameMkLst>
        </pc:graphicFrameChg>
        <pc:extLst>
          <p:ext xmlns:p="http://schemas.openxmlformats.org/presentationml/2006/main" uri="{D6D511B9-2390-475A-947B-AFAB55BFBCF1}">
            <pc226:cmChg xmlns:pc226="http://schemas.microsoft.com/office/powerpoint/2022/06/main/command" chg="mod">
              <pc226:chgData name="Jervis LEE (IRAS)" userId="f5b4a8ae-594f-49a5-9990-0eb6ae48a4f9" providerId="ADAL" clId="{5BC9F464-DC04-46F4-8DA6-256EAADECE55}" dt="2026-05-07T08:42:53.926" v="16000" actId="20577"/>
              <pc2:cmMkLst xmlns:pc2="http://schemas.microsoft.com/office/powerpoint/2019/9/main/command">
                <pc:docMk/>
                <pc:sldMk cId="2145482424" sldId="278"/>
                <pc2:cmMk id="{0548A9EA-9232-4C7C-AECD-2BFB428DCCE3}"/>
              </pc2:cmMkLst>
            </pc226:cmChg>
          </p:ext>
        </pc:extLst>
      </pc:sldChg>
      <pc:sldChg chg="addSp delSp modSp add mod ord modShow">
        <pc:chgData name="Jervis LEE (IRAS)" userId="f5b4a8ae-594f-49a5-9990-0eb6ae48a4f9" providerId="ADAL" clId="{5BC9F464-DC04-46F4-8DA6-256EAADECE55}" dt="2026-05-05T07:41:58.172" v="7142"/>
        <pc:sldMkLst>
          <pc:docMk/>
          <pc:sldMk cId="1025952898" sldId="279"/>
        </pc:sldMkLst>
        <pc:spChg chg="mod">
          <ac:chgData name="Jervis LEE (IRAS)" userId="f5b4a8ae-594f-49a5-9990-0eb6ae48a4f9" providerId="ADAL" clId="{5BC9F464-DC04-46F4-8DA6-256EAADECE55}" dt="2026-05-04T11:28:34.600" v="6120" actId="20577"/>
          <ac:spMkLst>
            <pc:docMk/>
            <pc:sldMk cId="1025952898" sldId="279"/>
            <ac:spMk id="2" creationId="{ADDC0C29-83CA-0C6F-0E7D-97C989BE9DC7}"/>
          </ac:spMkLst>
        </pc:spChg>
        <pc:spChg chg="add mod">
          <ac:chgData name="Jervis LEE (IRAS)" userId="f5b4a8ae-594f-49a5-9990-0eb6ae48a4f9" providerId="ADAL" clId="{5BC9F464-DC04-46F4-8DA6-256EAADECE55}" dt="2026-05-04T11:26:13.955" v="6036" actId="1037"/>
          <ac:spMkLst>
            <pc:docMk/>
            <pc:sldMk cId="1025952898" sldId="279"/>
            <ac:spMk id="3" creationId="{C944B739-8751-0377-FCC5-0D0B0C016199}"/>
          </ac:spMkLst>
        </pc:spChg>
        <pc:spChg chg="add mod">
          <ac:chgData name="Jervis LEE (IRAS)" userId="f5b4a8ae-594f-49a5-9990-0eb6ae48a4f9" providerId="ADAL" clId="{5BC9F464-DC04-46F4-8DA6-256EAADECE55}" dt="2026-05-04T11:25:31.751" v="6024" actId="208"/>
          <ac:spMkLst>
            <pc:docMk/>
            <pc:sldMk cId="1025952898" sldId="279"/>
            <ac:spMk id="5" creationId="{5EADD723-3A28-BD2E-CED1-A2B295FA1F4D}"/>
          </ac:spMkLst>
        </pc:spChg>
        <pc:spChg chg="add mod">
          <ac:chgData name="Jervis LEE (IRAS)" userId="f5b4a8ae-594f-49a5-9990-0eb6ae48a4f9" providerId="ADAL" clId="{5BC9F464-DC04-46F4-8DA6-256EAADECE55}" dt="2026-05-04T10:22:14.939" v="5314" actId="255"/>
          <ac:spMkLst>
            <pc:docMk/>
            <pc:sldMk cId="1025952898" sldId="279"/>
            <ac:spMk id="6" creationId="{238ABC1C-D1EC-C160-2AFE-C8E818C19303}"/>
          </ac:spMkLst>
        </pc:spChg>
        <pc:spChg chg="add mod">
          <ac:chgData name="Jervis LEE (IRAS)" userId="f5b4a8ae-594f-49a5-9990-0eb6ae48a4f9" providerId="ADAL" clId="{5BC9F464-DC04-46F4-8DA6-256EAADECE55}" dt="2026-05-04T10:22:24.147" v="5316"/>
          <ac:spMkLst>
            <pc:docMk/>
            <pc:sldMk cId="1025952898" sldId="279"/>
            <ac:spMk id="9" creationId="{D6F7CEF0-8228-FBF5-27EE-D6FA97F77F68}"/>
          </ac:spMkLst>
        </pc:spChg>
        <pc:graphicFrameChg chg="add mod modGraphic">
          <ac:chgData name="Jervis LEE (IRAS)" userId="f5b4a8ae-594f-49a5-9990-0eb6ae48a4f9" providerId="ADAL" clId="{5BC9F464-DC04-46F4-8DA6-256EAADECE55}" dt="2026-05-04T10:22:28.446" v="5317" actId="207"/>
          <ac:graphicFrameMkLst>
            <pc:docMk/>
            <pc:sldMk cId="1025952898" sldId="279"/>
            <ac:graphicFrameMk id="7" creationId="{9122BE71-9A0D-FC5C-DAC8-D84C177F99E4}"/>
          </ac:graphicFrameMkLst>
        </pc:graphicFrameChg>
      </pc:sldChg>
      <pc:sldChg chg="addSp delSp modSp add mod modShow">
        <pc:chgData name="Jervis LEE (IRAS)" userId="f5b4a8ae-594f-49a5-9990-0eb6ae48a4f9" providerId="ADAL" clId="{5BC9F464-DC04-46F4-8DA6-256EAADECE55}" dt="2026-05-06T09:34:57.648" v="12158" actId="729"/>
        <pc:sldMkLst>
          <pc:docMk/>
          <pc:sldMk cId="614267132" sldId="280"/>
        </pc:sldMkLst>
        <pc:spChg chg="mod">
          <ac:chgData name="Jervis LEE (IRAS)" userId="f5b4a8ae-594f-49a5-9990-0eb6ae48a4f9" providerId="ADAL" clId="{5BC9F464-DC04-46F4-8DA6-256EAADECE55}" dt="2026-05-04T11:28:49.269" v="6133" actId="20577"/>
          <ac:spMkLst>
            <pc:docMk/>
            <pc:sldMk cId="614267132" sldId="280"/>
            <ac:spMk id="2" creationId="{BA70E9D4-620D-C6E0-7920-6E476D7CBC51}"/>
          </ac:spMkLst>
        </pc:spChg>
        <pc:spChg chg="mod">
          <ac:chgData name="Jervis LEE (IRAS)" userId="f5b4a8ae-594f-49a5-9990-0eb6ae48a4f9" providerId="ADAL" clId="{5BC9F464-DC04-46F4-8DA6-256EAADECE55}" dt="2026-05-04T10:25:29.439" v="5337"/>
          <ac:spMkLst>
            <pc:docMk/>
            <pc:sldMk cId="614267132" sldId="280"/>
            <ac:spMk id="6" creationId="{66D38FAA-7DAB-AA5F-3C97-81D9521A39EC}"/>
          </ac:spMkLst>
        </pc:spChg>
        <pc:spChg chg="add mod">
          <ac:chgData name="Jervis LEE (IRAS)" userId="f5b4a8ae-594f-49a5-9990-0eb6ae48a4f9" providerId="ADAL" clId="{5BC9F464-DC04-46F4-8DA6-256EAADECE55}" dt="2026-05-04T11:26:21.011" v="6038"/>
          <ac:spMkLst>
            <pc:docMk/>
            <pc:sldMk cId="614267132" sldId="280"/>
            <ac:spMk id="11" creationId="{51BCDC33-E0D3-0AAD-4DD1-D3F00E732382}"/>
          </ac:spMkLst>
        </pc:spChg>
        <pc:spChg chg="add mod">
          <ac:chgData name="Jervis LEE (IRAS)" userId="f5b4a8ae-594f-49a5-9990-0eb6ae48a4f9" providerId="ADAL" clId="{5BC9F464-DC04-46F4-8DA6-256EAADECE55}" dt="2026-05-04T11:26:21.011" v="6038"/>
          <ac:spMkLst>
            <pc:docMk/>
            <pc:sldMk cId="614267132" sldId="280"/>
            <ac:spMk id="12" creationId="{6279FB0D-A491-9274-AA57-C837DE439E7C}"/>
          </ac:spMkLst>
        </pc:spChg>
        <pc:graphicFrameChg chg="add mod modGraphic">
          <ac:chgData name="Jervis LEE (IRAS)" userId="f5b4a8ae-594f-49a5-9990-0eb6ae48a4f9" providerId="ADAL" clId="{5BC9F464-DC04-46F4-8DA6-256EAADECE55}" dt="2026-05-04T10:39:46.441" v="5661" actId="1035"/>
          <ac:graphicFrameMkLst>
            <pc:docMk/>
            <pc:sldMk cId="614267132" sldId="280"/>
            <ac:graphicFrameMk id="5" creationId="{8F1322A0-1D4E-EE04-7064-84528A8D5C81}"/>
          </ac:graphicFrameMkLst>
        </pc:graphicFrameChg>
        <pc:graphicFrameChg chg="mod modGraphic">
          <ac:chgData name="Jervis LEE (IRAS)" userId="f5b4a8ae-594f-49a5-9990-0eb6ae48a4f9" providerId="ADAL" clId="{5BC9F464-DC04-46F4-8DA6-256EAADECE55}" dt="2026-05-04T10:39:46.441" v="5661" actId="1035"/>
          <ac:graphicFrameMkLst>
            <pc:docMk/>
            <pc:sldMk cId="614267132" sldId="280"/>
            <ac:graphicFrameMk id="7" creationId="{3D70D69D-1B6C-7C69-3B70-E7AF6035802E}"/>
          </ac:graphicFrameMkLst>
        </pc:graphicFrameChg>
      </pc:sldChg>
      <pc:sldChg chg="addSp delSp modSp add mod ord">
        <pc:chgData name="Jervis LEE (IRAS)" userId="f5b4a8ae-594f-49a5-9990-0eb6ae48a4f9" providerId="ADAL" clId="{5BC9F464-DC04-46F4-8DA6-256EAADECE55}" dt="2026-05-08T09:41:16.868" v="27890"/>
        <pc:sldMkLst>
          <pc:docMk/>
          <pc:sldMk cId="220455675" sldId="281"/>
        </pc:sldMkLst>
        <pc:spChg chg="mod">
          <ac:chgData name="Jervis LEE (IRAS)" userId="f5b4a8ae-594f-49a5-9990-0eb6ae48a4f9" providerId="ADAL" clId="{5BC9F464-DC04-46F4-8DA6-256EAADECE55}" dt="2026-05-06T11:27:14.572" v="13747" actId="20577"/>
          <ac:spMkLst>
            <pc:docMk/>
            <pc:sldMk cId="220455675" sldId="281"/>
            <ac:spMk id="2" creationId="{1001F80D-2481-0E76-F42D-22894E72398A}"/>
          </ac:spMkLst>
        </pc:spChg>
        <pc:spChg chg="add mod">
          <ac:chgData name="Jervis LEE (IRAS)" userId="f5b4a8ae-594f-49a5-9990-0eb6ae48a4f9" providerId="ADAL" clId="{5BC9F464-DC04-46F4-8DA6-256EAADECE55}" dt="2026-05-08T09:02:37.312" v="26244" actId="20577"/>
          <ac:spMkLst>
            <pc:docMk/>
            <pc:sldMk cId="220455675" sldId="281"/>
            <ac:spMk id="3" creationId="{26F2A0E7-FDA8-4BE8-8656-9A38F3530244}"/>
          </ac:spMkLst>
        </pc:spChg>
        <pc:graphicFrameChg chg="del mod modGraphic">
          <ac:chgData name="Jervis LEE (IRAS)" userId="f5b4a8ae-594f-49a5-9990-0eb6ae48a4f9" providerId="ADAL" clId="{5BC9F464-DC04-46F4-8DA6-256EAADECE55}" dt="2026-05-08T09:39:48.092" v="27845" actId="478"/>
          <ac:graphicFrameMkLst>
            <pc:docMk/>
            <pc:sldMk cId="220455675" sldId="281"/>
            <ac:graphicFrameMk id="9" creationId="{7F49E906-4AE9-0A4A-8B2F-D889A011662F}"/>
          </ac:graphicFrameMkLst>
        </pc:graphicFrameChg>
      </pc:sldChg>
      <pc:sldChg chg="addSp delSp modSp new mod">
        <pc:chgData name="Jervis LEE (IRAS)" userId="f5b4a8ae-594f-49a5-9990-0eb6ae48a4f9" providerId="ADAL" clId="{5BC9F464-DC04-46F4-8DA6-256EAADECE55}" dt="2026-05-06T11:43:47.928" v="14502" actId="20577"/>
        <pc:sldMkLst>
          <pc:docMk/>
          <pc:sldMk cId="1651131625" sldId="282"/>
        </pc:sldMkLst>
        <pc:spChg chg="mod">
          <ac:chgData name="Jervis LEE (IRAS)" userId="f5b4a8ae-594f-49a5-9990-0eb6ae48a4f9" providerId="ADAL" clId="{5BC9F464-DC04-46F4-8DA6-256EAADECE55}" dt="2026-05-05T07:06:53.714" v="6716" actId="1076"/>
          <ac:spMkLst>
            <pc:docMk/>
            <pc:sldMk cId="1651131625" sldId="282"/>
            <ac:spMk id="4" creationId="{18AC32F2-8778-9076-4967-9D5E4F576153}"/>
          </ac:spMkLst>
        </pc:spChg>
        <pc:spChg chg="add mod">
          <ac:chgData name="Jervis LEE (IRAS)" userId="f5b4a8ae-594f-49a5-9990-0eb6ae48a4f9" providerId="ADAL" clId="{5BC9F464-DC04-46F4-8DA6-256EAADECE55}" dt="2026-05-05T07:06:53.714" v="6716" actId="1076"/>
          <ac:spMkLst>
            <pc:docMk/>
            <pc:sldMk cId="1651131625" sldId="282"/>
            <ac:spMk id="5" creationId="{72C6D2EF-076A-8746-A181-FF4F1BB77BDB}"/>
          </ac:spMkLst>
        </pc:spChg>
        <pc:spChg chg="add mod">
          <ac:chgData name="Jervis LEE (IRAS)" userId="f5b4a8ae-594f-49a5-9990-0eb6ae48a4f9" providerId="ADAL" clId="{5BC9F464-DC04-46F4-8DA6-256EAADECE55}" dt="2026-05-06T11:43:47.928" v="14502" actId="20577"/>
          <ac:spMkLst>
            <pc:docMk/>
            <pc:sldMk cId="1651131625" sldId="282"/>
            <ac:spMk id="6" creationId="{1C7F3BE6-AEE5-49CA-E5D2-821458A0AC7D}"/>
          </ac:spMkLst>
        </pc:spChg>
        <pc:spChg chg="add mod">
          <ac:chgData name="Jervis LEE (IRAS)" userId="f5b4a8ae-594f-49a5-9990-0eb6ae48a4f9" providerId="ADAL" clId="{5BC9F464-DC04-46F4-8DA6-256EAADECE55}" dt="2026-05-05T07:41:17.207" v="7128" actId="207"/>
          <ac:spMkLst>
            <pc:docMk/>
            <pc:sldMk cId="1651131625" sldId="282"/>
            <ac:spMk id="10" creationId="{483BD5F6-AB3B-ED7A-8AC2-2609F49EC5DD}"/>
          </ac:spMkLst>
        </pc:spChg>
        <pc:spChg chg="add mod">
          <ac:chgData name="Jervis LEE (IRAS)" userId="f5b4a8ae-594f-49a5-9990-0eb6ae48a4f9" providerId="ADAL" clId="{5BC9F464-DC04-46F4-8DA6-256EAADECE55}" dt="2026-05-05T07:34:42.666" v="7127" actId="1582"/>
          <ac:spMkLst>
            <pc:docMk/>
            <pc:sldMk cId="1651131625" sldId="282"/>
            <ac:spMk id="11" creationId="{B587F5BD-E46A-CE70-AB6E-C0011BD3C43A}"/>
          </ac:spMkLst>
        </pc:spChg>
        <pc:spChg chg="add mod">
          <ac:chgData name="Jervis LEE (IRAS)" userId="f5b4a8ae-594f-49a5-9990-0eb6ae48a4f9" providerId="ADAL" clId="{5BC9F464-DC04-46F4-8DA6-256EAADECE55}" dt="2026-05-05T07:43:08.951" v="7259" actId="1076"/>
          <ac:spMkLst>
            <pc:docMk/>
            <pc:sldMk cId="1651131625" sldId="282"/>
            <ac:spMk id="13" creationId="{C95EEB4B-6C99-67FC-DA31-6A8BE47AC45B}"/>
          </ac:spMkLst>
        </pc:spChg>
      </pc:sldChg>
      <pc:sldChg chg="delSp modSp add mod">
        <pc:chgData name="Jervis LEE (IRAS)" userId="f5b4a8ae-594f-49a5-9990-0eb6ae48a4f9" providerId="ADAL" clId="{5BC9F464-DC04-46F4-8DA6-256EAADECE55}" dt="2026-05-06T11:27:29.845" v="13748" actId="478"/>
        <pc:sldMkLst>
          <pc:docMk/>
          <pc:sldMk cId="915557508" sldId="283"/>
        </pc:sldMkLst>
        <pc:spChg chg="mod">
          <ac:chgData name="Jervis LEE (IRAS)" userId="f5b4a8ae-594f-49a5-9990-0eb6ae48a4f9" providerId="ADAL" clId="{5BC9F464-DC04-46F4-8DA6-256EAADECE55}" dt="2026-05-05T09:19:56.310" v="8630" actId="20577"/>
          <ac:spMkLst>
            <pc:docMk/>
            <pc:sldMk cId="915557508" sldId="283"/>
            <ac:spMk id="2" creationId="{AF5196F5-2EB5-E920-527C-26C535BE655A}"/>
          </ac:spMkLst>
        </pc:spChg>
        <pc:graphicFrameChg chg="modGraphic">
          <ac:chgData name="Jervis LEE (IRAS)" userId="f5b4a8ae-594f-49a5-9990-0eb6ae48a4f9" providerId="ADAL" clId="{5BC9F464-DC04-46F4-8DA6-256EAADECE55}" dt="2026-05-05T09:28:51.303" v="8631" actId="14734"/>
          <ac:graphicFrameMkLst>
            <pc:docMk/>
            <pc:sldMk cId="915557508" sldId="283"/>
            <ac:graphicFrameMk id="6" creationId="{59A4363B-813A-7225-7631-67BED3912E4D}"/>
          </ac:graphicFrameMkLst>
        </pc:graphicFrameChg>
        <pc:picChg chg="mod">
          <ac:chgData name="Jervis LEE (IRAS)" userId="f5b4a8ae-594f-49a5-9990-0eb6ae48a4f9" providerId="ADAL" clId="{5BC9F464-DC04-46F4-8DA6-256EAADECE55}" dt="2026-05-05T09:18:35.621" v="8616" actId="1076"/>
          <ac:picMkLst>
            <pc:docMk/>
            <pc:sldMk cId="915557508" sldId="283"/>
            <ac:picMk id="10" creationId="{9BF2F5D5-A9E8-8CA5-D996-4D138FFB6BCF}"/>
          </ac:picMkLst>
        </pc:picChg>
      </pc:sldChg>
      <pc:sldChg chg="addSp delSp modSp add mod">
        <pc:chgData name="Jervis LEE (IRAS)" userId="f5b4a8ae-594f-49a5-9990-0eb6ae48a4f9" providerId="ADAL" clId="{5BC9F464-DC04-46F4-8DA6-256EAADECE55}" dt="2026-05-08T07:25:59.814" v="23024" actId="1038"/>
        <pc:sldMkLst>
          <pc:docMk/>
          <pc:sldMk cId="2131955838" sldId="285"/>
        </pc:sldMkLst>
        <pc:spChg chg="mod">
          <ac:chgData name="Jervis LEE (IRAS)" userId="f5b4a8ae-594f-49a5-9990-0eb6ae48a4f9" providerId="ADAL" clId="{5BC9F464-DC04-46F4-8DA6-256EAADECE55}" dt="2026-05-06T09:29:33.680" v="11771" actId="1076"/>
          <ac:spMkLst>
            <pc:docMk/>
            <pc:sldMk cId="2131955838" sldId="285"/>
            <ac:spMk id="2" creationId="{B8978EE3-E107-30E6-CF45-AB1EAB2843E6}"/>
          </ac:spMkLst>
        </pc:spChg>
        <pc:spChg chg="mod">
          <ac:chgData name="Jervis LEE (IRAS)" userId="f5b4a8ae-594f-49a5-9990-0eb6ae48a4f9" providerId="ADAL" clId="{5BC9F464-DC04-46F4-8DA6-256EAADECE55}" dt="2026-05-06T09:40:53.903" v="12341" actId="14100"/>
          <ac:spMkLst>
            <pc:docMk/>
            <pc:sldMk cId="2131955838" sldId="285"/>
            <ac:spMk id="24" creationId="{90498CA1-EF69-6372-1A63-2A46B2990EE9}"/>
          </ac:spMkLst>
        </pc:spChg>
        <pc:spChg chg="mod">
          <ac:chgData name="Jervis LEE (IRAS)" userId="f5b4a8ae-594f-49a5-9990-0eb6ae48a4f9" providerId="ADAL" clId="{5BC9F464-DC04-46F4-8DA6-256EAADECE55}" dt="2026-05-06T09:36:21.763" v="12229" actId="20577"/>
          <ac:spMkLst>
            <pc:docMk/>
            <pc:sldMk cId="2131955838" sldId="285"/>
            <ac:spMk id="25" creationId="{81CAF875-110E-C70B-0046-D8857D60036C}"/>
          </ac:spMkLst>
        </pc:spChg>
        <pc:spChg chg="mod">
          <ac:chgData name="Jervis LEE (IRAS)" userId="f5b4a8ae-594f-49a5-9990-0eb6ae48a4f9" providerId="ADAL" clId="{5BC9F464-DC04-46F4-8DA6-256EAADECE55}" dt="2026-05-06T09:38:33.040" v="12279" actId="1076"/>
          <ac:spMkLst>
            <pc:docMk/>
            <pc:sldMk cId="2131955838" sldId="285"/>
            <ac:spMk id="27" creationId="{E535B909-78F0-38D1-83B2-9551DA17F1F0}"/>
          </ac:spMkLst>
        </pc:spChg>
        <pc:spChg chg="add mod">
          <ac:chgData name="Jervis LEE (IRAS)" userId="f5b4a8ae-594f-49a5-9990-0eb6ae48a4f9" providerId="ADAL" clId="{5BC9F464-DC04-46F4-8DA6-256EAADECE55}" dt="2026-05-07T07:11:20.572" v="15997" actId="1037"/>
          <ac:spMkLst>
            <pc:docMk/>
            <pc:sldMk cId="2131955838" sldId="285"/>
            <ac:spMk id="45" creationId="{0C715944-CE90-34F9-C131-3BE5019A0586}"/>
          </ac:spMkLst>
        </pc:spChg>
        <pc:spChg chg="mod">
          <ac:chgData name="Jervis LEE (IRAS)" userId="f5b4a8ae-594f-49a5-9990-0eb6ae48a4f9" providerId="ADAL" clId="{5BC9F464-DC04-46F4-8DA6-256EAADECE55}" dt="2026-05-06T09:40:50.971" v="12340" actId="14100"/>
          <ac:spMkLst>
            <pc:docMk/>
            <pc:sldMk cId="2131955838" sldId="285"/>
            <ac:spMk id="47" creationId="{8BDF5180-3E7F-DD55-1F53-DE9ED46C386B}"/>
          </ac:spMkLst>
        </pc:spChg>
        <pc:spChg chg="add mod">
          <ac:chgData name="Jervis LEE (IRAS)" userId="f5b4a8ae-594f-49a5-9990-0eb6ae48a4f9" providerId="ADAL" clId="{5BC9F464-DC04-46F4-8DA6-256EAADECE55}" dt="2026-05-06T09:30:04.495" v="11822" actId="1076"/>
          <ac:spMkLst>
            <pc:docMk/>
            <pc:sldMk cId="2131955838" sldId="285"/>
            <ac:spMk id="57" creationId="{A0CC8D29-B891-9E80-6754-E7C16634168A}"/>
          </ac:spMkLst>
        </pc:spChg>
        <pc:spChg chg="add mod">
          <ac:chgData name="Jervis LEE (IRAS)" userId="f5b4a8ae-594f-49a5-9990-0eb6ae48a4f9" providerId="ADAL" clId="{5BC9F464-DC04-46F4-8DA6-256EAADECE55}" dt="2026-05-06T09:30:37.437" v="11924" actId="1037"/>
          <ac:spMkLst>
            <pc:docMk/>
            <pc:sldMk cId="2131955838" sldId="285"/>
            <ac:spMk id="58" creationId="{DAC3474C-B19A-5212-F5D2-19683E8C061C}"/>
          </ac:spMkLst>
        </pc:spChg>
        <pc:spChg chg="add mod">
          <ac:chgData name="Jervis LEE (IRAS)" userId="f5b4a8ae-594f-49a5-9990-0eb6ae48a4f9" providerId="ADAL" clId="{5BC9F464-DC04-46F4-8DA6-256EAADECE55}" dt="2026-05-06T09:30:31.701" v="11917" actId="14100"/>
          <ac:spMkLst>
            <pc:docMk/>
            <pc:sldMk cId="2131955838" sldId="285"/>
            <ac:spMk id="59" creationId="{75416484-EA03-9EF4-D95D-344B24772D26}"/>
          </ac:spMkLst>
        </pc:spChg>
        <pc:spChg chg="mod">
          <ac:chgData name="Jervis LEE (IRAS)" userId="f5b4a8ae-594f-49a5-9990-0eb6ae48a4f9" providerId="ADAL" clId="{5BC9F464-DC04-46F4-8DA6-256EAADECE55}" dt="2026-05-06T09:40:48.492" v="12339" actId="1076"/>
          <ac:spMkLst>
            <pc:docMk/>
            <pc:sldMk cId="2131955838" sldId="285"/>
            <ac:spMk id="63" creationId="{71FA8287-4B5D-AA15-0E72-63BA5CD4111E}"/>
          </ac:spMkLst>
        </pc:spChg>
        <pc:spChg chg="mod">
          <ac:chgData name="Jervis LEE (IRAS)" userId="f5b4a8ae-594f-49a5-9990-0eb6ae48a4f9" providerId="ADAL" clId="{5BC9F464-DC04-46F4-8DA6-256EAADECE55}" dt="2026-05-06T09:40:48.492" v="12339" actId="1076"/>
          <ac:spMkLst>
            <pc:docMk/>
            <pc:sldMk cId="2131955838" sldId="285"/>
            <ac:spMk id="64" creationId="{18D4316E-BF59-7FC0-DA66-700105E69591}"/>
          </ac:spMkLst>
        </pc:spChg>
        <pc:spChg chg="mod">
          <ac:chgData name="Jervis LEE (IRAS)" userId="f5b4a8ae-594f-49a5-9990-0eb6ae48a4f9" providerId="ADAL" clId="{5BC9F464-DC04-46F4-8DA6-256EAADECE55}" dt="2026-05-06T09:21:05.980" v="11398" actId="20577"/>
          <ac:spMkLst>
            <pc:docMk/>
            <pc:sldMk cId="2131955838" sldId="285"/>
            <ac:spMk id="65" creationId="{C1D7F95A-442C-2A77-8CD6-39132E791A2A}"/>
          </ac:spMkLst>
        </pc:spChg>
        <pc:spChg chg="mod">
          <ac:chgData name="Jervis LEE (IRAS)" userId="f5b4a8ae-594f-49a5-9990-0eb6ae48a4f9" providerId="ADAL" clId="{5BC9F464-DC04-46F4-8DA6-256EAADECE55}" dt="2026-05-07T07:10:20.243" v="15876" actId="1076"/>
          <ac:spMkLst>
            <pc:docMk/>
            <pc:sldMk cId="2131955838" sldId="285"/>
            <ac:spMk id="75" creationId="{7B0A09AA-52B0-D8E2-0895-787C91F2E6BA}"/>
          </ac:spMkLst>
        </pc:spChg>
        <pc:spChg chg="mod">
          <ac:chgData name="Jervis LEE (IRAS)" userId="f5b4a8ae-594f-49a5-9990-0eb6ae48a4f9" providerId="ADAL" clId="{5BC9F464-DC04-46F4-8DA6-256EAADECE55}" dt="2026-05-06T09:40:58.746" v="12342" actId="14100"/>
          <ac:spMkLst>
            <pc:docMk/>
            <pc:sldMk cId="2131955838" sldId="285"/>
            <ac:spMk id="82" creationId="{8CD72A42-8856-CC33-E6AE-520B8F211F78}"/>
          </ac:spMkLst>
        </pc:spChg>
        <pc:spChg chg="add mod">
          <ac:chgData name="Jervis LEE (IRAS)" userId="f5b4a8ae-594f-49a5-9990-0eb6ae48a4f9" providerId="ADAL" clId="{5BC9F464-DC04-46F4-8DA6-256EAADECE55}" dt="2026-05-06T11:44:04.401" v="14507" actId="1038"/>
          <ac:spMkLst>
            <pc:docMk/>
            <pc:sldMk cId="2131955838" sldId="285"/>
            <ac:spMk id="86" creationId="{FCFF7507-8B7F-147E-BE74-12B05572F6FB}"/>
          </ac:spMkLst>
        </pc:spChg>
        <pc:spChg chg="add mod">
          <ac:chgData name="Jervis LEE (IRAS)" userId="f5b4a8ae-594f-49a5-9990-0eb6ae48a4f9" providerId="ADAL" clId="{5BC9F464-DC04-46F4-8DA6-256EAADECE55}" dt="2026-05-06T11:44:04.401" v="14507" actId="1038"/>
          <ac:spMkLst>
            <pc:docMk/>
            <pc:sldMk cId="2131955838" sldId="285"/>
            <ac:spMk id="87" creationId="{9908629D-2E0A-5CC8-0C7E-EB9FC506E243}"/>
          </ac:spMkLst>
        </pc:spChg>
        <pc:spChg chg="add mod">
          <ac:chgData name="Jervis LEE (IRAS)" userId="f5b4a8ae-594f-49a5-9990-0eb6ae48a4f9" providerId="ADAL" clId="{5BC9F464-DC04-46F4-8DA6-256EAADECE55}" dt="2026-05-06T11:46:10.343" v="14657" actId="1036"/>
          <ac:spMkLst>
            <pc:docMk/>
            <pc:sldMk cId="2131955838" sldId="285"/>
            <ac:spMk id="95" creationId="{48884EAC-CDD3-3DB6-45D4-172418DA96CD}"/>
          </ac:spMkLst>
        </pc:spChg>
        <pc:spChg chg="mod">
          <ac:chgData name="Jervis LEE (IRAS)" userId="f5b4a8ae-594f-49a5-9990-0eb6ae48a4f9" providerId="ADAL" clId="{5BC9F464-DC04-46F4-8DA6-256EAADECE55}" dt="2026-05-06T11:44:39.117" v="14527" actId="1076"/>
          <ac:spMkLst>
            <pc:docMk/>
            <pc:sldMk cId="2131955838" sldId="285"/>
            <ac:spMk id="112" creationId="{EEB2BA83-B289-B25F-1516-45F1B85DE9BC}"/>
          </ac:spMkLst>
        </pc:spChg>
        <pc:spChg chg="mod">
          <ac:chgData name="Jervis LEE (IRAS)" userId="f5b4a8ae-594f-49a5-9990-0eb6ae48a4f9" providerId="ADAL" clId="{5BC9F464-DC04-46F4-8DA6-256EAADECE55}" dt="2026-05-06T11:44:32.191" v="14525" actId="1076"/>
          <ac:spMkLst>
            <pc:docMk/>
            <pc:sldMk cId="2131955838" sldId="285"/>
            <ac:spMk id="113" creationId="{DA6E2A47-9236-2320-759A-48A830DDF662}"/>
          </ac:spMkLst>
        </pc:spChg>
        <pc:spChg chg="mod">
          <ac:chgData name="Jervis LEE (IRAS)" userId="f5b4a8ae-594f-49a5-9990-0eb6ae48a4f9" providerId="ADAL" clId="{5BC9F464-DC04-46F4-8DA6-256EAADECE55}" dt="2026-05-06T11:44:34.894" v="14526" actId="1076"/>
          <ac:spMkLst>
            <pc:docMk/>
            <pc:sldMk cId="2131955838" sldId="285"/>
            <ac:spMk id="114" creationId="{643475E5-B9F7-7AE6-2078-391FE6EDE101}"/>
          </ac:spMkLst>
        </pc:spChg>
        <pc:spChg chg="mod">
          <ac:chgData name="Jervis LEE (IRAS)" userId="f5b4a8ae-594f-49a5-9990-0eb6ae48a4f9" providerId="ADAL" clId="{5BC9F464-DC04-46F4-8DA6-256EAADECE55}" dt="2026-05-06T09:38:14.081" v="12277" actId="14100"/>
          <ac:spMkLst>
            <pc:docMk/>
            <pc:sldMk cId="2131955838" sldId="285"/>
            <ac:spMk id="122" creationId="{C24D694B-BDC3-1937-1E55-34DFEAC27A1A}"/>
          </ac:spMkLst>
        </pc:spChg>
        <pc:spChg chg="mod">
          <ac:chgData name="Jervis LEE (IRAS)" userId="f5b4a8ae-594f-49a5-9990-0eb6ae48a4f9" providerId="ADAL" clId="{5BC9F464-DC04-46F4-8DA6-256EAADECE55}" dt="2026-05-06T09:38:11.881" v="12276" actId="1076"/>
          <ac:spMkLst>
            <pc:docMk/>
            <pc:sldMk cId="2131955838" sldId="285"/>
            <ac:spMk id="123" creationId="{356E66F4-CA1C-945B-1972-8580D7D2BCA1}"/>
          </ac:spMkLst>
        </pc:spChg>
        <pc:spChg chg="mod">
          <ac:chgData name="Jervis LEE (IRAS)" userId="f5b4a8ae-594f-49a5-9990-0eb6ae48a4f9" providerId="ADAL" clId="{5BC9F464-DC04-46F4-8DA6-256EAADECE55}" dt="2026-05-06T11:46:35.914" v="14835" actId="1035"/>
          <ac:spMkLst>
            <pc:docMk/>
            <pc:sldMk cId="2131955838" sldId="285"/>
            <ac:spMk id="1029" creationId="{263952AE-D8DD-F967-FAAF-BE45221D0D20}"/>
          </ac:spMkLst>
        </pc:spChg>
        <pc:spChg chg="mod">
          <ac:chgData name="Jervis LEE (IRAS)" userId="f5b4a8ae-594f-49a5-9990-0eb6ae48a4f9" providerId="ADAL" clId="{5BC9F464-DC04-46F4-8DA6-256EAADECE55}" dt="2026-05-08T07:25:59.814" v="23024" actId="1038"/>
          <ac:spMkLst>
            <pc:docMk/>
            <pc:sldMk cId="2131955838" sldId="285"/>
            <ac:spMk id="1048" creationId="{11ABE031-69AA-354F-9362-BB995758B967}"/>
          </ac:spMkLst>
        </pc:spChg>
        <pc:picChg chg="add mod">
          <ac:chgData name="Jervis LEE (IRAS)" userId="f5b4a8ae-594f-49a5-9990-0eb6ae48a4f9" providerId="ADAL" clId="{5BC9F464-DC04-46F4-8DA6-256EAADECE55}" dt="2026-05-06T09:29:16.959" v="11768" actId="1076"/>
          <ac:picMkLst>
            <pc:docMk/>
            <pc:sldMk cId="2131955838" sldId="285"/>
            <ac:picMk id="33" creationId="{430D5A76-5DCC-60FF-6023-8F9E0CDEA213}"/>
          </ac:picMkLst>
        </pc:picChg>
        <pc:cxnChg chg="add mod">
          <ac:chgData name="Jervis LEE (IRAS)" userId="f5b4a8ae-594f-49a5-9990-0eb6ae48a4f9" providerId="ADAL" clId="{5BC9F464-DC04-46F4-8DA6-256EAADECE55}" dt="2026-05-06T09:38:14.081" v="12277" actId="14100"/>
          <ac:cxnSpMkLst>
            <pc:docMk/>
            <pc:sldMk cId="2131955838" sldId="285"/>
            <ac:cxnSpMk id="72" creationId="{025DF2AC-97CA-AB3B-48D5-00C66EA16051}"/>
          </ac:cxnSpMkLst>
        </pc:cxnChg>
        <pc:cxnChg chg="add mod">
          <ac:chgData name="Jervis LEE (IRAS)" userId="f5b4a8ae-594f-49a5-9990-0eb6ae48a4f9" providerId="ADAL" clId="{5BC9F464-DC04-46F4-8DA6-256EAADECE55}" dt="2026-05-06T11:44:04.401" v="14507" actId="1038"/>
          <ac:cxnSpMkLst>
            <pc:docMk/>
            <pc:sldMk cId="2131955838" sldId="285"/>
            <ac:cxnSpMk id="92" creationId="{0C1EE644-8109-B1FF-BB51-F08207873B0B}"/>
          </ac:cxnSpMkLst>
        </pc:cxnChg>
        <pc:cxnChg chg="mod">
          <ac:chgData name="Jervis LEE (IRAS)" userId="f5b4a8ae-594f-49a5-9990-0eb6ae48a4f9" providerId="ADAL" clId="{5BC9F464-DC04-46F4-8DA6-256EAADECE55}" dt="2026-05-06T09:29:21.844" v="11769" actId="14100"/>
          <ac:cxnSpMkLst>
            <pc:docMk/>
            <pc:sldMk cId="2131955838" sldId="285"/>
            <ac:cxnSpMk id="116" creationId="{CCEE3124-601B-F849-AB59-048C125E3A6F}"/>
          </ac:cxnSpMkLst>
        </pc:cxnChg>
        <pc:cxnChg chg="mod">
          <ac:chgData name="Jervis LEE (IRAS)" userId="f5b4a8ae-594f-49a5-9990-0eb6ae48a4f9" providerId="ADAL" clId="{5BC9F464-DC04-46F4-8DA6-256EAADECE55}" dt="2026-05-06T09:29:16.959" v="11768" actId="1076"/>
          <ac:cxnSpMkLst>
            <pc:docMk/>
            <pc:sldMk cId="2131955838" sldId="285"/>
            <ac:cxnSpMk id="1057" creationId="{D68D837D-AF32-9CE2-3DA8-B6CC54CACF5C}"/>
          </ac:cxnSpMkLst>
        </pc:cxnChg>
      </pc:sldChg>
      <pc:sldChg chg="addSp delSp modSp new del mod">
        <pc:chgData name="Jervis LEE (IRAS)" userId="f5b4a8ae-594f-49a5-9990-0eb6ae48a4f9" providerId="ADAL" clId="{5BC9F464-DC04-46F4-8DA6-256EAADECE55}" dt="2026-05-08T07:32:51.360" v="23086" actId="47"/>
        <pc:sldMkLst>
          <pc:docMk/>
          <pc:sldMk cId="1807887488" sldId="286"/>
        </pc:sldMkLst>
      </pc:sldChg>
      <pc:sldChg chg="addSp delSp modSp add mod">
        <pc:chgData name="Jervis LEE (IRAS)" userId="f5b4a8ae-594f-49a5-9990-0eb6ae48a4f9" providerId="ADAL" clId="{5BC9F464-DC04-46F4-8DA6-256EAADECE55}" dt="2026-05-08T07:04:05.918" v="22012" actId="20577"/>
        <pc:sldMkLst>
          <pc:docMk/>
          <pc:sldMk cId="596029215" sldId="287"/>
        </pc:sldMkLst>
        <pc:spChg chg="mod">
          <ac:chgData name="Jervis LEE (IRAS)" userId="f5b4a8ae-594f-49a5-9990-0eb6ae48a4f9" providerId="ADAL" clId="{5BC9F464-DC04-46F4-8DA6-256EAADECE55}" dt="2026-05-08T05:40:05.589" v="19418" actId="20577"/>
          <ac:spMkLst>
            <pc:docMk/>
            <pc:sldMk cId="596029215" sldId="287"/>
            <ac:spMk id="2" creationId="{F850C2DD-0636-4CD3-FE15-EC6B8A92C1BC}"/>
          </ac:spMkLst>
        </pc:spChg>
        <pc:spChg chg="add mod">
          <ac:chgData name="Jervis LEE (IRAS)" userId="f5b4a8ae-594f-49a5-9990-0eb6ae48a4f9" providerId="ADAL" clId="{5BC9F464-DC04-46F4-8DA6-256EAADECE55}" dt="2026-05-08T07:04:05.918" v="22012" actId="20577"/>
          <ac:spMkLst>
            <pc:docMk/>
            <pc:sldMk cId="596029215" sldId="287"/>
            <ac:spMk id="3" creationId="{3ABD18A6-D6D9-A502-344E-A44D21A95F65}"/>
          </ac:spMkLst>
        </pc:spChg>
        <pc:spChg chg="mod">
          <ac:chgData name="Jervis LEE (IRAS)" userId="f5b4a8ae-594f-49a5-9990-0eb6ae48a4f9" providerId="ADAL" clId="{5BC9F464-DC04-46F4-8DA6-256EAADECE55}" dt="2026-05-08T04:56:34.682" v="17620" actId="207"/>
          <ac:spMkLst>
            <pc:docMk/>
            <pc:sldMk cId="596029215" sldId="287"/>
            <ac:spMk id="7" creationId="{6DAF69A6-F769-34AE-491A-DD5DC73B457C}"/>
          </ac:spMkLst>
        </pc:spChg>
        <pc:spChg chg="add mod">
          <ac:chgData name="Jervis LEE (IRAS)" userId="f5b4a8ae-594f-49a5-9990-0eb6ae48a4f9" providerId="ADAL" clId="{5BC9F464-DC04-46F4-8DA6-256EAADECE55}" dt="2026-05-06T11:37:31.439" v="14233" actId="1076"/>
          <ac:spMkLst>
            <pc:docMk/>
            <pc:sldMk cId="596029215" sldId="287"/>
            <ac:spMk id="13" creationId="{1221F4BB-763E-830F-C07C-AB14DAF2A756}"/>
          </ac:spMkLst>
        </pc:spChg>
        <pc:spChg chg="add mod">
          <ac:chgData name="Jervis LEE (IRAS)" userId="f5b4a8ae-594f-49a5-9990-0eb6ae48a4f9" providerId="ADAL" clId="{5BC9F464-DC04-46F4-8DA6-256EAADECE55}" dt="2026-05-06T10:40:26.996" v="12429" actId="14100"/>
          <ac:spMkLst>
            <pc:docMk/>
            <pc:sldMk cId="596029215" sldId="287"/>
            <ac:spMk id="16" creationId="{546FBB88-0412-AB7E-4EC2-E1DB270D7A85}"/>
          </ac:spMkLst>
        </pc:spChg>
        <pc:spChg chg="add mod">
          <ac:chgData name="Jervis LEE (IRAS)" userId="f5b4a8ae-594f-49a5-9990-0eb6ae48a4f9" providerId="ADAL" clId="{5BC9F464-DC04-46F4-8DA6-256EAADECE55}" dt="2026-05-06T10:59:09.666" v="12594" actId="14100"/>
          <ac:spMkLst>
            <pc:docMk/>
            <pc:sldMk cId="596029215" sldId="287"/>
            <ac:spMk id="17" creationId="{A9C1E300-F808-C63F-E0E0-D39578AEA513}"/>
          </ac:spMkLst>
        </pc:spChg>
        <pc:spChg chg="add mod">
          <ac:chgData name="Jervis LEE (IRAS)" userId="f5b4a8ae-594f-49a5-9990-0eb6ae48a4f9" providerId="ADAL" clId="{5BC9F464-DC04-46F4-8DA6-256EAADECE55}" dt="2026-05-08T05:06:55.813" v="17630" actId="113"/>
          <ac:spMkLst>
            <pc:docMk/>
            <pc:sldMk cId="596029215" sldId="287"/>
            <ac:spMk id="18" creationId="{1237E208-F94C-E9D4-138B-15546CF30E9C}"/>
          </ac:spMkLst>
        </pc:spChg>
        <pc:spChg chg="add mod">
          <ac:chgData name="Jervis LEE (IRAS)" userId="f5b4a8ae-594f-49a5-9990-0eb6ae48a4f9" providerId="ADAL" clId="{5BC9F464-DC04-46F4-8DA6-256EAADECE55}" dt="2026-05-08T04:57:22.176" v="17624" actId="208"/>
          <ac:spMkLst>
            <pc:docMk/>
            <pc:sldMk cId="596029215" sldId="287"/>
            <ac:spMk id="21" creationId="{65275D27-49FB-34DD-65CB-B139162E2C8E}"/>
          </ac:spMkLst>
        </pc:spChg>
        <pc:spChg chg="add mod">
          <ac:chgData name="Jervis LEE (IRAS)" userId="f5b4a8ae-594f-49a5-9990-0eb6ae48a4f9" providerId="ADAL" clId="{5BC9F464-DC04-46F4-8DA6-256EAADECE55}" dt="2026-05-08T04:57:09.356" v="17621" actId="207"/>
          <ac:spMkLst>
            <pc:docMk/>
            <pc:sldMk cId="596029215" sldId="287"/>
            <ac:spMk id="22" creationId="{97BB3547-4F83-5350-F668-F4994CD519F5}"/>
          </ac:spMkLst>
        </pc:spChg>
        <pc:spChg chg="add mod">
          <ac:chgData name="Jervis LEE (IRAS)" userId="f5b4a8ae-594f-49a5-9990-0eb6ae48a4f9" providerId="ADAL" clId="{5BC9F464-DC04-46F4-8DA6-256EAADECE55}" dt="2026-05-08T04:57:16.987" v="17623" actId="208"/>
          <ac:spMkLst>
            <pc:docMk/>
            <pc:sldMk cId="596029215" sldId="287"/>
            <ac:spMk id="23" creationId="{4A8304A2-F562-7A91-8499-70539C163D80}"/>
          </ac:spMkLst>
        </pc:spChg>
        <pc:spChg chg="add mod">
          <ac:chgData name="Jervis LEE (IRAS)" userId="f5b4a8ae-594f-49a5-9990-0eb6ae48a4f9" providerId="ADAL" clId="{5BC9F464-DC04-46F4-8DA6-256EAADECE55}" dt="2026-05-08T04:57:11.180" v="17622" actId="207"/>
          <ac:spMkLst>
            <pc:docMk/>
            <pc:sldMk cId="596029215" sldId="287"/>
            <ac:spMk id="24" creationId="{A2C49318-3195-57B3-151C-E4DBABF7B8C7}"/>
          </ac:spMkLst>
        </pc:spChg>
        <pc:spChg chg="add mod">
          <ac:chgData name="Jervis LEE (IRAS)" userId="f5b4a8ae-594f-49a5-9990-0eb6ae48a4f9" providerId="ADAL" clId="{5BC9F464-DC04-46F4-8DA6-256EAADECE55}" dt="2026-05-08T04:57:38.887" v="17628" actId="207"/>
          <ac:spMkLst>
            <pc:docMk/>
            <pc:sldMk cId="596029215" sldId="287"/>
            <ac:spMk id="25" creationId="{4F55522A-7030-92B7-5410-1127CD6A1590}"/>
          </ac:spMkLst>
        </pc:spChg>
        <pc:spChg chg="add mod">
          <ac:chgData name="Jervis LEE (IRAS)" userId="f5b4a8ae-594f-49a5-9990-0eb6ae48a4f9" providerId="ADAL" clId="{5BC9F464-DC04-46F4-8DA6-256EAADECE55}" dt="2026-05-08T04:57:35.038" v="17627" actId="207"/>
          <ac:spMkLst>
            <pc:docMk/>
            <pc:sldMk cId="596029215" sldId="287"/>
            <ac:spMk id="26" creationId="{2E1275BB-661B-0040-B6AF-CE683B95266A}"/>
          </ac:spMkLst>
        </pc:spChg>
        <pc:spChg chg="add mod">
          <ac:chgData name="Jervis LEE (IRAS)" userId="f5b4a8ae-594f-49a5-9990-0eb6ae48a4f9" providerId="ADAL" clId="{5BC9F464-DC04-46F4-8DA6-256EAADECE55}" dt="2026-05-08T04:57:43.064" v="17629" actId="207"/>
          <ac:spMkLst>
            <pc:docMk/>
            <pc:sldMk cId="596029215" sldId="287"/>
            <ac:spMk id="41" creationId="{41762909-738C-F51A-BD34-5EB0554A774D}"/>
          </ac:spMkLst>
        </pc:spChg>
        <pc:picChg chg="add mod">
          <ac:chgData name="Jervis LEE (IRAS)" userId="f5b4a8ae-594f-49a5-9990-0eb6ae48a4f9" providerId="ADAL" clId="{5BC9F464-DC04-46F4-8DA6-256EAADECE55}" dt="2026-05-06T11:40:11.407" v="14346" actId="1038"/>
          <ac:picMkLst>
            <pc:docMk/>
            <pc:sldMk cId="596029215" sldId="287"/>
            <ac:picMk id="4098" creationId="{D2AE326F-92E3-8438-0866-F440C4FA6C93}"/>
          </ac:picMkLst>
        </pc:picChg>
        <pc:picChg chg="add mod">
          <ac:chgData name="Jervis LEE (IRAS)" userId="f5b4a8ae-594f-49a5-9990-0eb6ae48a4f9" providerId="ADAL" clId="{5BC9F464-DC04-46F4-8DA6-256EAADECE55}" dt="2026-05-06T11:40:11.407" v="14346" actId="1038"/>
          <ac:picMkLst>
            <pc:docMk/>
            <pc:sldMk cId="596029215" sldId="287"/>
            <ac:picMk id="4100" creationId="{909F950C-75B2-AF2B-DE58-00FEAF21C78C}"/>
          </ac:picMkLst>
        </pc:picChg>
        <pc:picChg chg="add mod">
          <ac:chgData name="Jervis LEE (IRAS)" userId="f5b4a8ae-594f-49a5-9990-0eb6ae48a4f9" providerId="ADAL" clId="{5BC9F464-DC04-46F4-8DA6-256EAADECE55}" dt="2026-05-06T11:40:21.895" v="14357" actId="1036"/>
          <ac:picMkLst>
            <pc:docMk/>
            <pc:sldMk cId="596029215" sldId="287"/>
            <ac:picMk id="4102" creationId="{C224FC92-312D-B3B5-3589-23E09E2B576B}"/>
          </ac:picMkLst>
        </pc:picChg>
        <pc:cxnChg chg="add mod">
          <ac:chgData name="Jervis LEE (IRAS)" userId="f5b4a8ae-594f-49a5-9990-0eb6ae48a4f9" providerId="ADAL" clId="{5BC9F464-DC04-46F4-8DA6-256EAADECE55}" dt="2026-05-08T04:57:31.847" v="17626" actId="208"/>
          <ac:cxnSpMkLst>
            <pc:docMk/>
            <pc:sldMk cId="596029215" sldId="287"/>
            <ac:cxnSpMk id="31" creationId="{1849C68F-D921-1377-4671-10179B974A05}"/>
          </ac:cxnSpMkLst>
        </pc:cxnChg>
        <pc:cxnChg chg="add mod">
          <ac:chgData name="Jervis LEE (IRAS)" userId="f5b4a8ae-594f-49a5-9990-0eb6ae48a4f9" providerId="ADAL" clId="{5BC9F464-DC04-46F4-8DA6-256EAADECE55}" dt="2026-05-08T04:57:31.847" v="17626" actId="208"/>
          <ac:cxnSpMkLst>
            <pc:docMk/>
            <pc:sldMk cId="596029215" sldId="287"/>
            <ac:cxnSpMk id="51" creationId="{B01FDDC5-E9AF-00D6-7934-9F51E04CA611}"/>
          </ac:cxnSpMkLst>
        </pc:cxnChg>
        <pc:cxnChg chg="add mod">
          <ac:chgData name="Jervis LEE (IRAS)" userId="f5b4a8ae-594f-49a5-9990-0eb6ae48a4f9" providerId="ADAL" clId="{5BC9F464-DC04-46F4-8DA6-256EAADECE55}" dt="2026-05-08T04:57:31.847" v="17626" actId="208"/>
          <ac:cxnSpMkLst>
            <pc:docMk/>
            <pc:sldMk cId="596029215" sldId="287"/>
            <ac:cxnSpMk id="54" creationId="{CCE4B337-DFB8-E35D-845E-102769938A7E}"/>
          </ac:cxnSpMkLst>
        </pc:cxnChg>
        <pc:cxnChg chg="add mod">
          <ac:chgData name="Jervis LEE (IRAS)" userId="f5b4a8ae-594f-49a5-9990-0eb6ae48a4f9" providerId="ADAL" clId="{5BC9F464-DC04-46F4-8DA6-256EAADECE55}" dt="2026-05-08T04:57:26.409" v="17625" actId="208"/>
          <ac:cxnSpMkLst>
            <pc:docMk/>
            <pc:sldMk cId="596029215" sldId="287"/>
            <ac:cxnSpMk id="59" creationId="{C73CAEE0-96D9-D2B8-9784-CDD7993CC988}"/>
          </ac:cxnSpMkLst>
        </pc:cxnChg>
      </pc:sldChg>
      <pc:sldChg chg="addSp delSp modSp add mod">
        <pc:chgData name="Jervis LEE (IRAS)" userId="f5b4a8ae-594f-49a5-9990-0eb6ae48a4f9" providerId="ADAL" clId="{5BC9F464-DC04-46F4-8DA6-256EAADECE55}" dt="2026-05-08T07:44:40.572" v="23391" actId="20577"/>
        <pc:sldMkLst>
          <pc:docMk/>
          <pc:sldMk cId="1723212504" sldId="288"/>
        </pc:sldMkLst>
        <pc:spChg chg="mod">
          <ac:chgData name="Jervis LEE (IRAS)" userId="f5b4a8ae-594f-49a5-9990-0eb6ae48a4f9" providerId="ADAL" clId="{5BC9F464-DC04-46F4-8DA6-256EAADECE55}" dt="2026-05-06T11:10:17.216" v="12988" actId="1076"/>
          <ac:spMkLst>
            <pc:docMk/>
            <pc:sldMk cId="1723212504" sldId="288"/>
            <ac:spMk id="2" creationId="{78F1682B-992C-BBF6-AAA9-4FD265765291}"/>
          </ac:spMkLst>
        </pc:spChg>
        <pc:spChg chg="add mod">
          <ac:chgData name="Jervis LEE (IRAS)" userId="f5b4a8ae-594f-49a5-9990-0eb6ae48a4f9" providerId="ADAL" clId="{5BC9F464-DC04-46F4-8DA6-256EAADECE55}" dt="2026-05-08T07:44:40.572" v="23391" actId="20577"/>
          <ac:spMkLst>
            <pc:docMk/>
            <pc:sldMk cId="1723212504" sldId="288"/>
            <ac:spMk id="3" creationId="{FEB551F0-6CA2-732E-A27B-44B0046EAD8E}"/>
          </ac:spMkLst>
        </pc:spChg>
        <pc:spChg chg="add del">
          <ac:chgData name="Jervis LEE (IRAS)" userId="f5b4a8ae-594f-49a5-9990-0eb6ae48a4f9" providerId="ADAL" clId="{5BC9F464-DC04-46F4-8DA6-256EAADECE55}" dt="2026-05-06T11:02:12.909" v="12626" actId="478"/>
          <ac:spMkLst>
            <pc:docMk/>
            <pc:sldMk cId="1723212504" sldId="288"/>
            <ac:spMk id="4" creationId="{768AB221-F2E9-7DE7-8BFC-B5FDF4BB8416}"/>
          </ac:spMkLst>
        </pc:spChg>
        <pc:spChg chg="add mod">
          <ac:chgData name="Jervis LEE (IRAS)" userId="f5b4a8ae-594f-49a5-9990-0eb6ae48a4f9" providerId="ADAL" clId="{5BC9F464-DC04-46F4-8DA6-256EAADECE55}" dt="2026-05-06T11:17:47.225" v="13455" actId="14100"/>
          <ac:spMkLst>
            <pc:docMk/>
            <pc:sldMk cId="1723212504" sldId="288"/>
            <ac:spMk id="6" creationId="{B4F65A14-C56F-9E6B-5AA7-00046106CDB2}"/>
          </ac:spMkLst>
        </pc:spChg>
        <pc:spChg chg="mod">
          <ac:chgData name="Jervis LEE (IRAS)" userId="f5b4a8ae-594f-49a5-9990-0eb6ae48a4f9" providerId="ADAL" clId="{5BC9F464-DC04-46F4-8DA6-256EAADECE55}" dt="2026-05-06T11:41:06.321" v="14390" actId="20577"/>
          <ac:spMkLst>
            <pc:docMk/>
            <pc:sldMk cId="1723212504" sldId="288"/>
            <ac:spMk id="7" creationId="{14070B2C-9AB1-4D68-F741-171DD8D62442}"/>
          </ac:spMkLst>
        </pc:spChg>
        <pc:spChg chg="add mod">
          <ac:chgData name="Jervis LEE (IRAS)" userId="f5b4a8ae-594f-49a5-9990-0eb6ae48a4f9" providerId="ADAL" clId="{5BC9F464-DC04-46F4-8DA6-256EAADECE55}" dt="2026-05-06T11:04:21.460" v="12637" actId="1076"/>
          <ac:spMkLst>
            <pc:docMk/>
            <pc:sldMk cId="1723212504" sldId="288"/>
            <ac:spMk id="11" creationId="{2D5FE789-5D7F-5C1D-CB91-6C45D309952A}"/>
          </ac:spMkLst>
        </pc:spChg>
        <pc:spChg chg="add mod">
          <ac:chgData name="Jervis LEE (IRAS)" userId="f5b4a8ae-594f-49a5-9990-0eb6ae48a4f9" providerId="ADAL" clId="{5BC9F464-DC04-46F4-8DA6-256EAADECE55}" dt="2026-05-06T11:17:41.669" v="13453" actId="1037"/>
          <ac:spMkLst>
            <pc:docMk/>
            <pc:sldMk cId="1723212504" sldId="288"/>
            <ac:spMk id="16" creationId="{DAFA6B0E-D6D8-97C8-56B9-1418780ED1FA}"/>
          </ac:spMkLst>
        </pc:spChg>
        <pc:spChg chg="add mod">
          <ac:chgData name="Jervis LEE (IRAS)" userId="f5b4a8ae-594f-49a5-9990-0eb6ae48a4f9" providerId="ADAL" clId="{5BC9F464-DC04-46F4-8DA6-256EAADECE55}" dt="2026-05-06T11:23:06.738" v="13597" actId="1035"/>
          <ac:spMkLst>
            <pc:docMk/>
            <pc:sldMk cId="1723212504" sldId="288"/>
            <ac:spMk id="19" creationId="{EA2E0BAC-2518-B18D-3816-6BE900FF2BAC}"/>
          </ac:spMkLst>
        </pc:spChg>
        <pc:spChg chg="add mod">
          <ac:chgData name="Jervis LEE (IRAS)" userId="f5b4a8ae-594f-49a5-9990-0eb6ae48a4f9" providerId="ADAL" clId="{5BC9F464-DC04-46F4-8DA6-256EAADECE55}" dt="2026-05-06T11:17:44.133" v="13454" actId="1076"/>
          <ac:spMkLst>
            <pc:docMk/>
            <pc:sldMk cId="1723212504" sldId="288"/>
            <ac:spMk id="23" creationId="{49DE52A2-01A7-1888-F9E8-64B6B96EF609}"/>
          </ac:spMkLst>
        </pc:spChg>
        <pc:spChg chg="add mod">
          <ac:chgData name="Jervis LEE (IRAS)" userId="f5b4a8ae-594f-49a5-9990-0eb6ae48a4f9" providerId="ADAL" clId="{5BC9F464-DC04-46F4-8DA6-256EAADECE55}" dt="2026-05-06T11:23:51.145" v="13683" actId="1035"/>
          <ac:spMkLst>
            <pc:docMk/>
            <pc:sldMk cId="1723212504" sldId="288"/>
            <ac:spMk id="24" creationId="{C86015BA-235F-5FEA-08AD-4F8D3FCEB60B}"/>
          </ac:spMkLst>
        </pc:spChg>
        <pc:spChg chg="add mod">
          <ac:chgData name="Jervis LEE (IRAS)" userId="f5b4a8ae-594f-49a5-9990-0eb6ae48a4f9" providerId="ADAL" clId="{5BC9F464-DC04-46F4-8DA6-256EAADECE55}" dt="2026-05-06T11:17:35.721" v="13429" actId="1038"/>
          <ac:spMkLst>
            <pc:docMk/>
            <pc:sldMk cId="1723212504" sldId="288"/>
            <ac:spMk id="25" creationId="{46CA9CDE-8F64-D076-B488-D5DBDC4F3543}"/>
          </ac:spMkLst>
        </pc:spChg>
        <pc:spChg chg="add mod">
          <ac:chgData name="Jervis LEE (IRAS)" userId="f5b4a8ae-594f-49a5-9990-0eb6ae48a4f9" providerId="ADAL" clId="{5BC9F464-DC04-46F4-8DA6-256EAADECE55}" dt="2026-05-06T11:17:56.768" v="13477" actId="1037"/>
          <ac:spMkLst>
            <pc:docMk/>
            <pc:sldMk cId="1723212504" sldId="288"/>
            <ac:spMk id="27" creationId="{62EC1AF9-8C18-9E04-BCED-87E76D8624D2}"/>
          </ac:spMkLst>
        </pc:spChg>
        <pc:spChg chg="add mod">
          <ac:chgData name="Jervis LEE (IRAS)" userId="f5b4a8ae-594f-49a5-9990-0eb6ae48a4f9" providerId="ADAL" clId="{5BC9F464-DC04-46F4-8DA6-256EAADECE55}" dt="2026-05-06T11:17:56.768" v="13477" actId="1037"/>
          <ac:spMkLst>
            <pc:docMk/>
            <pc:sldMk cId="1723212504" sldId="288"/>
            <ac:spMk id="28" creationId="{02C65005-C494-F1E2-4161-1C0A5223A6B3}"/>
          </ac:spMkLst>
        </pc:spChg>
        <pc:spChg chg="add mod">
          <ac:chgData name="Jervis LEE (IRAS)" userId="f5b4a8ae-594f-49a5-9990-0eb6ae48a4f9" providerId="ADAL" clId="{5BC9F464-DC04-46F4-8DA6-256EAADECE55}" dt="2026-05-06T11:24:07.337" v="13695" actId="1035"/>
          <ac:spMkLst>
            <pc:docMk/>
            <pc:sldMk cId="1723212504" sldId="288"/>
            <ac:spMk id="32" creationId="{7AB66363-DD35-21B6-FBFA-A931DD747990}"/>
          </ac:spMkLst>
        </pc:spChg>
        <pc:spChg chg="add mod">
          <ac:chgData name="Jervis LEE (IRAS)" userId="f5b4a8ae-594f-49a5-9990-0eb6ae48a4f9" providerId="ADAL" clId="{5BC9F464-DC04-46F4-8DA6-256EAADECE55}" dt="2026-05-06T11:17:50.849" v="13456" actId="1076"/>
          <ac:spMkLst>
            <pc:docMk/>
            <pc:sldMk cId="1723212504" sldId="288"/>
            <ac:spMk id="33" creationId="{A219195D-1B55-EDA8-57E6-291B71F13385}"/>
          </ac:spMkLst>
        </pc:spChg>
        <pc:spChg chg="add mod">
          <ac:chgData name="Jervis LEE (IRAS)" userId="f5b4a8ae-594f-49a5-9990-0eb6ae48a4f9" providerId="ADAL" clId="{5BC9F464-DC04-46F4-8DA6-256EAADECE55}" dt="2026-05-06T11:17:35.721" v="13429" actId="1038"/>
          <ac:spMkLst>
            <pc:docMk/>
            <pc:sldMk cId="1723212504" sldId="288"/>
            <ac:spMk id="34" creationId="{F110130A-6A5A-B96F-3742-1DD093215AE9}"/>
          </ac:spMkLst>
        </pc:spChg>
        <pc:spChg chg="add mod">
          <ac:chgData name="Jervis LEE (IRAS)" userId="f5b4a8ae-594f-49a5-9990-0eb6ae48a4f9" providerId="ADAL" clId="{5BC9F464-DC04-46F4-8DA6-256EAADECE55}" dt="2026-05-06T11:17:59.150" v="13478" actId="1076"/>
          <ac:spMkLst>
            <pc:docMk/>
            <pc:sldMk cId="1723212504" sldId="288"/>
            <ac:spMk id="38" creationId="{0327DA7C-0625-9DC2-7698-F7F1BE343298}"/>
          </ac:spMkLst>
        </pc:spChg>
        <pc:spChg chg="add mod">
          <ac:chgData name="Jervis LEE (IRAS)" userId="f5b4a8ae-594f-49a5-9990-0eb6ae48a4f9" providerId="ADAL" clId="{5BC9F464-DC04-46F4-8DA6-256EAADECE55}" dt="2026-05-06T11:16:55.700" v="13328" actId="1076"/>
          <ac:spMkLst>
            <pc:docMk/>
            <pc:sldMk cId="1723212504" sldId="288"/>
            <ac:spMk id="45" creationId="{0E0EBF4C-C35A-501F-E6B8-7C0A578478CE}"/>
          </ac:spMkLst>
        </pc:spChg>
        <pc:spChg chg="add mod">
          <ac:chgData name="Jervis LEE (IRAS)" userId="f5b4a8ae-594f-49a5-9990-0eb6ae48a4f9" providerId="ADAL" clId="{5BC9F464-DC04-46F4-8DA6-256EAADECE55}" dt="2026-05-06T11:18:28.109" v="13504" actId="20577"/>
          <ac:spMkLst>
            <pc:docMk/>
            <pc:sldMk cId="1723212504" sldId="288"/>
            <ac:spMk id="46" creationId="{E178006E-C00E-0B24-36F7-A35974F48023}"/>
          </ac:spMkLst>
        </pc:spChg>
        <pc:spChg chg="add mod">
          <ac:chgData name="Jervis LEE (IRAS)" userId="f5b4a8ae-594f-49a5-9990-0eb6ae48a4f9" providerId="ADAL" clId="{5BC9F464-DC04-46F4-8DA6-256EAADECE55}" dt="2026-05-06T11:21:39.685" v="13506" actId="1076"/>
          <ac:spMkLst>
            <pc:docMk/>
            <pc:sldMk cId="1723212504" sldId="288"/>
            <ac:spMk id="55" creationId="{75E36094-D4B7-299E-0D96-46C78DD8CD93}"/>
          </ac:spMkLst>
        </pc:spChg>
        <pc:spChg chg="add mod">
          <ac:chgData name="Jervis LEE (IRAS)" userId="f5b4a8ae-594f-49a5-9990-0eb6ae48a4f9" providerId="ADAL" clId="{5BC9F464-DC04-46F4-8DA6-256EAADECE55}" dt="2026-05-06T11:18:14.148" v="13496" actId="20577"/>
          <ac:spMkLst>
            <pc:docMk/>
            <pc:sldMk cId="1723212504" sldId="288"/>
            <ac:spMk id="56" creationId="{FAEFC3C6-B14C-566D-C62F-FE35AD33F618}"/>
          </ac:spMkLst>
        </pc:spChg>
        <pc:spChg chg="add mod">
          <ac:chgData name="Jervis LEE (IRAS)" userId="f5b4a8ae-594f-49a5-9990-0eb6ae48a4f9" providerId="ADAL" clId="{5BC9F464-DC04-46F4-8DA6-256EAADECE55}" dt="2026-05-06T11:18:22.299" v="13498" actId="1076"/>
          <ac:spMkLst>
            <pc:docMk/>
            <pc:sldMk cId="1723212504" sldId="288"/>
            <ac:spMk id="57" creationId="{E2C3DC2F-6111-F65F-5B8D-CD1D227A04FC}"/>
          </ac:spMkLst>
        </pc:spChg>
        <pc:picChg chg="add mod">
          <ac:chgData name="Jervis LEE (IRAS)" userId="f5b4a8ae-594f-49a5-9990-0eb6ae48a4f9" providerId="ADAL" clId="{5BC9F464-DC04-46F4-8DA6-256EAADECE55}" dt="2026-05-06T11:06:42.760" v="12851" actId="1038"/>
          <ac:picMkLst>
            <pc:docMk/>
            <pc:sldMk cId="1723212504" sldId="288"/>
            <ac:picMk id="2050" creationId="{5C786CDF-D322-5FBF-B864-12E70ED0CBCD}"/>
          </ac:picMkLst>
        </pc:picChg>
        <pc:picChg chg="add mod">
          <ac:chgData name="Jervis LEE (IRAS)" userId="f5b4a8ae-594f-49a5-9990-0eb6ae48a4f9" providerId="ADAL" clId="{5BC9F464-DC04-46F4-8DA6-256EAADECE55}" dt="2026-05-06T11:17:41.669" v="13453" actId="1037"/>
          <ac:picMkLst>
            <pc:docMk/>
            <pc:sldMk cId="1723212504" sldId="288"/>
            <ac:picMk id="2052" creationId="{534F7570-0654-471F-4BB3-867911A8568C}"/>
          </ac:picMkLst>
        </pc:picChg>
        <pc:picChg chg="add mod">
          <ac:chgData name="Jervis LEE (IRAS)" userId="f5b4a8ae-594f-49a5-9990-0eb6ae48a4f9" providerId="ADAL" clId="{5BC9F464-DC04-46F4-8DA6-256EAADECE55}" dt="2026-05-06T11:10:30.965" v="12993" actId="1076"/>
          <ac:picMkLst>
            <pc:docMk/>
            <pc:sldMk cId="1723212504" sldId="288"/>
            <ac:picMk id="2054" creationId="{4DB07370-6E3D-D0B4-4E97-53DE94E2D08C}"/>
          </ac:picMkLst>
        </pc:picChg>
        <pc:cxnChg chg="add mod">
          <ac:chgData name="Jervis LEE (IRAS)" userId="f5b4a8ae-594f-49a5-9990-0eb6ae48a4f9" providerId="ADAL" clId="{5BC9F464-DC04-46F4-8DA6-256EAADECE55}" dt="2026-05-06T11:23:06.738" v="13597" actId="1035"/>
          <ac:cxnSpMkLst>
            <pc:docMk/>
            <pc:sldMk cId="1723212504" sldId="288"/>
            <ac:cxnSpMk id="15" creationId="{4CBDC0F5-FEF1-7DB0-AE2F-F6C404043C01}"/>
          </ac:cxnSpMkLst>
        </pc:cxnChg>
        <pc:cxnChg chg="add mod">
          <ac:chgData name="Jervis LEE (IRAS)" userId="f5b4a8ae-594f-49a5-9990-0eb6ae48a4f9" providerId="ADAL" clId="{5BC9F464-DC04-46F4-8DA6-256EAADECE55}" dt="2026-05-06T11:17:41.669" v="13453" actId="1037"/>
          <ac:cxnSpMkLst>
            <pc:docMk/>
            <pc:sldMk cId="1723212504" sldId="288"/>
            <ac:cxnSpMk id="20" creationId="{D69A9A14-98D1-1BB2-2354-3198663FF42F}"/>
          </ac:cxnSpMkLst>
        </pc:cxnChg>
        <pc:cxnChg chg="add mod">
          <ac:chgData name="Jervis LEE (IRAS)" userId="f5b4a8ae-594f-49a5-9990-0eb6ae48a4f9" providerId="ADAL" clId="{5BC9F464-DC04-46F4-8DA6-256EAADECE55}" dt="2026-05-06T11:17:56.768" v="13477" actId="1037"/>
          <ac:cxnSpMkLst>
            <pc:docMk/>
            <pc:sldMk cId="1723212504" sldId="288"/>
            <ac:cxnSpMk id="35" creationId="{054E4A2E-6596-9260-4ED9-1405658FC83B}"/>
          </ac:cxnSpMkLst>
        </pc:cxnChg>
        <pc:cxnChg chg="add mod">
          <ac:chgData name="Jervis LEE (IRAS)" userId="f5b4a8ae-594f-49a5-9990-0eb6ae48a4f9" providerId="ADAL" clId="{5BC9F464-DC04-46F4-8DA6-256EAADECE55}" dt="2026-05-06T11:17:56.768" v="13477" actId="1037"/>
          <ac:cxnSpMkLst>
            <pc:docMk/>
            <pc:sldMk cId="1723212504" sldId="288"/>
            <ac:cxnSpMk id="48" creationId="{81FA4D81-0E4B-9779-F4DA-8F3128BB784F}"/>
          </ac:cxnSpMkLst>
        </pc:cxnChg>
        <pc:cxnChg chg="add mod">
          <ac:chgData name="Jervis LEE (IRAS)" userId="f5b4a8ae-594f-49a5-9990-0eb6ae48a4f9" providerId="ADAL" clId="{5BC9F464-DC04-46F4-8DA6-256EAADECE55}" dt="2026-05-06T11:17:56.768" v="13477" actId="1037"/>
          <ac:cxnSpMkLst>
            <pc:docMk/>
            <pc:sldMk cId="1723212504" sldId="288"/>
            <ac:cxnSpMk id="51" creationId="{7D54ABF5-13A8-6139-3061-47C1FAE5538B}"/>
          </ac:cxnSpMkLst>
        </pc:cxnChg>
        <pc:cxnChg chg="add mod">
          <ac:chgData name="Jervis LEE (IRAS)" userId="f5b4a8ae-594f-49a5-9990-0eb6ae48a4f9" providerId="ADAL" clId="{5BC9F464-DC04-46F4-8DA6-256EAADECE55}" dt="2026-05-06T11:24:04.162" v="13691" actId="1035"/>
          <ac:cxnSpMkLst>
            <pc:docMk/>
            <pc:sldMk cId="1723212504" sldId="288"/>
            <ac:cxnSpMk id="58" creationId="{E5BD664F-798A-45B0-B61C-6F7DEB868832}"/>
          </ac:cxnSpMkLst>
        </pc:cxnChg>
        <pc:cxnChg chg="add mod">
          <ac:chgData name="Jervis LEE (IRAS)" userId="f5b4a8ae-594f-49a5-9990-0eb6ae48a4f9" providerId="ADAL" clId="{5BC9F464-DC04-46F4-8DA6-256EAADECE55}" dt="2026-05-06T11:24:07.337" v="13695" actId="1035"/>
          <ac:cxnSpMkLst>
            <pc:docMk/>
            <pc:sldMk cId="1723212504" sldId="288"/>
            <ac:cxnSpMk id="61" creationId="{AC0B964E-D5A4-4391-A3DC-3446C0995935}"/>
          </ac:cxnSpMkLst>
        </pc:cxnChg>
      </pc:sldChg>
      <pc:sldChg chg="addSp delSp modSp add mod">
        <pc:chgData name="Jervis LEE (IRAS)" userId="f5b4a8ae-594f-49a5-9990-0eb6ae48a4f9" providerId="ADAL" clId="{5BC9F464-DC04-46F4-8DA6-256EAADECE55}" dt="2026-05-06T11:50:53.865" v="14899" actId="2164"/>
        <pc:sldMkLst>
          <pc:docMk/>
          <pc:sldMk cId="1682909970" sldId="289"/>
        </pc:sldMkLst>
        <pc:spChg chg="mod">
          <ac:chgData name="Jervis LEE (IRAS)" userId="f5b4a8ae-594f-49a5-9990-0eb6ae48a4f9" providerId="ADAL" clId="{5BC9F464-DC04-46F4-8DA6-256EAADECE55}" dt="2026-05-06T11:41:21.418" v="14411" actId="20577"/>
          <ac:spMkLst>
            <pc:docMk/>
            <pc:sldMk cId="1682909970" sldId="289"/>
            <ac:spMk id="7" creationId="{33F4A806-7B3F-B7B7-E474-0A9ACC71B44C}"/>
          </ac:spMkLst>
        </pc:spChg>
        <pc:graphicFrameChg chg="add mod modGraphic">
          <ac:chgData name="Jervis LEE (IRAS)" userId="f5b4a8ae-594f-49a5-9990-0eb6ae48a4f9" providerId="ADAL" clId="{5BC9F464-DC04-46F4-8DA6-256EAADECE55}" dt="2026-05-06T11:50:53.865" v="14899" actId="2164"/>
          <ac:graphicFrameMkLst>
            <pc:docMk/>
            <pc:sldMk cId="1682909970" sldId="289"/>
            <ac:graphicFrameMk id="3" creationId="{B5B31789-195B-08A4-0283-CCCFDDC20D9D}"/>
          </ac:graphicFrameMkLst>
        </pc:graphicFrameChg>
        <pc:picChg chg="add mod">
          <ac:chgData name="Jervis LEE (IRAS)" userId="f5b4a8ae-594f-49a5-9990-0eb6ae48a4f9" providerId="ADAL" clId="{5BC9F464-DC04-46F4-8DA6-256EAADECE55}" dt="2026-05-06T11:41:31.781" v="14412"/>
          <ac:picMkLst>
            <pc:docMk/>
            <pc:sldMk cId="1682909970" sldId="289"/>
            <ac:picMk id="5" creationId="{259F3647-74D6-99DF-665A-73887A227012}"/>
          </ac:picMkLst>
        </pc:picChg>
      </pc:sldChg>
      <pc:sldChg chg="delSp modSp add mod ord">
        <pc:chgData name="Jervis LEE (IRAS)" userId="f5b4a8ae-594f-49a5-9990-0eb6ae48a4f9" providerId="ADAL" clId="{5BC9F464-DC04-46F4-8DA6-256EAADECE55}" dt="2026-05-08T09:41:51.094" v="27902" actId="478"/>
        <pc:sldMkLst>
          <pc:docMk/>
          <pc:sldMk cId="3555243701" sldId="290"/>
        </pc:sldMkLst>
        <pc:spChg chg="mod">
          <ac:chgData name="Jervis LEE (IRAS)" userId="f5b4a8ae-594f-49a5-9990-0eb6ae48a4f9" providerId="ADAL" clId="{5BC9F464-DC04-46F4-8DA6-256EAADECE55}" dt="2026-05-06T11:47:08.382" v="14896" actId="20577"/>
          <ac:spMkLst>
            <pc:docMk/>
            <pc:sldMk cId="3555243701" sldId="290"/>
            <ac:spMk id="2" creationId="{8880EE7A-CF9C-A477-A24B-37CEF940F914}"/>
          </ac:spMkLst>
        </pc:spChg>
        <pc:graphicFrameChg chg="del modGraphic">
          <ac:chgData name="Jervis LEE (IRAS)" userId="f5b4a8ae-594f-49a5-9990-0eb6ae48a4f9" providerId="ADAL" clId="{5BC9F464-DC04-46F4-8DA6-256EAADECE55}" dt="2026-05-08T09:41:51.094" v="27902" actId="478"/>
          <ac:graphicFrameMkLst>
            <pc:docMk/>
            <pc:sldMk cId="3555243701" sldId="290"/>
            <ac:graphicFrameMk id="9" creationId="{A90F87E1-E2A1-5B51-4E56-5230D9706CE8}"/>
          </ac:graphicFrameMkLst>
        </pc:graphicFrameChg>
      </pc:sldChg>
      <pc:sldChg chg="delSp modSp add mod">
        <pc:chgData name="Jervis LEE (IRAS)" userId="f5b4a8ae-594f-49a5-9990-0eb6ae48a4f9" providerId="ADAL" clId="{5BC9F464-DC04-46F4-8DA6-256EAADECE55}" dt="2026-05-06T11:59:07.700" v="14931" actId="478"/>
        <pc:sldMkLst>
          <pc:docMk/>
          <pc:sldMk cId="3617017377" sldId="291"/>
        </pc:sldMkLst>
        <pc:spChg chg="mod">
          <ac:chgData name="Jervis LEE (IRAS)" userId="f5b4a8ae-594f-49a5-9990-0eb6ae48a4f9" providerId="ADAL" clId="{5BC9F464-DC04-46F4-8DA6-256EAADECE55}" dt="2026-05-06T11:53:10.891" v="14929" actId="20577"/>
          <ac:spMkLst>
            <pc:docMk/>
            <pc:sldMk cId="3617017377" sldId="291"/>
            <ac:spMk id="2" creationId="{E8AB9A98-75D7-5259-AA7B-5144F825ABFA}"/>
          </ac:spMkLst>
        </pc:spChg>
      </pc:sldChg>
      <pc:sldChg chg="delSp add del mod">
        <pc:chgData name="Jervis LEE (IRAS)" userId="f5b4a8ae-594f-49a5-9990-0eb6ae48a4f9" providerId="ADAL" clId="{5BC9F464-DC04-46F4-8DA6-256EAADECE55}" dt="2026-05-08T03:43:19.184" v="16005" actId="47"/>
        <pc:sldMkLst>
          <pc:docMk/>
          <pc:sldMk cId="1070784092" sldId="292"/>
        </pc:sldMkLst>
        <pc:spChg chg="del">
          <ac:chgData name="Jervis LEE (IRAS)" userId="f5b4a8ae-594f-49a5-9990-0eb6ae48a4f9" providerId="ADAL" clId="{5BC9F464-DC04-46F4-8DA6-256EAADECE55}" dt="2026-05-08T03:43:07.051" v="16003" actId="478"/>
          <ac:spMkLst>
            <pc:docMk/>
            <pc:sldMk cId="1070784092" sldId="292"/>
            <ac:spMk id="3" creationId="{DEC02578-2A64-9E3C-E1C8-22B3047F230D}"/>
          </ac:spMkLst>
        </pc:spChg>
        <pc:spChg chg="del">
          <ac:chgData name="Jervis LEE (IRAS)" userId="f5b4a8ae-594f-49a5-9990-0eb6ae48a4f9" providerId="ADAL" clId="{5BC9F464-DC04-46F4-8DA6-256EAADECE55}" dt="2026-05-08T03:43:07.051" v="16003" actId="478"/>
          <ac:spMkLst>
            <pc:docMk/>
            <pc:sldMk cId="1070784092" sldId="292"/>
            <ac:spMk id="5" creationId="{635B8BD3-984E-E2CA-384E-BD22ECEA8412}"/>
          </ac:spMkLst>
        </pc:spChg>
        <pc:spChg chg="del">
          <ac:chgData name="Jervis LEE (IRAS)" userId="f5b4a8ae-594f-49a5-9990-0eb6ae48a4f9" providerId="ADAL" clId="{5BC9F464-DC04-46F4-8DA6-256EAADECE55}" dt="2026-05-08T03:43:07.051" v="16003" actId="478"/>
          <ac:spMkLst>
            <pc:docMk/>
            <pc:sldMk cId="1070784092" sldId="292"/>
            <ac:spMk id="6" creationId="{506F4224-FB8E-CCA3-77CE-B0DE8C49FDDA}"/>
          </ac:spMkLst>
        </pc:spChg>
        <pc:spChg chg="del">
          <ac:chgData name="Jervis LEE (IRAS)" userId="f5b4a8ae-594f-49a5-9990-0eb6ae48a4f9" providerId="ADAL" clId="{5BC9F464-DC04-46F4-8DA6-256EAADECE55}" dt="2026-05-08T03:43:07.051" v="16003" actId="478"/>
          <ac:spMkLst>
            <pc:docMk/>
            <pc:sldMk cId="1070784092" sldId="292"/>
            <ac:spMk id="7" creationId="{01D0AF67-004F-A5E1-7401-B4A6C7E32F87}"/>
          </ac:spMkLst>
        </pc:spChg>
      </pc:sldChg>
      <pc:sldChg chg="addSp delSp modSp add mod">
        <pc:chgData name="Jervis LEE (IRAS)" userId="f5b4a8ae-594f-49a5-9990-0eb6ae48a4f9" providerId="ADAL" clId="{5BC9F464-DC04-46F4-8DA6-256EAADECE55}" dt="2026-05-08T09:56:56.430" v="28765" actId="20577"/>
        <pc:sldMkLst>
          <pc:docMk/>
          <pc:sldMk cId="1065277902" sldId="293"/>
        </pc:sldMkLst>
        <pc:spChg chg="mod">
          <ac:chgData name="Jervis LEE (IRAS)" userId="f5b4a8ae-594f-49a5-9990-0eb6ae48a4f9" providerId="ADAL" clId="{5BC9F464-DC04-46F4-8DA6-256EAADECE55}" dt="2026-05-08T05:38:06.583" v="19346" actId="20577"/>
          <ac:spMkLst>
            <pc:docMk/>
            <pc:sldMk cId="1065277902" sldId="293"/>
            <ac:spMk id="2" creationId="{8E7FA19E-5E90-89F5-09F3-DE392CDB0758}"/>
          </ac:spMkLst>
        </pc:spChg>
        <pc:spChg chg="add mod">
          <ac:chgData name="Jervis LEE (IRAS)" userId="f5b4a8ae-594f-49a5-9990-0eb6ae48a4f9" providerId="ADAL" clId="{5BC9F464-DC04-46F4-8DA6-256EAADECE55}" dt="2026-05-08T05:32:40.110" v="18930" actId="1038"/>
          <ac:spMkLst>
            <pc:docMk/>
            <pc:sldMk cId="1065277902" sldId="293"/>
            <ac:spMk id="3" creationId="{597AAD61-F4C2-B013-5A5E-E3758A916494}"/>
          </ac:spMkLst>
        </pc:spChg>
        <pc:spChg chg="add mod">
          <ac:chgData name="Jervis LEE (IRAS)" userId="f5b4a8ae-594f-49a5-9990-0eb6ae48a4f9" providerId="ADAL" clId="{5BC9F464-DC04-46F4-8DA6-256EAADECE55}" dt="2026-05-08T04:49:21.932" v="17538" actId="1037"/>
          <ac:spMkLst>
            <pc:docMk/>
            <pc:sldMk cId="1065277902" sldId="293"/>
            <ac:spMk id="5" creationId="{8BE0E446-0A7F-9C14-F5B0-2DEEFB31662A}"/>
          </ac:spMkLst>
        </pc:spChg>
        <pc:spChg chg="add mod">
          <ac:chgData name="Jervis LEE (IRAS)" userId="f5b4a8ae-594f-49a5-9990-0eb6ae48a4f9" providerId="ADAL" clId="{5BC9F464-DC04-46F4-8DA6-256EAADECE55}" dt="2026-05-08T05:32:40.110" v="18930" actId="1038"/>
          <ac:spMkLst>
            <pc:docMk/>
            <pc:sldMk cId="1065277902" sldId="293"/>
            <ac:spMk id="6" creationId="{505BE560-963C-EB24-C771-61AB38F7A9EA}"/>
          </ac:spMkLst>
        </pc:spChg>
        <pc:spChg chg="add mod">
          <ac:chgData name="Jervis LEE (IRAS)" userId="f5b4a8ae-594f-49a5-9990-0eb6ae48a4f9" providerId="ADAL" clId="{5BC9F464-DC04-46F4-8DA6-256EAADECE55}" dt="2026-05-08T05:32:40.110" v="18930" actId="1038"/>
          <ac:spMkLst>
            <pc:docMk/>
            <pc:sldMk cId="1065277902" sldId="293"/>
            <ac:spMk id="7" creationId="{F9BFB6A4-7493-1C0C-675D-C11C6D21B0DC}"/>
          </ac:spMkLst>
        </pc:spChg>
        <pc:spChg chg="add mod">
          <ac:chgData name="Jervis LEE (IRAS)" userId="f5b4a8ae-594f-49a5-9990-0eb6ae48a4f9" providerId="ADAL" clId="{5BC9F464-DC04-46F4-8DA6-256EAADECE55}" dt="2026-05-08T05:32:40.110" v="18930" actId="1038"/>
          <ac:spMkLst>
            <pc:docMk/>
            <pc:sldMk cId="1065277902" sldId="293"/>
            <ac:spMk id="8" creationId="{5B0B6C22-DCBD-901D-72B5-FA2B690244E4}"/>
          </ac:spMkLst>
        </pc:spChg>
        <pc:spChg chg="add mod">
          <ac:chgData name="Jervis LEE (IRAS)" userId="f5b4a8ae-594f-49a5-9990-0eb6ae48a4f9" providerId="ADAL" clId="{5BC9F464-DC04-46F4-8DA6-256EAADECE55}" dt="2026-05-08T05:33:40.264" v="18984" actId="20577"/>
          <ac:spMkLst>
            <pc:docMk/>
            <pc:sldMk cId="1065277902" sldId="293"/>
            <ac:spMk id="9" creationId="{65FA4490-FA07-5EFF-BC1F-3168DCC4B39B}"/>
          </ac:spMkLst>
        </pc:spChg>
        <pc:spChg chg="add mod">
          <ac:chgData name="Jervis LEE (IRAS)" userId="f5b4a8ae-594f-49a5-9990-0eb6ae48a4f9" providerId="ADAL" clId="{5BC9F464-DC04-46F4-8DA6-256EAADECE55}" dt="2026-05-08T05:32:40.110" v="18930" actId="1038"/>
          <ac:spMkLst>
            <pc:docMk/>
            <pc:sldMk cId="1065277902" sldId="293"/>
            <ac:spMk id="10" creationId="{10C57888-3408-1B84-F199-9254867ABD45}"/>
          </ac:spMkLst>
        </pc:spChg>
        <pc:spChg chg="add mod">
          <ac:chgData name="Jervis LEE (IRAS)" userId="f5b4a8ae-594f-49a5-9990-0eb6ae48a4f9" providerId="ADAL" clId="{5BC9F464-DC04-46F4-8DA6-256EAADECE55}" dt="2026-05-08T04:49:21.932" v="17538" actId="1037"/>
          <ac:spMkLst>
            <pc:docMk/>
            <pc:sldMk cId="1065277902" sldId="293"/>
            <ac:spMk id="11" creationId="{3A643BCF-29A0-81F4-500E-2A5ACAC8BD79}"/>
          </ac:spMkLst>
        </pc:spChg>
        <pc:spChg chg="add del mod">
          <ac:chgData name="Jervis LEE (IRAS)" userId="f5b4a8ae-594f-49a5-9990-0eb6ae48a4f9" providerId="ADAL" clId="{5BC9F464-DC04-46F4-8DA6-256EAADECE55}" dt="2026-05-08T03:47:34.856" v="16166" actId="478"/>
          <ac:spMkLst>
            <pc:docMk/>
            <pc:sldMk cId="1065277902" sldId="293"/>
            <ac:spMk id="12" creationId="{1A251EF0-4BDE-2233-C19F-82677A9B6350}"/>
          </ac:spMkLst>
        </pc:spChg>
        <pc:spChg chg="add del mod">
          <ac:chgData name="Jervis LEE (IRAS)" userId="f5b4a8ae-594f-49a5-9990-0eb6ae48a4f9" providerId="ADAL" clId="{5BC9F464-DC04-46F4-8DA6-256EAADECE55}" dt="2026-05-08T03:49:09.608" v="16191" actId="478"/>
          <ac:spMkLst>
            <pc:docMk/>
            <pc:sldMk cId="1065277902" sldId="293"/>
            <ac:spMk id="13" creationId="{2A43A3CA-5270-C660-A4AA-B4C905A27E2B}"/>
          </ac:spMkLst>
        </pc:spChg>
        <pc:spChg chg="add del mod">
          <ac:chgData name="Jervis LEE (IRAS)" userId="f5b4a8ae-594f-49a5-9990-0eb6ae48a4f9" providerId="ADAL" clId="{5BC9F464-DC04-46F4-8DA6-256EAADECE55}" dt="2026-05-08T03:49:09.608" v="16191" actId="478"/>
          <ac:spMkLst>
            <pc:docMk/>
            <pc:sldMk cId="1065277902" sldId="293"/>
            <ac:spMk id="14" creationId="{2EA682EA-F26F-7779-F6F3-B85A1FCCA220}"/>
          </ac:spMkLst>
        </pc:spChg>
        <pc:spChg chg="add del mod">
          <ac:chgData name="Jervis LEE (IRAS)" userId="f5b4a8ae-594f-49a5-9990-0eb6ae48a4f9" providerId="ADAL" clId="{5BC9F464-DC04-46F4-8DA6-256EAADECE55}" dt="2026-05-08T03:49:09.608" v="16191" actId="478"/>
          <ac:spMkLst>
            <pc:docMk/>
            <pc:sldMk cId="1065277902" sldId="293"/>
            <ac:spMk id="15" creationId="{F92B8D99-4552-2FC2-7629-9884BF765DCF}"/>
          </ac:spMkLst>
        </pc:spChg>
        <pc:spChg chg="add mod">
          <ac:chgData name="Jervis LEE (IRAS)" userId="f5b4a8ae-594f-49a5-9990-0eb6ae48a4f9" providerId="ADAL" clId="{5BC9F464-DC04-46F4-8DA6-256EAADECE55}" dt="2026-05-08T04:49:15.482" v="17515" actId="14100"/>
          <ac:spMkLst>
            <pc:docMk/>
            <pc:sldMk cId="1065277902" sldId="293"/>
            <ac:spMk id="16" creationId="{A80DB5B6-B602-42F5-DBCD-197108CE447D}"/>
          </ac:spMkLst>
        </pc:spChg>
        <pc:spChg chg="add mod">
          <ac:chgData name="Jervis LEE (IRAS)" userId="f5b4a8ae-594f-49a5-9990-0eb6ae48a4f9" providerId="ADAL" clId="{5BC9F464-DC04-46F4-8DA6-256EAADECE55}" dt="2026-05-08T05:33:15.953" v="18961" actId="20577"/>
          <ac:spMkLst>
            <pc:docMk/>
            <pc:sldMk cId="1065277902" sldId="293"/>
            <ac:spMk id="17" creationId="{DDE5E7EF-11A0-D9FA-3960-1BDDA12C4EF8}"/>
          </ac:spMkLst>
        </pc:spChg>
        <pc:spChg chg="add del mod">
          <ac:chgData name="Jervis LEE (IRAS)" userId="f5b4a8ae-594f-49a5-9990-0eb6ae48a4f9" providerId="ADAL" clId="{5BC9F464-DC04-46F4-8DA6-256EAADECE55}" dt="2026-05-08T05:37:52.550" v="19336" actId="478"/>
          <ac:spMkLst>
            <pc:docMk/>
            <pc:sldMk cId="1065277902" sldId="293"/>
            <ac:spMk id="18" creationId="{738EFF88-98A5-186C-B70B-8CD52BB68374}"/>
          </ac:spMkLst>
        </pc:spChg>
        <pc:spChg chg="add del mod">
          <ac:chgData name="Jervis LEE (IRAS)" userId="f5b4a8ae-594f-49a5-9990-0eb6ae48a4f9" providerId="ADAL" clId="{5BC9F464-DC04-46F4-8DA6-256EAADECE55}" dt="2026-05-08T03:49:09.608" v="16191" actId="478"/>
          <ac:spMkLst>
            <pc:docMk/>
            <pc:sldMk cId="1065277902" sldId="293"/>
            <ac:spMk id="18" creationId="{904AA256-8523-E1B1-B375-D4F3E9D54703}"/>
          </ac:spMkLst>
        </pc:spChg>
        <pc:spChg chg="add del mod">
          <ac:chgData name="Jervis LEE (IRAS)" userId="f5b4a8ae-594f-49a5-9990-0eb6ae48a4f9" providerId="ADAL" clId="{5BC9F464-DC04-46F4-8DA6-256EAADECE55}" dt="2026-05-08T03:49:09.608" v="16191" actId="478"/>
          <ac:spMkLst>
            <pc:docMk/>
            <pc:sldMk cId="1065277902" sldId="293"/>
            <ac:spMk id="19" creationId="{B7D07594-25B1-D6DF-6CDD-76B4CA58C81B}"/>
          </ac:spMkLst>
        </pc:spChg>
        <pc:spChg chg="add mod">
          <ac:chgData name="Jervis LEE (IRAS)" userId="f5b4a8ae-594f-49a5-9990-0eb6ae48a4f9" providerId="ADAL" clId="{5BC9F464-DC04-46F4-8DA6-256EAADECE55}" dt="2026-05-08T09:15:50.245" v="26503" actId="1076"/>
          <ac:spMkLst>
            <pc:docMk/>
            <pc:sldMk cId="1065277902" sldId="293"/>
            <ac:spMk id="19" creationId="{E5938411-0E46-C75E-975D-82A4A9921F80}"/>
          </ac:spMkLst>
        </pc:spChg>
        <pc:spChg chg="add mod">
          <ac:chgData name="Jervis LEE (IRAS)" userId="f5b4a8ae-594f-49a5-9990-0eb6ae48a4f9" providerId="ADAL" clId="{5BC9F464-DC04-46F4-8DA6-256EAADECE55}" dt="2026-05-08T05:32:40.110" v="18930" actId="1038"/>
          <ac:spMkLst>
            <pc:docMk/>
            <pc:sldMk cId="1065277902" sldId="293"/>
            <ac:spMk id="21" creationId="{F580E3B5-E953-1ED0-4294-970073AE4983}"/>
          </ac:spMkLst>
        </pc:spChg>
        <pc:spChg chg="add del mod">
          <ac:chgData name="Jervis LEE (IRAS)" userId="f5b4a8ae-594f-49a5-9990-0eb6ae48a4f9" providerId="ADAL" clId="{5BC9F464-DC04-46F4-8DA6-256EAADECE55}" dt="2026-05-08T03:49:18.346" v="16194" actId="478"/>
          <ac:spMkLst>
            <pc:docMk/>
            <pc:sldMk cId="1065277902" sldId="293"/>
            <ac:spMk id="22" creationId="{C9C7F85A-5A81-E3E2-AFF8-FBCF5C3E597E}"/>
          </ac:spMkLst>
        </pc:spChg>
        <pc:spChg chg="add mod">
          <ac:chgData name="Jervis LEE (IRAS)" userId="f5b4a8ae-594f-49a5-9990-0eb6ae48a4f9" providerId="ADAL" clId="{5BC9F464-DC04-46F4-8DA6-256EAADECE55}" dt="2026-05-08T09:33:14.449" v="27597" actId="1036"/>
          <ac:spMkLst>
            <pc:docMk/>
            <pc:sldMk cId="1065277902" sldId="293"/>
            <ac:spMk id="29" creationId="{93D41822-06B5-FCFE-8806-A65C3AED21F8}"/>
          </ac:spMkLst>
        </pc:spChg>
        <pc:spChg chg="add mod">
          <ac:chgData name="Jervis LEE (IRAS)" userId="f5b4a8ae-594f-49a5-9990-0eb6ae48a4f9" providerId="ADAL" clId="{5BC9F464-DC04-46F4-8DA6-256EAADECE55}" dt="2026-05-08T09:56:56.430" v="28765" actId="20577"/>
          <ac:spMkLst>
            <pc:docMk/>
            <pc:sldMk cId="1065277902" sldId="293"/>
            <ac:spMk id="30" creationId="{1AA31B98-9077-4C04-A2BF-4AFAD37EB076}"/>
          </ac:spMkLst>
        </pc:spChg>
        <pc:spChg chg="add del mod">
          <ac:chgData name="Jervis LEE (IRAS)" userId="f5b4a8ae-594f-49a5-9990-0eb6ae48a4f9" providerId="ADAL" clId="{5BC9F464-DC04-46F4-8DA6-256EAADECE55}" dt="2026-05-08T04:02:54.954" v="16619" actId="478"/>
          <ac:spMkLst>
            <pc:docMk/>
            <pc:sldMk cId="1065277902" sldId="293"/>
            <ac:spMk id="33" creationId="{B5C91E04-5CFD-5E2C-5301-1CE1BD1DFD8A}"/>
          </ac:spMkLst>
        </pc:spChg>
        <pc:spChg chg="add mod">
          <ac:chgData name="Jervis LEE (IRAS)" userId="f5b4a8ae-594f-49a5-9990-0eb6ae48a4f9" providerId="ADAL" clId="{5BC9F464-DC04-46F4-8DA6-256EAADECE55}" dt="2026-05-08T05:35:00.555" v="19118" actId="255"/>
          <ac:spMkLst>
            <pc:docMk/>
            <pc:sldMk cId="1065277902" sldId="293"/>
            <ac:spMk id="34" creationId="{D99A8C22-E23A-5013-CDEE-342A891DBDC3}"/>
          </ac:spMkLst>
        </pc:spChg>
        <pc:spChg chg="add mod">
          <ac:chgData name="Jervis LEE (IRAS)" userId="f5b4a8ae-594f-49a5-9990-0eb6ae48a4f9" providerId="ADAL" clId="{5BC9F464-DC04-46F4-8DA6-256EAADECE55}" dt="2026-05-08T05:34:59.125" v="19115" actId="255"/>
          <ac:spMkLst>
            <pc:docMk/>
            <pc:sldMk cId="1065277902" sldId="293"/>
            <ac:spMk id="35" creationId="{5835EB5A-F872-318D-6D38-C90C1B7438B0}"/>
          </ac:spMkLst>
        </pc:spChg>
        <pc:spChg chg="add mod">
          <ac:chgData name="Jervis LEE (IRAS)" userId="f5b4a8ae-594f-49a5-9990-0eb6ae48a4f9" providerId="ADAL" clId="{5BC9F464-DC04-46F4-8DA6-256EAADECE55}" dt="2026-05-08T05:34:59.721" v="19116" actId="255"/>
          <ac:spMkLst>
            <pc:docMk/>
            <pc:sldMk cId="1065277902" sldId="293"/>
            <ac:spMk id="42" creationId="{A965379D-4CEC-3008-2DEA-5C8165CE29A5}"/>
          </ac:spMkLst>
        </pc:spChg>
        <pc:spChg chg="add mod">
          <ac:chgData name="Jervis LEE (IRAS)" userId="f5b4a8ae-594f-49a5-9990-0eb6ae48a4f9" providerId="ADAL" clId="{5BC9F464-DC04-46F4-8DA6-256EAADECE55}" dt="2026-05-08T05:32:40.110" v="18930" actId="1038"/>
          <ac:spMkLst>
            <pc:docMk/>
            <pc:sldMk cId="1065277902" sldId="293"/>
            <ac:spMk id="47" creationId="{F4A58717-EC82-D4FF-13C7-56CFDC8C446A}"/>
          </ac:spMkLst>
        </pc:spChg>
        <pc:spChg chg="add mod">
          <ac:chgData name="Jervis LEE (IRAS)" userId="f5b4a8ae-594f-49a5-9990-0eb6ae48a4f9" providerId="ADAL" clId="{5BC9F464-DC04-46F4-8DA6-256EAADECE55}" dt="2026-05-08T04:49:21.932" v="17538" actId="1037"/>
          <ac:spMkLst>
            <pc:docMk/>
            <pc:sldMk cId="1065277902" sldId="293"/>
            <ac:spMk id="48" creationId="{157D4B03-CA21-7D5A-810E-3988E3A52708}"/>
          </ac:spMkLst>
        </pc:spChg>
        <pc:spChg chg="add mod">
          <ac:chgData name="Jervis LEE (IRAS)" userId="f5b4a8ae-594f-49a5-9990-0eb6ae48a4f9" providerId="ADAL" clId="{5BC9F464-DC04-46F4-8DA6-256EAADECE55}" dt="2026-05-08T05:32:40.110" v="18930" actId="1038"/>
          <ac:spMkLst>
            <pc:docMk/>
            <pc:sldMk cId="1065277902" sldId="293"/>
            <ac:spMk id="61" creationId="{DA52DE36-C270-5EFD-1968-D1C34AF4B5BB}"/>
          </ac:spMkLst>
        </pc:spChg>
        <pc:spChg chg="add mod">
          <ac:chgData name="Jervis LEE (IRAS)" userId="f5b4a8ae-594f-49a5-9990-0eb6ae48a4f9" providerId="ADAL" clId="{5BC9F464-DC04-46F4-8DA6-256EAADECE55}" dt="2026-05-08T05:32:40.110" v="18930" actId="1038"/>
          <ac:spMkLst>
            <pc:docMk/>
            <pc:sldMk cId="1065277902" sldId="293"/>
            <ac:spMk id="65" creationId="{AE7392ED-B85A-5353-4746-EA8AF842A912}"/>
          </ac:spMkLst>
        </pc:spChg>
        <pc:spChg chg="add mod">
          <ac:chgData name="Jervis LEE (IRAS)" userId="f5b4a8ae-594f-49a5-9990-0eb6ae48a4f9" providerId="ADAL" clId="{5BC9F464-DC04-46F4-8DA6-256EAADECE55}" dt="2026-05-08T05:27:34.127" v="18780" actId="1037"/>
          <ac:spMkLst>
            <pc:docMk/>
            <pc:sldMk cId="1065277902" sldId="293"/>
            <ac:spMk id="70" creationId="{8115F001-10F1-879C-0975-5334E89FDABA}"/>
          </ac:spMkLst>
        </pc:spChg>
        <pc:spChg chg="add mod">
          <ac:chgData name="Jervis LEE (IRAS)" userId="f5b4a8ae-594f-49a5-9990-0eb6ae48a4f9" providerId="ADAL" clId="{5BC9F464-DC04-46F4-8DA6-256EAADECE55}" dt="2026-05-08T05:27:34.127" v="18780" actId="1037"/>
          <ac:spMkLst>
            <pc:docMk/>
            <pc:sldMk cId="1065277902" sldId="293"/>
            <ac:spMk id="71" creationId="{3F0596CE-0331-892B-282A-D10BFBE7F3FE}"/>
          </ac:spMkLst>
        </pc:spChg>
        <pc:spChg chg="mod">
          <ac:chgData name="Jervis LEE (IRAS)" userId="f5b4a8ae-594f-49a5-9990-0eb6ae48a4f9" providerId="ADAL" clId="{5BC9F464-DC04-46F4-8DA6-256EAADECE55}" dt="2026-05-08T05:14:00.354" v="17661" actId="1037"/>
          <ac:spMkLst>
            <pc:docMk/>
            <pc:sldMk cId="1065277902" sldId="293"/>
            <ac:spMk id="72" creationId="{1F04901B-4ABE-86E5-585B-5E36B4C0CE3A}"/>
          </ac:spMkLst>
        </pc:spChg>
        <pc:spChg chg="add del mod">
          <ac:chgData name="Jervis LEE (IRAS)" userId="f5b4a8ae-594f-49a5-9990-0eb6ae48a4f9" providerId="ADAL" clId="{5BC9F464-DC04-46F4-8DA6-256EAADECE55}" dt="2026-05-08T04:49:47.531" v="17564" actId="478"/>
          <ac:spMkLst>
            <pc:docMk/>
            <pc:sldMk cId="1065277902" sldId="293"/>
            <ac:spMk id="73" creationId="{45172431-53AD-9E95-7FA7-E79BEF3982C9}"/>
          </ac:spMkLst>
        </pc:spChg>
        <pc:spChg chg="add del mod">
          <ac:chgData name="Jervis LEE (IRAS)" userId="f5b4a8ae-594f-49a5-9990-0eb6ae48a4f9" providerId="ADAL" clId="{5BC9F464-DC04-46F4-8DA6-256EAADECE55}" dt="2026-05-08T04:49:47.531" v="17564" actId="478"/>
          <ac:spMkLst>
            <pc:docMk/>
            <pc:sldMk cId="1065277902" sldId="293"/>
            <ac:spMk id="74" creationId="{74B7F686-76AD-E9C7-3E7E-CBD46B90931F}"/>
          </ac:spMkLst>
        </pc:spChg>
        <pc:spChg chg="add mod">
          <ac:chgData name="Jervis LEE (IRAS)" userId="f5b4a8ae-594f-49a5-9990-0eb6ae48a4f9" providerId="ADAL" clId="{5BC9F464-DC04-46F4-8DA6-256EAADECE55}" dt="2026-05-08T05:27:34.127" v="18780" actId="1037"/>
          <ac:spMkLst>
            <pc:docMk/>
            <pc:sldMk cId="1065277902" sldId="293"/>
            <ac:spMk id="76" creationId="{FA80FFED-BC45-A9A8-9E77-C60234203DEF}"/>
          </ac:spMkLst>
        </pc:spChg>
        <pc:spChg chg="add del mod">
          <ac:chgData name="Jervis LEE (IRAS)" userId="f5b4a8ae-594f-49a5-9990-0eb6ae48a4f9" providerId="ADAL" clId="{5BC9F464-DC04-46F4-8DA6-256EAADECE55}" dt="2026-05-08T05:14:38.905" v="17729" actId="478"/>
          <ac:spMkLst>
            <pc:docMk/>
            <pc:sldMk cId="1065277902" sldId="293"/>
            <ac:spMk id="79" creationId="{00720996-9292-BECC-F68D-357205665877}"/>
          </ac:spMkLst>
        </pc:spChg>
        <pc:spChg chg="add del mod">
          <ac:chgData name="Jervis LEE (IRAS)" userId="f5b4a8ae-594f-49a5-9990-0eb6ae48a4f9" providerId="ADAL" clId="{5BC9F464-DC04-46F4-8DA6-256EAADECE55}" dt="2026-05-08T04:49:47.531" v="17564" actId="478"/>
          <ac:spMkLst>
            <pc:docMk/>
            <pc:sldMk cId="1065277902" sldId="293"/>
            <ac:spMk id="80" creationId="{1ECD6DDD-6B22-C892-D04F-33AD56D52E99}"/>
          </ac:spMkLst>
        </pc:spChg>
        <pc:spChg chg="add del mod">
          <ac:chgData name="Jervis LEE (IRAS)" userId="f5b4a8ae-594f-49a5-9990-0eb6ae48a4f9" providerId="ADAL" clId="{5BC9F464-DC04-46F4-8DA6-256EAADECE55}" dt="2026-05-08T05:14:07.135" v="17662" actId="478"/>
          <ac:spMkLst>
            <pc:docMk/>
            <pc:sldMk cId="1065277902" sldId="293"/>
            <ac:spMk id="81" creationId="{8798FA31-D6D6-C0BA-0DF6-63E42CB28472}"/>
          </ac:spMkLst>
        </pc:spChg>
        <pc:spChg chg="add mod">
          <ac:chgData name="Jervis LEE (IRAS)" userId="f5b4a8ae-594f-49a5-9990-0eb6ae48a4f9" providerId="ADAL" clId="{5BC9F464-DC04-46F4-8DA6-256EAADECE55}" dt="2026-05-08T05:27:34.127" v="18780" actId="1037"/>
          <ac:spMkLst>
            <pc:docMk/>
            <pc:sldMk cId="1065277902" sldId="293"/>
            <ac:spMk id="83" creationId="{9CB00E44-59D9-1CA4-C31C-F2EF1CDD7581}"/>
          </ac:spMkLst>
        </pc:spChg>
        <pc:spChg chg="mod">
          <ac:chgData name="Jervis LEE (IRAS)" userId="f5b4a8ae-594f-49a5-9990-0eb6ae48a4f9" providerId="ADAL" clId="{5BC9F464-DC04-46F4-8DA6-256EAADECE55}" dt="2026-05-08T05:14:00.354" v="17661" actId="1037"/>
          <ac:spMkLst>
            <pc:docMk/>
            <pc:sldMk cId="1065277902" sldId="293"/>
            <ac:spMk id="84" creationId="{423207BD-590D-88CC-A886-AC860E0A5078}"/>
          </ac:spMkLst>
        </pc:spChg>
        <pc:spChg chg="add mod">
          <ac:chgData name="Jervis LEE (IRAS)" userId="f5b4a8ae-594f-49a5-9990-0eb6ae48a4f9" providerId="ADAL" clId="{5BC9F464-DC04-46F4-8DA6-256EAADECE55}" dt="2026-05-08T05:34:13.938" v="19106" actId="20577"/>
          <ac:spMkLst>
            <pc:docMk/>
            <pc:sldMk cId="1065277902" sldId="293"/>
            <ac:spMk id="86" creationId="{B241A672-2AB5-DF3F-017F-4342A14871E2}"/>
          </ac:spMkLst>
        </pc:spChg>
        <pc:spChg chg="mod">
          <ac:chgData name="Jervis LEE (IRAS)" userId="f5b4a8ae-594f-49a5-9990-0eb6ae48a4f9" providerId="ADAL" clId="{5BC9F464-DC04-46F4-8DA6-256EAADECE55}" dt="2026-05-08T05:27:34.127" v="18780" actId="1037"/>
          <ac:spMkLst>
            <pc:docMk/>
            <pc:sldMk cId="1065277902" sldId="293"/>
            <ac:spMk id="88" creationId="{9419BC0C-5F14-C791-E8E8-A4F335267509}"/>
          </ac:spMkLst>
        </pc:spChg>
        <pc:spChg chg="add mod">
          <ac:chgData name="Jervis LEE (IRAS)" userId="f5b4a8ae-594f-49a5-9990-0eb6ae48a4f9" providerId="ADAL" clId="{5BC9F464-DC04-46F4-8DA6-256EAADECE55}" dt="2026-05-08T09:55:24.279" v="28669" actId="1035"/>
          <ac:spMkLst>
            <pc:docMk/>
            <pc:sldMk cId="1065277902" sldId="293"/>
            <ac:spMk id="89" creationId="{D8795534-1719-5320-8DD9-2AA46B145FBC}"/>
          </ac:spMkLst>
        </pc:spChg>
        <pc:spChg chg="add mod">
          <ac:chgData name="Jervis LEE (IRAS)" userId="f5b4a8ae-594f-49a5-9990-0eb6ae48a4f9" providerId="ADAL" clId="{5BC9F464-DC04-46F4-8DA6-256EAADECE55}" dt="2026-05-08T07:31:46.209" v="23085" actId="20577"/>
          <ac:spMkLst>
            <pc:docMk/>
            <pc:sldMk cId="1065277902" sldId="293"/>
            <ac:spMk id="90" creationId="{EE0361D3-DCA1-300C-07F7-EAD3B7487647}"/>
          </ac:spMkLst>
        </pc:spChg>
        <pc:spChg chg="add mod">
          <ac:chgData name="Jervis LEE (IRAS)" userId="f5b4a8ae-594f-49a5-9990-0eb6ae48a4f9" providerId="ADAL" clId="{5BC9F464-DC04-46F4-8DA6-256EAADECE55}" dt="2026-05-08T08:16:37.845" v="24244" actId="20577"/>
          <ac:spMkLst>
            <pc:docMk/>
            <pc:sldMk cId="1065277902" sldId="293"/>
            <ac:spMk id="93" creationId="{BCFD32A7-B982-AD12-6153-16BB6533DF8E}"/>
          </ac:spMkLst>
        </pc:spChg>
        <pc:spChg chg="add mod">
          <ac:chgData name="Jervis LEE (IRAS)" userId="f5b4a8ae-594f-49a5-9990-0eb6ae48a4f9" providerId="ADAL" clId="{5BC9F464-DC04-46F4-8DA6-256EAADECE55}" dt="2026-05-08T08:16:44.547" v="24251" actId="20577"/>
          <ac:spMkLst>
            <pc:docMk/>
            <pc:sldMk cId="1065277902" sldId="293"/>
            <ac:spMk id="94" creationId="{B4D0735E-1E27-FA1F-2197-C6084985D34F}"/>
          </ac:spMkLst>
        </pc:spChg>
        <pc:spChg chg="add mod">
          <ac:chgData name="Jervis LEE (IRAS)" userId="f5b4a8ae-594f-49a5-9990-0eb6ae48a4f9" providerId="ADAL" clId="{5BC9F464-DC04-46F4-8DA6-256EAADECE55}" dt="2026-05-08T05:27:38.600" v="18791" actId="1038"/>
          <ac:spMkLst>
            <pc:docMk/>
            <pc:sldMk cId="1065277902" sldId="293"/>
            <ac:spMk id="95" creationId="{FCB40CB2-8BC8-42A7-55CF-36C3DB681EA5}"/>
          </ac:spMkLst>
        </pc:spChg>
        <pc:spChg chg="add mod">
          <ac:chgData name="Jervis LEE (IRAS)" userId="f5b4a8ae-594f-49a5-9990-0eb6ae48a4f9" providerId="ADAL" clId="{5BC9F464-DC04-46F4-8DA6-256EAADECE55}" dt="2026-05-08T05:27:53.571" v="18807" actId="20577"/>
          <ac:spMkLst>
            <pc:docMk/>
            <pc:sldMk cId="1065277902" sldId="293"/>
            <ac:spMk id="96" creationId="{E7FC5768-4468-94DC-6A1E-63DD79C1DB84}"/>
          </ac:spMkLst>
        </pc:spChg>
        <pc:spChg chg="add mod">
          <ac:chgData name="Jervis LEE (IRAS)" userId="f5b4a8ae-594f-49a5-9990-0eb6ae48a4f9" providerId="ADAL" clId="{5BC9F464-DC04-46F4-8DA6-256EAADECE55}" dt="2026-05-08T05:27:47.818" v="18802" actId="1037"/>
          <ac:spMkLst>
            <pc:docMk/>
            <pc:sldMk cId="1065277902" sldId="293"/>
            <ac:spMk id="100" creationId="{F5BF6E57-D25D-2480-63CE-EE4C67FD3933}"/>
          </ac:spMkLst>
        </pc:spChg>
        <pc:graphicFrameChg chg="del">
          <ac:chgData name="Jervis LEE (IRAS)" userId="f5b4a8ae-594f-49a5-9990-0eb6ae48a4f9" providerId="ADAL" clId="{5BC9F464-DC04-46F4-8DA6-256EAADECE55}" dt="2026-05-08T03:43:22.691" v="16006" actId="478"/>
          <ac:graphicFrameMkLst>
            <pc:docMk/>
            <pc:sldMk cId="1065277902" sldId="293"/>
            <ac:graphicFrameMk id="9" creationId="{63C4CE9A-8578-FEA2-5F07-D97C28CE6546}"/>
          </ac:graphicFrameMkLst>
        </pc:graphicFrameChg>
        <pc:picChg chg="add mod">
          <ac:chgData name="Jervis LEE (IRAS)" userId="f5b4a8ae-594f-49a5-9990-0eb6ae48a4f9" providerId="ADAL" clId="{5BC9F464-DC04-46F4-8DA6-256EAADECE55}" dt="2026-05-08T04:16:08.572" v="17349" actId="1037"/>
          <ac:picMkLst>
            <pc:docMk/>
            <pc:sldMk cId="1065277902" sldId="293"/>
            <ac:picMk id="20" creationId="{78F4406B-6C28-ADD9-2516-A1A9DC22FAAC}"/>
          </ac:picMkLst>
        </pc:picChg>
        <pc:picChg chg="mod">
          <ac:chgData name="Jervis LEE (IRAS)" userId="f5b4a8ae-594f-49a5-9990-0eb6ae48a4f9" providerId="ADAL" clId="{5BC9F464-DC04-46F4-8DA6-256EAADECE55}" dt="2026-05-08T05:14:00.354" v="17661" actId="1037"/>
          <ac:picMkLst>
            <pc:docMk/>
            <pc:sldMk cId="1065277902" sldId="293"/>
            <ac:picMk id="75" creationId="{7F3089BA-0592-707F-AED0-672D652875F8}"/>
          </ac:picMkLst>
        </pc:picChg>
        <pc:cxnChg chg="add mod">
          <ac:chgData name="Jervis LEE (IRAS)" userId="f5b4a8ae-594f-49a5-9990-0eb6ae48a4f9" providerId="ADAL" clId="{5BC9F464-DC04-46F4-8DA6-256EAADECE55}" dt="2026-05-08T05:32:03.320" v="18875" actId="1036"/>
          <ac:cxnSpMkLst>
            <pc:docMk/>
            <pc:sldMk cId="1065277902" sldId="293"/>
            <ac:cxnSpMk id="12" creationId="{87BF0456-2769-B761-42FD-110BE840FF33}"/>
          </ac:cxnSpMkLst>
        </pc:cxnChg>
        <pc:cxnChg chg="add mod">
          <ac:chgData name="Jervis LEE (IRAS)" userId="f5b4a8ae-594f-49a5-9990-0eb6ae48a4f9" providerId="ADAL" clId="{5BC9F464-DC04-46F4-8DA6-256EAADECE55}" dt="2026-05-08T09:16:23.737" v="26509" actId="14100"/>
          <ac:cxnSpMkLst>
            <pc:docMk/>
            <pc:sldMk cId="1065277902" sldId="293"/>
            <ac:cxnSpMk id="22" creationId="{9A33C359-76A0-D3C0-9FC5-950774E9E933}"/>
          </ac:cxnSpMkLst>
        </pc:cxnChg>
        <pc:cxnChg chg="add mod">
          <ac:chgData name="Jervis LEE (IRAS)" userId="f5b4a8ae-594f-49a5-9990-0eb6ae48a4f9" providerId="ADAL" clId="{5BC9F464-DC04-46F4-8DA6-256EAADECE55}" dt="2026-05-08T04:16:08.572" v="17349" actId="1037"/>
          <ac:cxnSpMkLst>
            <pc:docMk/>
            <pc:sldMk cId="1065277902" sldId="293"/>
            <ac:cxnSpMk id="23" creationId="{ADCF9BA5-DDCB-5E3D-2AE8-80F7D3EEF5AA}"/>
          </ac:cxnSpMkLst>
        </pc:cxnChg>
        <pc:cxnChg chg="add mod">
          <ac:chgData name="Jervis LEE (IRAS)" userId="f5b4a8ae-594f-49a5-9990-0eb6ae48a4f9" providerId="ADAL" clId="{5BC9F464-DC04-46F4-8DA6-256EAADECE55}" dt="2026-05-08T04:16:08.572" v="17349" actId="1037"/>
          <ac:cxnSpMkLst>
            <pc:docMk/>
            <pc:sldMk cId="1065277902" sldId="293"/>
            <ac:cxnSpMk id="28" creationId="{DAB4C7F6-58F3-CAE1-959F-1E6BAE43C00E}"/>
          </ac:cxnSpMkLst>
        </pc:cxnChg>
        <pc:cxnChg chg="add mod">
          <ac:chgData name="Jervis LEE (IRAS)" userId="f5b4a8ae-594f-49a5-9990-0eb6ae48a4f9" providerId="ADAL" clId="{5BC9F464-DC04-46F4-8DA6-256EAADECE55}" dt="2026-05-08T04:16:08.572" v="17349" actId="1037"/>
          <ac:cxnSpMkLst>
            <pc:docMk/>
            <pc:sldMk cId="1065277902" sldId="293"/>
            <ac:cxnSpMk id="43" creationId="{DA3D5887-6D30-5A47-A8CF-5D66F2B7CA15}"/>
          </ac:cxnSpMkLst>
        </pc:cxnChg>
        <pc:cxnChg chg="add mod">
          <ac:chgData name="Jervis LEE (IRAS)" userId="f5b4a8ae-594f-49a5-9990-0eb6ae48a4f9" providerId="ADAL" clId="{5BC9F464-DC04-46F4-8DA6-256EAADECE55}" dt="2026-05-08T04:16:44.015" v="17381" actId="1035"/>
          <ac:cxnSpMkLst>
            <pc:docMk/>
            <pc:sldMk cId="1065277902" sldId="293"/>
            <ac:cxnSpMk id="58" creationId="{124D7F7B-175C-8E75-B213-CDC02A9E357F}"/>
          </ac:cxnSpMkLst>
        </pc:cxnChg>
        <pc:cxnChg chg="add mod">
          <ac:chgData name="Jervis LEE (IRAS)" userId="f5b4a8ae-594f-49a5-9990-0eb6ae48a4f9" providerId="ADAL" clId="{5BC9F464-DC04-46F4-8DA6-256EAADECE55}" dt="2026-05-08T04:16:40.133" v="17368" actId="1036"/>
          <ac:cxnSpMkLst>
            <pc:docMk/>
            <pc:sldMk cId="1065277902" sldId="293"/>
            <ac:cxnSpMk id="62" creationId="{9E620C19-C05A-F528-7B5D-A91E15F800D0}"/>
          </ac:cxnSpMkLst>
        </pc:cxnChg>
        <pc:cxnChg chg="del mod">
          <ac:chgData name="Jervis LEE (IRAS)" userId="f5b4a8ae-594f-49a5-9990-0eb6ae48a4f9" providerId="ADAL" clId="{5BC9F464-DC04-46F4-8DA6-256EAADECE55}" dt="2026-05-08T04:49:47.531" v="17564" actId="478"/>
          <ac:cxnSpMkLst>
            <pc:docMk/>
            <pc:sldMk cId="1065277902" sldId="293"/>
            <ac:cxnSpMk id="77" creationId="{908D15B5-ED38-276C-D654-52927E75E117}"/>
          </ac:cxnSpMkLst>
        </pc:cxnChg>
        <pc:cxnChg chg="mod">
          <ac:chgData name="Jervis LEE (IRAS)" userId="f5b4a8ae-594f-49a5-9990-0eb6ae48a4f9" providerId="ADAL" clId="{5BC9F464-DC04-46F4-8DA6-256EAADECE55}" dt="2026-05-08T05:13:53.430" v="17636" actId="1036"/>
          <ac:cxnSpMkLst>
            <pc:docMk/>
            <pc:sldMk cId="1065277902" sldId="293"/>
            <ac:cxnSpMk id="78" creationId="{0A93CEC6-FBF8-C9E3-4E32-F7330BB6EECB}"/>
          </ac:cxnSpMkLst>
        </pc:cxnChg>
        <pc:cxnChg chg="mod">
          <ac:chgData name="Jervis LEE (IRAS)" userId="f5b4a8ae-594f-49a5-9990-0eb6ae48a4f9" providerId="ADAL" clId="{5BC9F464-DC04-46F4-8DA6-256EAADECE55}" dt="2026-05-08T05:13:53.430" v="17636" actId="1036"/>
          <ac:cxnSpMkLst>
            <pc:docMk/>
            <pc:sldMk cId="1065277902" sldId="293"/>
            <ac:cxnSpMk id="82" creationId="{3235D211-C906-4CA6-BE9F-70917C30AEFB}"/>
          </ac:cxnSpMkLst>
        </pc:cxnChg>
        <pc:cxnChg chg="add del mod">
          <ac:chgData name="Jervis LEE (IRAS)" userId="f5b4a8ae-594f-49a5-9990-0eb6ae48a4f9" providerId="ADAL" clId="{5BC9F464-DC04-46F4-8DA6-256EAADECE55}" dt="2026-05-08T05:20:21.717" v="18157" actId="478"/>
          <ac:cxnSpMkLst>
            <pc:docMk/>
            <pc:sldMk cId="1065277902" sldId="293"/>
            <ac:cxnSpMk id="92" creationId="{BE8CF0D5-88D8-97E3-6445-7AAD57D6CCE1}"/>
          </ac:cxnSpMkLst>
        </pc:cxnChg>
        <pc:cxnChg chg="add mod">
          <ac:chgData name="Jervis LEE (IRAS)" userId="f5b4a8ae-594f-49a5-9990-0eb6ae48a4f9" providerId="ADAL" clId="{5BC9F464-DC04-46F4-8DA6-256EAADECE55}" dt="2026-05-08T05:31:41.388" v="18861" actId="1035"/>
          <ac:cxnSpMkLst>
            <pc:docMk/>
            <pc:sldMk cId="1065277902" sldId="293"/>
            <ac:cxnSpMk id="97" creationId="{30D63562-AF16-1C85-72BD-7CDFD93E6F2D}"/>
          </ac:cxnSpMkLst>
        </pc:cxnChg>
      </pc:sldChg>
      <pc:sldChg chg="addSp delSp modSp add mod">
        <pc:chgData name="Jervis LEE (IRAS)" userId="f5b4a8ae-594f-49a5-9990-0eb6ae48a4f9" providerId="ADAL" clId="{5BC9F464-DC04-46F4-8DA6-256EAADECE55}" dt="2026-05-08T09:52:16.426" v="28626" actId="1035"/>
        <pc:sldMkLst>
          <pc:docMk/>
          <pc:sldMk cId="304763221" sldId="294"/>
        </pc:sldMkLst>
        <pc:spChg chg="mod">
          <ac:chgData name="Jervis LEE (IRAS)" userId="f5b4a8ae-594f-49a5-9990-0eb6ae48a4f9" providerId="ADAL" clId="{5BC9F464-DC04-46F4-8DA6-256EAADECE55}" dt="2026-05-08T05:41:50.831" v="19588" actId="20577"/>
          <ac:spMkLst>
            <pc:docMk/>
            <pc:sldMk cId="304763221" sldId="294"/>
            <ac:spMk id="2" creationId="{1F3535A4-8772-12DB-0093-3432B01F2CEB}"/>
          </ac:spMkLst>
        </pc:spChg>
        <pc:spChg chg="del">
          <ac:chgData name="Jervis LEE (IRAS)" userId="f5b4a8ae-594f-49a5-9990-0eb6ae48a4f9" providerId="ADAL" clId="{5BC9F464-DC04-46F4-8DA6-256EAADECE55}" dt="2026-05-08T05:36:55.425" v="19317" actId="478"/>
          <ac:spMkLst>
            <pc:docMk/>
            <pc:sldMk cId="304763221" sldId="294"/>
            <ac:spMk id="3" creationId="{E176EBFD-580F-0F36-1CD4-384BACCA5BB5}"/>
          </ac:spMkLst>
        </pc:spChg>
        <pc:spChg chg="del">
          <ac:chgData name="Jervis LEE (IRAS)" userId="f5b4a8ae-594f-49a5-9990-0eb6ae48a4f9" providerId="ADAL" clId="{5BC9F464-DC04-46F4-8DA6-256EAADECE55}" dt="2026-05-08T05:36:55.425" v="19317" actId="478"/>
          <ac:spMkLst>
            <pc:docMk/>
            <pc:sldMk cId="304763221" sldId="294"/>
            <ac:spMk id="5" creationId="{1DAB4453-0514-8DE3-CE40-C677886400F3}"/>
          </ac:spMkLst>
        </pc:spChg>
        <pc:spChg chg="del">
          <ac:chgData name="Jervis LEE (IRAS)" userId="f5b4a8ae-594f-49a5-9990-0eb6ae48a4f9" providerId="ADAL" clId="{5BC9F464-DC04-46F4-8DA6-256EAADECE55}" dt="2026-05-08T05:36:55.425" v="19317" actId="478"/>
          <ac:spMkLst>
            <pc:docMk/>
            <pc:sldMk cId="304763221" sldId="294"/>
            <ac:spMk id="7" creationId="{DC769CC9-3052-1A5B-5E1C-31554413AD75}"/>
          </ac:spMkLst>
        </pc:spChg>
        <pc:spChg chg="mod">
          <ac:chgData name="Jervis LEE (IRAS)" userId="f5b4a8ae-594f-49a5-9990-0eb6ae48a4f9" providerId="ADAL" clId="{5BC9F464-DC04-46F4-8DA6-256EAADECE55}" dt="2026-05-08T06:15:31.962" v="20692" actId="1035"/>
          <ac:spMkLst>
            <pc:docMk/>
            <pc:sldMk cId="304763221" sldId="294"/>
            <ac:spMk id="9" creationId="{889B5930-D9F7-3F8E-E12E-4CC1108EF693}"/>
          </ac:spMkLst>
        </pc:spChg>
        <pc:spChg chg="del">
          <ac:chgData name="Jervis LEE (IRAS)" userId="f5b4a8ae-594f-49a5-9990-0eb6ae48a4f9" providerId="ADAL" clId="{5BC9F464-DC04-46F4-8DA6-256EAADECE55}" dt="2026-05-08T05:36:55.425" v="19317" actId="478"/>
          <ac:spMkLst>
            <pc:docMk/>
            <pc:sldMk cId="304763221" sldId="294"/>
            <ac:spMk id="11" creationId="{36E5F7DD-3019-E05F-0B4D-7455147B0AEF}"/>
          </ac:spMkLst>
        </pc:spChg>
        <pc:spChg chg="add mod">
          <ac:chgData name="Jervis LEE (IRAS)" userId="f5b4a8ae-594f-49a5-9990-0eb6ae48a4f9" providerId="ADAL" clId="{5BC9F464-DC04-46F4-8DA6-256EAADECE55}" dt="2026-05-08T06:07:37.634" v="20329" actId="1036"/>
          <ac:spMkLst>
            <pc:docMk/>
            <pc:sldMk cId="304763221" sldId="294"/>
            <ac:spMk id="13" creationId="{2A4FED7A-CE89-1139-3B60-F2773092189C}"/>
          </ac:spMkLst>
        </pc:spChg>
        <pc:spChg chg="add mod">
          <ac:chgData name="Jervis LEE (IRAS)" userId="f5b4a8ae-594f-49a5-9990-0eb6ae48a4f9" providerId="ADAL" clId="{5BC9F464-DC04-46F4-8DA6-256EAADECE55}" dt="2026-05-08T06:32:12.592" v="21890" actId="20577"/>
          <ac:spMkLst>
            <pc:docMk/>
            <pc:sldMk cId="304763221" sldId="294"/>
            <ac:spMk id="14" creationId="{817F398E-B2EF-DC80-58A3-D44EAC2822CE}"/>
          </ac:spMkLst>
        </pc:spChg>
        <pc:spChg chg="mod">
          <ac:chgData name="Jervis LEE (IRAS)" userId="f5b4a8ae-594f-49a5-9990-0eb6ae48a4f9" providerId="ADAL" clId="{5BC9F464-DC04-46F4-8DA6-256EAADECE55}" dt="2026-05-08T05:59:38.014" v="19917" actId="1076"/>
          <ac:spMkLst>
            <pc:docMk/>
            <pc:sldMk cId="304763221" sldId="294"/>
            <ac:spMk id="16" creationId="{A5D8FF15-FCBE-17EB-DE20-AC9FCA606F8C}"/>
          </ac:spMkLst>
        </pc:spChg>
        <pc:spChg chg="mod">
          <ac:chgData name="Jervis LEE (IRAS)" userId="f5b4a8ae-594f-49a5-9990-0eb6ae48a4f9" providerId="ADAL" clId="{5BC9F464-DC04-46F4-8DA6-256EAADECE55}" dt="2026-05-08T05:56:05.289" v="19783" actId="20577"/>
          <ac:spMkLst>
            <pc:docMk/>
            <pc:sldMk cId="304763221" sldId="294"/>
            <ac:spMk id="17" creationId="{7AFC4221-BFC6-81C7-E4BA-DAF61D028043}"/>
          </ac:spMkLst>
        </pc:spChg>
        <pc:spChg chg="add mod">
          <ac:chgData name="Jervis LEE (IRAS)" userId="f5b4a8ae-594f-49a5-9990-0eb6ae48a4f9" providerId="ADAL" clId="{5BC9F464-DC04-46F4-8DA6-256EAADECE55}" dt="2026-05-08T06:07:41.426" v="20355" actId="1036"/>
          <ac:spMkLst>
            <pc:docMk/>
            <pc:sldMk cId="304763221" sldId="294"/>
            <ac:spMk id="29" creationId="{ACDAC1BB-EE9F-4FCF-BD80-180D32AEB984}"/>
          </ac:spMkLst>
        </pc:spChg>
        <pc:spChg chg="add mod">
          <ac:chgData name="Jervis LEE (IRAS)" userId="f5b4a8ae-594f-49a5-9990-0eb6ae48a4f9" providerId="ADAL" clId="{5BC9F464-DC04-46F4-8DA6-256EAADECE55}" dt="2026-05-08T07:34:09.685" v="23161" actId="1038"/>
          <ac:spMkLst>
            <pc:docMk/>
            <pc:sldMk cId="304763221" sldId="294"/>
            <ac:spMk id="30" creationId="{19ECF27D-73F7-D11D-6461-647258A84AE3}"/>
          </ac:spMkLst>
        </pc:spChg>
        <pc:spChg chg="del">
          <ac:chgData name="Jervis LEE (IRAS)" userId="f5b4a8ae-594f-49a5-9990-0eb6ae48a4f9" providerId="ADAL" clId="{5BC9F464-DC04-46F4-8DA6-256EAADECE55}" dt="2026-05-08T05:36:55.425" v="19317" actId="478"/>
          <ac:spMkLst>
            <pc:docMk/>
            <pc:sldMk cId="304763221" sldId="294"/>
            <ac:spMk id="34" creationId="{77F75087-B142-4D3C-F92D-1DF6950CFEE8}"/>
          </ac:spMkLst>
        </pc:spChg>
        <pc:spChg chg="del">
          <ac:chgData name="Jervis LEE (IRAS)" userId="f5b4a8ae-594f-49a5-9990-0eb6ae48a4f9" providerId="ADAL" clId="{5BC9F464-DC04-46F4-8DA6-256EAADECE55}" dt="2026-05-08T05:36:55.425" v="19317" actId="478"/>
          <ac:spMkLst>
            <pc:docMk/>
            <pc:sldMk cId="304763221" sldId="294"/>
            <ac:spMk id="35" creationId="{30B81299-41CF-5FBD-300C-8587C5115D18}"/>
          </ac:spMkLst>
        </pc:spChg>
        <pc:spChg chg="add mod">
          <ac:chgData name="Jervis LEE (IRAS)" userId="f5b4a8ae-594f-49a5-9990-0eb6ae48a4f9" providerId="ADAL" clId="{5BC9F464-DC04-46F4-8DA6-256EAADECE55}" dt="2026-05-08T07:34:09.685" v="23161" actId="1038"/>
          <ac:spMkLst>
            <pc:docMk/>
            <pc:sldMk cId="304763221" sldId="294"/>
            <ac:spMk id="37" creationId="{E3DDA859-A3E6-C02D-B9BF-92EAFF3390DC}"/>
          </ac:spMkLst>
        </pc:spChg>
        <pc:spChg chg="add mod">
          <ac:chgData name="Jervis LEE (IRAS)" userId="f5b4a8ae-594f-49a5-9990-0eb6ae48a4f9" providerId="ADAL" clId="{5BC9F464-DC04-46F4-8DA6-256EAADECE55}" dt="2026-05-08T06:08:12.614" v="20363" actId="1037"/>
          <ac:spMkLst>
            <pc:docMk/>
            <pc:sldMk cId="304763221" sldId="294"/>
            <ac:spMk id="38" creationId="{63090059-F5CB-66CE-775E-4498AF394278}"/>
          </ac:spMkLst>
        </pc:spChg>
        <pc:spChg chg="del">
          <ac:chgData name="Jervis LEE (IRAS)" userId="f5b4a8ae-594f-49a5-9990-0eb6ae48a4f9" providerId="ADAL" clId="{5BC9F464-DC04-46F4-8DA6-256EAADECE55}" dt="2026-05-08T05:36:55.425" v="19317" actId="478"/>
          <ac:spMkLst>
            <pc:docMk/>
            <pc:sldMk cId="304763221" sldId="294"/>
            <ac:spMk id="42" creationId="{C9EC81DD-CBBE-9327-1328-2A2C04B59DD4}"/>
          </ac:spMkLst>
        </pc:spChg>
        <pc:spChg chg="del">
          <ac:chgData name="Jervis LEE (IRAS)" userId="f5b4a8ae-594f-49a5-9990-0eb6ae48a4f9" providerId="ADAL" clId="{5BC9F464-DC04-46F4-8DA6-256EAADECE55}" dt="2026-05-08T05:36:55.425" v="19317" actId="478"/>
          <ac:spMkLst>
            <pc:docMk/>
            <pc:sldMk cId="304763221" sldId="294"/>
            <ac:spMk id="47" creationId="{51C55E37-F54D-359C-70E9-5C20C0C80F92}"/>
          </ac:spMkLst>
        </pc:spChg>
        <pc:spChg chg="del">
          <ac:chgData name="Jervis LEE (IRAS)" userId="f5b4a8ae-594f-49a5-9990-0eb6ae48a4f9" providerId="ADAL" clId="{5BC9F464-DC04-46F4-8DA6-256EAADECE55}" dt="2026-05-08T05:36:55.425" v="19317" actId="478"/>
          <ac:spMkLst>
            <pc:docMk/>
            <pc:sldMk cId="304763221" sldId="294"/>
            <ac:spMk id="48" creationId="{C1DC88D8-D746-2ADE-0C9E-57A9B1AEF4E6}"/>
          </ac:spMkLst>
        </pc:spChg>
        <pc:spChg chg="del">
          <ac:chgData name="Jervis LEE (IRAS)" userId="f5b4a8ae-594f-49a5-9990-0eb6ae48a4f9" providerId="ADAL" clId="{5BC9F464-DC04-46F4-8DA6-256EAADECE55}" dt="2026-05-08T05:36:55.425" v="19317" actId="478"/>
          <ac:spMkLst>
            <pc:docMk/>
            <pc:sldMk cId="304763221" sldId="294"/>
            <ac:spMk id="65" creationId="{E1D643D7-ED69-3843-5429-F482373C90D8}"/>
          </ac:spMkLst>
        </pc:spChg>
        <pc:spChg chg="mod">
          <ac:chgData name="Jervis LEE (IRAS)" userId="f5b4a8ae-594f-49a5-9990-0eb6ae48a4f9" providerId="ADAL" clId="{5BC9F464-DC04-46F4-8DA6-256EAADECE55}" dt="2026-05-08T06:16:41.436" v="20838" actId="1037"/>
          <ac:spMkLst>
            <pc:docMk/>
            <pc:sldMk cId="304763221" sldId="294"/>
            <ac:spMk id="70" creationId="{9DA374A5-50F0-FF99-BD4F-C04F08A9DD60}"/>
          </ac:spMkLst>
        </pc:spChg>
        <pc:spChg chg="mod">
          <ac:chgData name="Jervis LEE (IRAS)" userId="f5b4a8ae-594f-49a5-9990-0eb6ae48a4f9" providerId="ADAL" clId="{5BC9F464-DC04-46F4-8DA6-256EAADECE55}" dt="2026-05-08T06:16:41.436" v="20838" actId="1037"/>
          <ac:spMkLst>
            <pc:docMk/>
            <pc:sldMk cId="304763221" sldId="294"/>
            <ac:spMk id="71" creationId="{FEB4C3A4-4C8D-7429-0C2B-78C3B9BE301B}"/>
          </ac:spMkLst>
        </pc:spChg>
        <pc:spChg chg="mod">
          <ac:chgData name="Jervis LEE (IRAS)" userId="f5b4a8ae-594f-49a5-9990-0eb6ae48a4f9" providerId="ADAL" clId="{5BC9F464-DC04-46F4-8DA6-256EAADECE55}" dt="2026-05-08T06:16:52.293" v="20854" actId="1038"/>
          <ac:spMkLst>
            <pc:docMk/>
            <pc:sldMk cId="304763221" sldId="294"/>
            <ac:spMk id="72" creationId="{98A35058-DCF8-E04D-54E0-9F64A2BCBC27}"/>
          </ac:spMkLst>
        </pc:spChg>
        <pc:spChg chg="add mod">
          <ac:chgData name="Jervis LEE (IRAS)" userId="f5b4a8ae-594f-49a5-9990-0eb6ae48a4f9" providerId="ADAL" clId="{5BC9F464-DC04-46F4-8DA6-256EAADECE55}" dt="2026-05-08T06:22:09.357" v="21222" actId="1035"/>
          <ac:spMkLst>
            <pc:docMk/>
            <pc:sldMk cId="304763221" sldId="294"/>
            <ac:spMk id="74" creationId="{84FCAD90-CE73-0954-A50C-259F05ABABB2}"/>
          </ac:spMkLst>
        </pc:spChg>
        <pc:spChg chg="mod">
          <ac:chgData name="Jervis LEE (IRAS)" userId="f5b4a8ae-594f-49a5-9990-0eb6ae48a4f9" providerId="ADAL" clId="{5BC9F464-DC04-46F4-8DA6-256EAADECE55}" dt="2026-05-08T05:37:00.453" v="19318" actId="1076"/>
          <ac:spMkLst>
            <pc:docMk/>
            <pc:sldMk cId="304763221" sldId="294"/>
            <ac:spMk id="76" creationId="{005F7854-1740-07F8-BBEA-875E5902F22A}"/>
          </ac:spMkLst>
        </pc:spChg>
        <pc:spChg chg="mod">
          <ac:chgData name="Jervis LEE (IRAS)" userId="f5b4a8ae-594f-49a5-9990-0eb6ae48a4f9" providerId="ADAL" clId="{5BC9F464-DC04-46F4-8DA6-256EAADECE55}" dt="2026-05-08T07:34:09.685" v="23161" actId="1038"/>
          <ac:spMkLst>
            <pc:docMk/>
            <pc:sldMk cId="304763221" sldId="294"/>
            <ac:spMk id="83" creationId="{DAEA85D1-F02B-B8F1-8B9D-89E319B981DA}"/>
          </ac:spMkLst>
        </pc:spChg>
        <pc:spChg chg="mod">
          <ac:chgData name="Jervis LEE (IRAS)" userId="f5b4a8ae-594f-49a5-9990-0eb6ae48a4f9" providerId="ADAL" clId="{5BC9F464-DC04-46F4-8DA6-256EAADECE55}" dt="2026-05-08T07:34:09.685" v="23161" actId="1038"/>
          <ac:spMkLst>
            <pc:docMk/>
            <pc:sldMk cId="304763221" sldId="294"/>
            <ac:spMk id="84" creationId="{06330D29-86DF-7464-4CDA-3418B0AC1686}"/>
          </ac:spMkLst>
        </pc:spChg>
        <pc:spChg chg="del mod">
          <ac:chgData name="Jervis LEE (IRAS)" userId="f5b4a8ae-594f-49a5-9990-0eb6ae48a4f9" providerId="ADAL" clId="{5BC9F464-DC04-46F4-8DA6-256EAADECE55}" dt="2026-05-08T05:58:14.514" v="19838" actId="478"/>
          <ac:spMkLst>
            <pc:docMk/>
            <pc:sldMk cId="304763221" sldId="294"/>
            <ac:spMk id="86" creationId="{62410D5C-36EE-40AD-F573-2B17EF1FC6EE}"/>
          </ac:spMkLst>
        </pc:spChg>
        <pc:spChg chg="mod">
          <ac:chgData name="Jervis LEE (IRAS)" userId="f5b4a8ae-594f-49a5-9990-0eb6ae48a4f9" providerId="ADAL" clId="{5BC9F464-DC04-46F4-8DA6-256EAADECE55}" dt="2026-05-08T06:07:57.918" v="20359" actId="1076"/>
          <ac:spMkLst>
            <pc:docMk/>
            <pc:sldMk cId="304763221" sldId="294"/>
            <ac:spMk id="88" creationId="{3978CFE5-A8C0-EB6C-B1C7-F742F69D9E98}"/>
          </ac:spMkLst>
        </pc:spChg>
        <pc:spChg chg="del mod">
          <ac:chgData name="Jervis LEE (IRAS)" userId="f5b4a8ae-594f-49a5-9990-0eb6ae48a4f9" providerId="ADAL" clId="{5BC9F464-DC04-46F4-8DA6-256EAADECE55}" dt="2026-05-08T06:20:03.080" v="21189" actId="478"/>
          <ac:spMkLst>
            <pc:docMk/>
            <pc:sldMk cId="304763221" sldId="294"/>
            <ac:spMk id="90" creationId="{4D76E058-0533-EBD9-4481-AEE113206DB2}"/>
          </ac:spMkLst>
        </pc:spChg>
        <pc:spChg chg="add mod">
          <ac:chgData name="Jervis LEE (IRAS)" userId="f5b4a8ae-594f-49a5-9990-0eb6ae48a4f9" providerId="ADAL" clId="{5BC9F464-DC04-46F4-8DA6-256EAADECE55}" dt="2026-05-08T06:18:41.536" v="21067" actId="1076"/>
          <ac:spMkLst>
            <pc:docMk/>
            <pc:sldMk cId="304763221" sldId="294"/>
            <ac:spMk id="92" creationId="{CFFB7AB1-4E94-2C24-B367-64E10D516840}"/>
          </ac:spMkLst>
        </pc:spChg>
        <pc:spChg chg="mod">
          <ac:chgData name="Jervis LEE (IRAS)" userId="f5b4a8ae-594f-49a5-9990-0eb6ae48a4f9" providerId="ADAL" clId="{5BC9F464-DC04-46F4-8DA6-256EAADECE55}" dt="2026-05-08T07:34:09.685" v="23161" actId="1038"/>
          <ac:spMkLst>
            <pc:docMk/>
            <pc:sldMk cId="304763221" sldId="294"/>
            <ac:spMk id="93" creationId="{BFB107D4-6EC5-C5F7-359E-1D0E2F30DF7D}"/>
          </ac:spMkLst>
        </pc:spChg>
        <pc:spChg chg="mod">
          <ac:chgData name="Jervis LEE (IRAS)" userId="f5b4a8ae-594f-49a5-9990-0eb6ae48a4f9" providerId="ADAL" clId="{5BC9F464-DC04-46F4-8DA6-256EAADECE55}" dt="2026-05-08T08:17:03.263" v="24252"/>
          <ac:spMkLst>
            <pc:docMk/>
            <pc:sldMk cId="304763221" sldId="294"/>
            <ac:spMk id="94" creationId="{628D663B-7627-8F7A-93AD-5033710133B3}"/>
          </ac:spMkLst>
        </pc:spChg>
        <pc:spChg chg="mod">
          <ac:chgData name="Jervis LEE (IRAS)" userId="f5b4a8ae-594f-49a5-9990-0eb6ae48a4f9" providerId="ADAL" clId="{5BC9F464-DC04-46F4-8DA6-256EAADECE55}" dt="2026-05-08T07:34:09.685" v="23161" actId="1038"/>
          <ac:spMkLst>
            <pc:docMk/>
            <pc:sldMk cId="304763221" sldId="294"/>
            <ac:spMk id="95" creationId="{91350256-CC7D-0294-0239-B207B5986CEB}"/>
          </ac:spMkLst>
        </pc:spChg>
        <pc:spChg chg="add mod">
          <ac:chgData name="Jervis LEE (IRAS)" userId="f5b4a8ae-594f-49a5-9990-0eb6ae48a4f9" providerId="ADAL" clId="{5BC9F464-DC04-46F4-8DA6-256EAADECE55}" dt="2026-05-08T07:34:09.685" v="23161" actId="1038"/>
          <ac:spMkLst>
            <pc:docMk/>
            <pc:sldMk cId="304763221" sldId="294"/>
            <ac:spMk id="98" creationId="{6181DBAF-74D8-8FCA-7842-09F6A044253A}"/>
          </ac:spMkLst>
        </pc:spChg>
        <pc:spChg chg="mod">
          <ac:chgData name="Jervis LEE (IRAS)" userId="f5b4a8ae-594f-49a5-9990-0eb6ae48a4f9" providerId="ADAL" clId="{5BC9F464-DC04-46F4-8DA6-256EAADECE55}" dt="2026-05-08T07:34:09.685" v="23161" actId="1038"/>
          <ac:spMkLst>
            <pc:docMk/>
            <pc:sldMk cId="304763221" sldId="294"/>
            <ac:spMk id="100" creationId="{4831E590-EACB-E3BC-119F-C24BE2EF18C2}"/>
          </ac:spMkLst>
        </pc:spChg>
        <pc:spChg chg="add mod">
          <ac:chgData name="Jervis LEE (IRAS)" userId="f5b4a8ae-594f-49a5-9990-0eb6ae48a4f9" providerId="ADAL" clId="{5BC9F464-DC04-46F4-8DA6-256EAADECE55}" dt="2026-05-08T08:17:55.850" v="24253"/>
          <ac:spMkLst>
            <pc:docMk/>
            <pc:sldMk cId="304763221" sldId="294"/>
            <ac:spMk id="103" creationId="{380A8E89-4B1D-6E4D-AE08-21611564DBC5}"/>
          </ac:spMkLst>
        </pc:spChg>
        <pc:spChg chg="add mod">
          <ac:chgData name="Jervis LEE (IRAS)" userId="f5b4a8ae-594f-49a5-9990-0eb6ae48a4f9" providerId="ADAL" clId="{5BC9F464-DC04-46F4-8DA6-256EAADECE55}" dt="2026-05-08T06:19:12.420" v="21100" actId="1076"/>
          <ac:spMkLst>
            <pc:docMk/>
            <pc:sldMk cId="304763221" sldId="294"/>
            <ac:spMk id="107" creationId="{97523F8D-F58C-555F-28F5-00A84DDB18F4}"/>
          </ac:spMkLst>
        </pc:spChg>
        <pc:spChg chg="add mod">
          <ac:chgData name="Jervis LEE (IRAS)" userId="f5b4a8ae-594f-49a5-9990-0eb6ae48a4f9" providerId="ADAL" clId="{5BC9F464-DC04-46F4-8DA6-256EAADECE55}" dt="2026-05-08T07:34:09.685" v="23161" actId="1038"/>
          <ac:spMkLst>
            <pc:docMk/>
            <pc:sldMk cId="304763221" sldId="294"/>
            <ac:spMk id="111" creationId="{F46B1B1D-F359-46BF-FECD-20B3C976FB09}"/>
          </ac:spMkLst>
        </pc:spChg>
        <pc:spChg chg="add mod">
          <ac:chgData name="Jervis LEE (IRAS)" userId="f5b4a8ae-594f-49a5-9990-0eb6ae48a4f9" providerId="ADAL" clId="{5BC9F464-DC04-46F4-8DA6-256EAADECE55}" dt="2026-05-08T06:33:31.279" v="21895"/>
          <ac:spMkLst>
            <pc:docMk/>
            <pc:sldMk cId="304763221" sldId="294"/>
            <ac:spMk id="113" creationId="{B1A4D1B6-ACF5-8521-4DA7-95D1D25352E0}"/>
          </ac:spMkLst>
        </pc:spChg>
        <pc:spChg chg="add mod">
          <ac:chgData name="Jervis LEE (IRAS)" userId="f5b4a8ae-594f-49a5-9990-0eb6ae48a4f9" providerId="ADAL" clId="{5BC9F464-DC04-46F4-8DA6-256EAADECE55}" dt="2026-05-08T09:52:16.426" v="28626" actId="1035"/>
          <ac:spMkLst>
            <pc:docMk/>
            <pc:sldMk cId="304763221" sldId="294"/>
            <ac:spMk id="114" creationId="{9FF23649-4192-91B2-70AF-B8A8E4527BA7}"/>
          </ac:spMkLst>
        </pc:spChg>
        <pc:cxnChg chg="add mod">
          <ac:chgData name="Jervis LEE (IRAS)" userId="f5b4a8ae-594f-49a5-9990-0eb6ae48a4f9" providerId="ADAL" clId="{5BC9F464-DC04-46F4-8DA6-256EAADECE55}" dt="2026-05-08T06:22:05.284" v="21212" actId="1035"/>
          <ac:cxnSpMkLst>
            <pc:docMk/>
            <pc:sldMk cId="304763221" sldId="294"/>
            <ac:cxnSpMk id="15" creationId="{B9CBDD75-6663-CA8A-38D0-84689220A126}"/>
          </ac:cxnSpMkLst>
        </pc:cxnChg>
        <pc:cxnChg chg="add mod">
          <ac:chgData name="Jervis LEE (IRAS)" userId="f5b4a8ae-594f-49a5-9990-0eb6ae48a4f9" providerId="ADAL" clId="{5BC9F464-DC04-46F4-8DA6-256EAADECE55}" dt="2026-05-08T06:17:56.594" v="21012" actId="14100"/>
          <ac:cxnSpMkLst>
            <pc:docMk/>
            <pc:sldMk cId="304763221" sldId="294"/>
            <ac:cxnSpMk id="22" creationId="{4A46F65A-95D4-AE39-23C7-2A564D05654E}"/>
          </ac:cxnSpMkLst>
        </pc:cxnChg>
        <pc:cxnChg chg="add mod">
          <ac:chgData name="Jervis LEE (IRAS)" userId="f5b4a8ae-594f-49a5-9990-0eb6ae48a4f9" providerId="ADAL" clId="{5BC9F464-DC04-46F4-8DA6-256EAADECE55}" dt="2026-05-08T06:19:19.569" v="21112" actId="1037"/>
          <ac:cxnSpMkLst>
            <pc:docMk/>
            <pc:sldMk cId="304763221" sldId="294"/>
            <ac:cxnSpMk id="31" creationId="{9EE9178B-E77D-7D58-5EB3-DC1E91E108EF}"/>
          </ac:cxnSpMkLst>
        </pc:cxnChg>
        <pc:cxnChg chg="add mod">
          <ac:chgData name="Jervis LEE (IRAS)" userId="f5b4a8ae-594f-49a5-9990-0eb6ae48a4f9" providerId="ADAL" clId="{5BC9F464-DC04-46F4-8DA6-256EAADECE55}" dt="2026-05-08T06:07:37.634" v="20329" actId="1036"/>
          <ac:cxnSpMkLst>
            <pc:docMk/>
            <pc:sldMk cId="304763221" sldId="294"/>
            <ac:cxnSpMk id="55" creationId="{1CB1CBE8-A95C-B073-070D-ED91EB1BC7B9}"/>
          </ac:cxnSpMkLst>
        </pc:cxnChg>
        <pc:cxnChg chg="mod">
          <ac:chgData name="Jervis LEE (IRAS)" userId="f5b4a8ae-594f-49a5-9990-0eb6ae48a4f9" providerId="ADAL" clId="{5BC9F464-DC04-46F4-8DA6-256EAADECE55}" dt="2026-05-08T07:06:14.590" v="22025" actId="1038"/>
          <ac:cxnSpMkLst>
            <pc:docMk/>
            <pc:sldMk cId="304763221" sldId="294"/>
            <ac:cxnSpMk id="78" creationId="{423B1178-E8A9-E658-F1E3-FA8A97537296}"/>
          </ac:cxnSpMkLst>
        </pc:cxnChg>
        <pc:cxnChg chg="add mod">
          <ac:chgData name="Jervis LEE (IRAS)" userId="f5b4a8ae-594f-49a5-9990-0eb6ae48a4f9" providerId="ADAL" clId="{5BC9F464-DC04-46F4-8DA6-256EAADECE55}" dt="2026-05-08T06:18:37.951" v="21065" actId="1037"/>
          <ac:cxnSpMkLst>
            <pc:docMk/>
            <pc:sldMk cId="304763221" sldId="294"/>
            <ac:cxnSpMk id="79" creationId="{74A9F0F3-F092-AE09-395B-1DDEC132442C}"/>
          </ac:cxnSpMkLst>
        </pc:cxnChg>
        <pc:cxnChg chg="mod">
          <ac:chgData name="Jervis LEE (IRAS)" userId="f5b4a8ae-594f-49a5-9990-0eb6ae48a4f9" providerId="ADAL" clId="{5BC9F464-DC04-46F4-8DA6-256EAADECE55}" dt="2026-05-08T07:06:17.907" v="22029" actId="1037"/>
          <ac:cxnSpMkLst>
            <pc:docMk/>
            <pc:sldMk cId="304763221" sldId="294"/>
            <ac:cxnSpMk id="82" creationId="{10A80B6C-0855-0BB0-3CB0-BFA11ED8C44A}"/>
          </ac:cxnSpMkLst>
        </pc:cxnChg>
        <pc:cxnChg chg="del">
          <ac:chgData name="Jervis LEE (IRAS)" userId="f5b4a8ae-594f-49a5-9990-0eb6ae48a4f9" providerId="ADAL" clId="{5BC9F464-DC04-46F4-8DA6-256EAADECE55}" dt="2026-05-08T05:59:51.240" v="19943" actId="478"/>
          <ac:cxnSpMkLst>
            <pc:docMk/>
            <pc:sldMk cId="304763221" sldId="294"/>
            <ac:cxnSpMk id="85" creationId="{C37FBC82-F193-A032-D9DB-E28B3463A9AE}"/>
          </ac:cxnSpMkLst>
        </pc:cxnChg>
        <pc:cxnChg chg="del">
          <ac:chgData name="Jervis LEE (IRAS)" userId="f5b4a8ae-594f-49a5-9990-0eb6ae48a4f9" providerId="ADAL" clId="{5BC9F464-DC04-46F4-8DA6-256EAADECE55}" dt="2026-05-08T06:00:31.600" v="19959" actId="478"/>
          <ac:cxnSpMkLst>
            <pc:docMk/>
            <pc:sldMk cId="304763221" sldId="294"/>
            <ac:cxnSpMk id="87" creationId="{007CE140-4B9E-0302-EF0C-B5ABDA71333F}"/>
          </ac:cxnSpMkLst>
        </pc:cxnChg>
        <pc:cxnChg chg="add mod">
          <ac:chgData name="Jervis LEE (IRAS)" userId="f5b4a8ae-594f-49a5-9990-0eb6ae48a4f9" providerId="ADAL" clId="{5BC9F464-DC04-46F4-8DA6-256EAADECE55}" dt="2026-05-08T06:19:13.853" v="21101" actId="1037"/>
          <ac:cxnSpMkLst>
            <pc:docMk/>
            <pc:sldMk cId="304763221" sldId="294"/>
            <ac:cxnSpMk id="104" creationId="{D8E33B7A-2A68-5EEC-F5DA-08E38BC8D6DA}"/>
          </ac:cxnSpMkLst>
        </pc:cxnChg>
        <pc:cxnChg chg="add mod">
          <ac:chgData name="Jervis LEE (IRAS)" userId="f5b4a8ae-594f-49a5-9990-0eb6ae48a4f9" providerId="ADAL" clId="{5BC9F464-DC04-46F4-8DA6-256EAADECE55}" dt="2026-05-08T06:17:52.308" v="21011" actId="1038"/>
          <ac:cxnSpMkLst>
            <pc:docMk/>
            <pc:sldMk cId="304763221" sldId="294"/>
            <ac:cxnSpMk id="108" creationId="{97A5EA5F-4E48-E9A0-720D-28B0DE8DD965}"/>
          </ac:cxnSpMkLst>
        </pc:cxnChg>
      </pc:sldChg>
      <pc:sldChg chg="addSp delSp modSp add mod">
        <pc:chgData name="Jervis LEE (IRAS)" userId="f5b4a8ae-594f-49a5-9990-0eb6ae48a4f9" providerId="ADAL" clId="{5BC9F464-DC04-46F4-8DA6-256EAADECE55}" dt="2026-05-08T10:10:00.116" v="29187" actId="1036"/>
        <pc:sldMkLst>
          <pc:docMk/>
          <pc:sldMk cId="55040658" sldId="295"/>
        </pc:sldMkLst>
        <pc:spChg chg="mod">
          <ac:chgData name="Jervis LEE (IRAS)" userId="f5b4a8ae-594f-49a5-9990-0eb6ae48a4f9" providerId="ADAL" clId="{5BC9F464-DC04-46F4-8DA6-256EAADECE55}" dt="2026-05-08T06:21:27.118" v="21201" actId="20577"/>
          <ac:spMkLst>
            <pc:docMk/>
            <pc:sldMk cId="55040658" sldId="295"/>
            <ac:spMk id="2" creationId="{2E44EF65-A896-A263-3748-062B7AF5553A}"/>
          </ac:spMkLst>
        </pc:spChg>
        <pc:spChg chg="add mod">
          <ac:chgData name="Jervis LEE (IRAS)" userId="f5b4a8ae-594f-49a5-9990-0eb6ae48a4f9" providerId="ADAL" clId="{5BC9F464-DC04-46F4-8DA6-256EAADECE55}" dt="2026-05-08T10:05:53.956" v="29047" actId="1036"/>
          <ac:spMkLst>
            <pc:docMk/>
            <pc:sldMk cId="55040658" sldId="295"/>
            <ac:spMk id="3" creationId="{461932C5-5216-26FD-9680-DA5400A905AD}"/>
          </ac:spMkLst>
        </pc:spChg>
        <pc:spChg chg="add mod">
          <ac:chgData name="Jervis LEE (IRAS)" userId="f5b4a8ae-594f-49a5-9990-0eb6ae48a4f9" providerId="ADAL" clId="{5BC9F464-DC04-46F4-8DA6-256EAADECE55}" dt="2026-05-08T10:05:53.956" v="29047" actId="1036"/>
          <ac:spMkLst>
            <pc:docMk/>
            <pc:sldMk cId="55040658" sldId="295"/>
            <ac:spMk id="5" creationId="{B6181BFE-EE89-8E30-2D11-4FF00D20E904}"/>
          </ac:spMkLst>
        </pc:spChg>
        <pc:spChg chg="mod">
          <ac:chgData name="Jervis LEE (IRAS)" userId="f5b4a8ae-594f-49a5-9990-0eb6ae48a4f9" providerId="ADAL" clId="{5BC9F464-DC04-46F4-8DA6-256EAADECE55}" dt="2026-05-08T10:10:00.116" v="29187" actId="1036"/>
          <ac:spMkLst>
            <pc:docMk/>
            <pc:sldMk cId="55040658" sldId="295"/>
            <ac:spMk id="9" creationId="{B4CFB9EF-B81A-2214-FE7B-F671FFC3B8E6}"/>
          </ac:spMkLst>
        </pc:spChg>
        <pc:spChg chg="add mod">
          <ac:chgData name="Jervis LEE (IRAS)" userId="f5b4a8ae-594f-49a5-9990-0eb6ae48a4f9" providerId="ADAL" clId="{5BC9F464-DC04-46F4-8DA6-256EAADECE55}" dt="2026-05-08T06:27:59.636" v="21549" actId="1076"/>
          <ac:spMkLst>
            <pc:docMk/>
            <pc:sldMk cId="55040658" sldId="295"/>
            <ac:spMk id="10" creationId="{D199E654-1DA2-E2BA-2C18-182C881C8888}"/>
          </ac:spMkLst>
        </pc:spChg>
        <pc:spChg chg="mod">
          <ac:chgData name="Jervis LEE (IRAS)" userId="f5b4a8ae-594f-49a5-9990-0eb6ae48a4f9" providerId="ADAL" clId="{5BC9F464-DC04-46F4-8DA6-256EAADECE55}" dt="2026-05-08T06:23:12.963" v="21285" actId="1037"/>
          <ac:spMkLst>
            <pc:docMk/>
            <pc:sldMk cId="55040658" sldId="295"/>
            <ac:spMk id="13" creationId="{7458375F-1148-3466-32F6-81313A332964}"/>
          </ac:spMkLst>
        </pc:spChg>
        <pc:spChg chg="mod">
          <ac:chgData name="Jervis LEE (IRAS)" userId="f5b4a8ae-594f-49a5-9990-0eb6ae48a4f9" providerId="ADAL" clId="{5BC9F464-DC04-46F4-8DA6-256EAADECE55}" dt="2026-05-08T06:32:09.135" v="21887" actId="20577"/>
          <ac:spMkLst>
            <pc:docMk/>
            <pc:sldMk cId="55040658" sldId="295"/>
            <ac:spMk id="14" creationId="{8868754A-FA9B-A248-C935-CD5E6B2FF821}"/>
          </ac:spMkLst>
        </pc:spChg>
        <pc:spChg chg="mod">
          <ac:chgData name="Jervis LEE (IRAS)" userId="f5b4a8ae-594f-49a5-9990-0eb6ae48a4f9" providerId="ADAL" clId="{5BC9F464-DC04-46F4-8DA6-256EAADECE55}" dt="2026-05-08T06:32:28.773" v="21894" actId="20577"/>
          <ac:spMkLst>
            <pc:docMk/>
            <pc:sldMk cId="55040658" sldId="295"/>
            <ac:spMk id="17" creationId="{2461AC89-B08C-3409-CC2D-DF207F5EF542}"/>
          </ac:spMkLst>
        </pc:spChg>
        <pc:spChg chg="add mod">
          <ac:chgData name="Jervis LEE (IRAS)" userId="f5b4a8ae-594f-49a5-9990-0eb6ae48a4f9" providerId="ADAL" clId="{5BC9F464-DC04-46F4-8DA6-256EAADECE55}" dt="2026-05-08T06:30:11.424" v="21750" actId="1035"/>
          <ac:spMkLst>
            <pc:docMk/>
            <pc:sldMk cId="55040658" sldId="295"/>
            <ac:spMk id="20" creationId="{E7837895-4638-E8A0-5847-0B3A64EADD3A}"/>
          </ac:spMkLst>
        </pc:spChg>
        <pc:spChg chg="add mod">
          <ac:chgData name="Jervis LEE (IRAS)" userId="f5b4a8ae-594f-49a5-9990-0eb6ae48a4f9" providerId="ADAL" clId="{5BC9F464-DC04-46F4-8DA6-256EAADECE55}" dt="2026-05-08T06:31:45.855" v="21882" actId="20577"/>
          <ac:spMkLst>
            <pc:docMk/>
            <pc:sldMk cId="55040658" sldId="295"/>
            <ac:spMk id="21" creationId="{84BAA471-16A3-6BDF-FD64-9331C8C4141E}"/>
          </ac:spMkLst>
        </pc:spChg>
        <pc:spChg chg="add mod">
          <ac:chgData name="Jervis LEE (IRAS)" userId="f5b4a8ae-594f-49a5-9990-0eb6ae48a4f9" providerId="ADAL" clId="{5BC9F464-DC04-46F4-8DA6-256EAADECE55}" dt="2026-05-08T07:45:51.554" v="23392"/>
          <ac:spMkLst>
            <pc:docMk/>
            <pc:sldMk cId="55040658" sldId="295"/>
            <ac:spMk id="23" creationId="{4ECDF682-3FEC-0FE2-5FB5-7AF3C32B464C}"/>
          </ac:spMkLst>
        </pc:spChg>
        <pc:spChg chg="add mod">
          <ac:chgData name="Jervis LEE (IRAS)" userId="f5b4a8ae-594f-49a5-9990-0eb6ae48a4f9" providerId="ADAL" clId="{5BC9F464-DC04-46F4-8DA6-256EAADECE55}" dt="2026-05-08T10:01:32.217" v="28868" actId="14100"/>
          <ac:spMkLst>
            <pc:docMk/>
            <pc:sldMk cId="55040658" sldId="295"/>
            <ac:spMk id="24" creationId="{A4C65835-D933-BF7D-7836-7621A900BC8E}"/>
          </ac:spMkLst>
        </pc:spChg>
        <pc:spChg chg="mod">
          <ac:chgData name="Jervis LEE (IRAS)" userId="f5b4a8ae-594f-49a5-9990-0eb6ae48a4f9" providerId="ADAL" clId="{5BC9F464-DC04-46F4-8DA6-256EAADECE55}" dt="2026-05-08T06:23:12.963" v="21285" actId="1037"/>
          <ac:spMkLst>
            <pc:docMk/>
            <pc:sldMk cId="55040658" sldId="295"/>
            <ac:spMk id="38" creationId="{EEF6D501-BDE5-BD2C-8A8D-EAC66454F016}"/>
          </ac:spMkLst>
        </pc:spChg>
        <pc:spChg chg="add mod">
          <ac:chgData name="Jervis LEE (IRAS)" userId="f5b4a8ae-594f-49a5-9990-0eb6ae48a4f9" providerId="ADAL" clId="{5BC9F464-DC04-46F4-8DA6-256EAADECE55}" dt="2026-05-08T10:08:56" v="29134" actId="1036"/>
          <ac:spMkLst>
            <pc:docMk/>
            <pc:sldMk cId="55040658" sldId="295"/>
            <ac:spMk id="46" creationId="{17B93D85-AFD7-906F-A8D6-1D89F8666FBD}"/>
          </ac:spMkLst>
        </pc:spChg>
        <pc:spChg chg="add mod">
          <ac:chgData name="Jervis LEE (IRAS)" userId="f5b4a8ae-594f-49a5-9990-0eb6ae48a4f9" providerId="ADAL" clId="{5BC9F464-DC04-46F4-8DA6-256EAADECE55}" dt="2026-05-08T10:09:17.375" v="29145" actId="1035"/>
          <ac:spMkLst>
            <pc:docMk/>
            <pc:sldMk cId="55040658" sldId="295"/>
            <ac:spMk id="47" creationId="{F5E6BA76-D989-02A8-9E1E-A4530D465FB3}"/>
          </ac:spMkLst>
        </pc:spChg>
        <pc:spChg chg="add mod">
          <ac:chgData name="Jervis LEE (IRAS)" userId="f5b4a8ae-594f-49a5-9990-0eb6ae48a4f9" providerId="ADAL" clId="{5BC9F464-DC04-46F4-8DA6-256EAADECE55}" dt="2026-05-08T10:08:14.165" v="29084" actId="1035"/>
          <ac:spMkLst>
            <pc:docMk/>
            <pc:sldMk cId="55040658" sldId="295"/>
            <ac:spMk id="52" creationId="{88D72879-1850-28EC-BC05-8A8112C3BBB7}"/>
          </ac:spMkLst>
        </pc:spChg>
        <pc:spChg chg="mod">
          <ac:chgData name="Jervis LEE (IRAS)" userId="f5b4a8ae-594f-49a5-9990-0eb6ae48a4f9" providerId="ADAL" clId="{5BC9F464-DC04-46F4-8DA6-256EAADECE55}" dt="2026-05-08T06:23:12.963" v="21285" actId="1037"/>
          <ac:spMkLst>
            <pc:docMk/>
            <pc:sldMk cId="55040658" sldId="295"/>
            <ac:spMk id="71" creationId="{DB4D6D1D-8E5B-7468-3F5A-CADA60A53A82}"/>
          </ac:spMkLst>
        </pc:spChg>
        <pc:spChg chg="mod">
          <ac:chgData name="Jervis LEE (IRAS)" userId="f5b4a8ae-594f-49a5-9990-0eb6ae48a4f9" providerId="ADAL" clId="{5BC9F464-DC04-46F4-8DA6-256EAADECE55}" dt="2026-05-08T06:23:12.963" v="21285" actId="1037"/>
          <ac:spMkLst>
            <pc:docMk/>
            <pc:sldMk cId="55040658" sldId="295"/>
            <ac:spMk id="74" creationId="{34590BD6-846F-AEDD-E74C-2C30F0362AC9}"/>
          </ac:spMkLst>
        </pc:spChg>
        <pc:spChg chg="mod">
          <ac:chgData name="Jervis LEE (IRAS)" userId="f5b4a8ae-594f-49a5-9990-0eb6ae48a4f9" providerId="ADAL" clId="{5BC9F464-DC04-46F4-8DA6-256EAADECE55}" dt="2026-05-08T06:23:12.963" v="21285" actId="1037"/>
          <ac:spMkLst>
            <pc:docMk/>
            <pc:sldMk cId="55040658" sldId="295"/>
            <ac:spMk id="76" creationId="{3FB7E5BE-A65D-B64D-F079-8E193A31CB2D}"/>
          </ac:spMkLst>
        </pc:spChg>
        <pc:spChg chg="mod">
          <ac:chgData name="Jervis LEE (IRAS)" userId="f5b4a8ae-594f-49a5-9990-0eb6ae48a4f9" providerId="ADAL" clId="{5BC9F464-DC04-46F4-8DA6-256EAADECE55}" dt="2026-05-08T06:23:12.963" v="21285" actId="1037"/>
          <ac:spMkLst>
            <pc:docMk/>
            <pc:sldMk cId="55040658" sldId="295"/>
            <ac:spMk id="83" creationId="{874EF966-B951-C8A2-6649-1FDED7B921FC}"/>
          </ac:spMkLst>
        </pc:spChg>
        <pc:spChg chg="mod">
          <ac:chgData name="Jervis LEE (IRAS)" userId="f5b4a8ae-594f-49a5-9990-0eb6ae48a4f9" providerId="ADAL" clId="{5BC9F464-DC04-46F4-8DA6-256EAADECE55}" dt="2026-05-08T06:52:39.850" v="21936" actId="14100"/>
          <ac:spMkLst>
            <pc:docMk/>
            <pc:sldMk cId="55040658" sldId="295"/>
            <ac:spMk id="88" creationId="{E4BCBDBF-8D1F-5B06-A4A2-94A66812512F}"/>
          </ac:spMkLst>
        </pc:spChg>
        <pc:spChg chg="del">
          <ac:chgData name="Jervis LEE (IRAS)" userId="f5b4a8ae-594f-49a5-9990-0eb6ae48a4f9" providerId="ADAL" clId="{5BC9F464-DC04-46F4-8DA6-256EAADECE55}" dt="2026-05-08T07:18:15.317" v="22889" actId="478"/>
          <ac:spMkLst>
            <pc:docMk/>
            <pc:sldMk cId="55040658" sldId="295"/>
            <ac:spMk id="90" creationId="{55D09597-8870-9E4A-24E3-82F751A029BE}"/>
          </ac:spMkLst>
        </pc:spChg>
        <pc:spChg chg="mod">
          <ac:chgData name="Jervis LEE (IRAS)" userId="f5b4a8ae-594f-49a5-9990-0eb6ae48a4f9" providerId="ADAL" clId="{5BC9F464-DC04-46F4-8DA6-256EAADECE55}" dt="2026-05-08T06:25:00.029" v="21353" actId="20577"/>
          <ac:spMkLst>
            <pc:docMk/>
            <pc:sldMk cId="55040658" sldId="295"/>
            <ac:spMk id="92" creationId="{12D28277-DDD9-8BEA-8E19-FDEC120DCDEF}"/>
          </ac:spMkLst>
        </pc:spChg>
        <pc:spChg chg="mod">
          <ac:chgData name="Jervis LEE (IRAS)" userId="f5b4a8ae-594f-49a5-9990-0eb6ae48a4f9" providerId="ADAL" clId="{5BC9F464-DC04-46F4-8DA6-256EAADECE55}" dt="2026-05-08T09:21:30.513" v="26811" actId="20577"/>
          <ac:spMkLst>
            <pc:docMk/>
            <pc:sldMk cId="55040658" sldId="295"/>
            <ac:spMk id="94" creationId="{1234F170-F5AD-80E6-A946-54F888D5A98E}"/>
          </ac:spMkLst>
        </pc:spChg>
        <pc:spChg chg="mod">
          <ac:chgData name="Jervis LEE (IRAS)" userId="f5b4a8ae-594f-49a5-9990-0eb6ae48a4f9" providerId="ADAL" clId="{5BC9F464-DC04-46F4-8DA6-256EAADECE55}" dt="2026-05-08T10:00:21.594" v="28800" actId="1038"/>
          <ac:spMkLst>
            <pc:docMk/>
            <pc:sldMk cId="55040658" sldId="295"/>
            <ac:spMk id="95" creationId="{93DE714F-71E0-B3A1-BF0B-C5BE1B41B988}"/>
          </ac:spMkLst>
        </pc:spChg>
        <pc:spChg chg="mod">
          <ac:chgData name="Jervis LEE (IRAS)" userId="f5b4a8ae-594f-49a5-9990-0eb6ae48a4f9" providerId="ADAL" clId="{5BC9F464-DC04-46F4-8DA6-256EAADECE55}" dt="2026-05-08T10:00:21.594" v="28800" actId="1038"/>
          <ac:spMkLst>
            <pc:docMk/>
            <pc:sldMk cId="55040658" sldId="295"/>
            <ac:spMk id="96" creationId="{6FFA24B1-1AD3-3AE2-21AF-4DC033200BCB}"/>
          </ac:spMkLst>
        </pc:spChg>
        <pc:spChg chg="mod">
          <ac:chgData name="Jervis LEE (IRAS)" userId="f5b4a8ae-594f-49a5-9990-0eb6ae48a4f9" providerId="ADAL" clId="{5BC9F464-DC04-46F4-8DA6-256EAADECE55}" dt="2026-05-08T06:22:47.243" v="21250" actId="20577"/>
          <ac:spMkLst>
            <pc:docMk/>
            <pc:sldMk cId="55040658" sldId="295"/>
            <ac:spMk id="100" creationId="{6E1E0EB5-FF20-61DA-0F98-8A839043E946}"/>
          </ac:spMkLst>
        </pc:spChg>
        <pc:spChg chg="mod">
          <ac:chgData name="Jervis LEE (IRAS)" userId="f5b4a8ae-594f-49a5-9990-0eb6ae48a4f9" providerId="ADAL" clId="{5BC9F464-DC04-46F4-8DA6-256EAADECE55}" dt="2026-05-08T06:23:12.963" v="21285" actId="1037"/>
          <ac:spMkLst>
            <pc:docMk/>
            <pc:sldMk cId="55040658" sldId="295"/>
            <ac:spMk id="103" creationId="{620A67B4-D69E-36FD-C23C-5266152D212B}"/>
          </ac:spMkLst>
        </pc:spChg>
        <pc:spChg chg="mod">
          <ac:chgData name="Jervis LEE (IRAS)" userId="f5b4a8ae-594f-49a5-9990-0eb6ae48a4f9" providerId="ADAL" clId="{5BC9F464-DC04-46F4-8DA6-256EAADECE55}" dt="2026-05-08T10:04:56.230" v="28963" actId="20577"/>
          <ac:spMkLst>
            <pc:docMk/>
            <pc:sldMk cId="55040658" sldId="295"/>
            <ac:spMk id="107" creationId="{D3608216-5767-17E3-B306-84DE27464592}"/>
          </ac:spMkLst>
        </pc:spChg>
        <pc:spChg chg="mod">
          <ac:chgData name="Jervis LEE (IRAS)" userId="f5b4a8ae-594f-49a5-9990-0eb6ae48a4f9" providerId="ADAL" clId="{5BC9F464-DC04-46F4-8DA6-256EAADECE55}" dt="2026-05-08T10:04:58.528" v="28965" actId="20577"/>
          <ac:spMkLst>
            <pc:docMk/>
            <pc:sldMk cId="55040658" sldId="295"/>
            <ac:spMk id="111" creationId="{196F6998-17F2-2104-7C55-20FE4B1317D3}"/>
          </ac:spMkLst>
        </pc:spChg>
        <pc:cxnChg chg="add mod">
          <ac:chgData name="Jervis LEE (IRAS)" userId="f5b4a8ae-594f-49a5-9990-0eb6ae48a4f9" providerId="ADAL" clId="{5BC9F464-DC04-46F4-8DA6-256EAADECE55}" dt="2026-05-08T10:05:53.956" v="29047" actId="1036"/>
          <ac:cxnSpMkLst>
            <pc:docMk/>
            <pc:sldMk cId="55040658" sldId="295"/>
            <ac:cxnSpMk id="6" creationId="{F77B146A-0639-3A4D-9D32-5EC5FC653982}"/>
          </ac:cxnSpMkLst>
        </pc:cxnChg>
        <pc:cxnChg chg="add mod">
          <ac:chgData name="Jervis LEE (IRAS)" userId="f5b4a8ae-594f-49a5-9990-0eb6ae48a4f9" providerId="ADAL" clId="{5BC9F464-DC04-46F4-8DA6-256EAADECE55}" dt="2026-05-08T10:02:05.173" v="28889" actId="14100"/>
          <ac:cxnSpMkLst>
            <pc:docMk/>
            <pc:sldMk cId="55040658" sldId="295"/>
            <ac:cxnSpMk id="11" creationId="{95274909-CC49-E51B-A41C-E36E0E69F572}"/>
          </ac:cxnSpMkLst>
        </pc:cxnChg>
        <pc:cxnChg chg="mod">
          <ac:chgData name="Jervis LEE (IRAS)" userId="f5b4a8ae-594f-49a5-9990-0eb6ae48a4f9" providerId="ADAL" clId="{5BC9F464-DC04-46F4-8DA6-256EAADECE55}" dt="2026-05-08T10:00:46.046" v="28807" actId="14100"/>
          <ac:cxnSpMkLst>
            <pc:docMk/>
            <pc:sldMk cId="55040658" sldId="295"/>
            <ac:cxnSpMk id="12" creationId="{F9EDABC0-E5FC-4A8C-FCE0-AB0458A1D024}"/>
          </ac:cxnSpMkLst>
        </pc:cxnChg>
        <pc:cxnChg chg="add mod">
          <ac:chgData name="Jervis LEE (IRAS)" userId="f5b4a8ae-594f-49a5-9990-0eb6ae48a4f9" providerId="ADAL" clId="{5BC9F464-DC04-46F4-8DA6-256EAADECE55}" dt="2026-05-08T10:06:15.540" v="29069" actId="1036"/>
          <ac:cxnSpMkLst>
            <pc:docMk/>
            <pc:sldMk cId="55040658" sldId="295"/>
            <ac:cxnSpMk id="25" creationId="{D3C632CA-5DF0-DD44-EBEB-E7E0AA6525E1}"/>
          </ac:cxnSpMkLst>
        </pc:cxnChg>
        <pc:cxnChg chg="add mod">
          <ac:chgData name="Jervis LEE (IRAS)" userId="f5b4a8ae-594f-49a5-9990-0eb6ae48a4f9" providerId="ADAL" clId="{5BC9F464-DC04-46F4-8DA6-256EAADECE55}" dt="2026-05-08T10:06:00.237" v="29052" actId="1036"/>
          <ac:cxnSpMkLst>
            <pc:docMk/>
            <pc:sldMk cId="55040658" sldId="295"/>
            <ac:cxnSpMk id="40" creationId="{E4998C9E-5E03-F566-40B9-6E057FB76039}"/>
          </ac:cxnSpMkLst>
        </pc:cxnChg>
        <pc:cxnChg chg="mod">
          <ac:chgData name="Jervis LEE (IRAS)" userId="f5b4a8ae-594f-49a5-9990-0eb6ae48a4f9" providerId="ADAL" clId="{5BC9F464-DC04-46F4-8DA6-256EAADECE55}" dt="2026-05-08T07:06:08.168" v="22022" actId="1038"/>
          <ac:cxnSpMkLst>
            <pc:docMk/>
            <pc:sldMk cId="55040658" sldId="295"/>
            <ac:cxnSpMk id="78" creationId="{6C5E6F5F-8B37-EE7B-BD06-AA3052715D35}"/>
          </ac:cxnSpMkLst>
        </pc:cxnChg>
        <pc:cxnChg chg="mod">
          <ac:chgData name="Jervis LEE (IRAS)" userId="f5b4a8ae-594f-49a5-9990-0eb6ae48a4f9" providerId="ADAL" clId="{5BC9F464-DC04-46F4-8DA6-256EAADECE55}" dt="2026-05-08T09:58:44.091" v="28784" actId="1035"/>
          <ac:cxnSpMkLst>
            <pc:docMk/>
            <pc:sldMk cId="55040658" sldId="295"/>
            <ac:cxnSpMk id="79" creationId="{932A1992-B314-7CB0-8FDA-1F97B4A7EC22}"/>
          </ac:cxnSpMkLst>
        </pc:cxnChg>
        <pc:cxnChg chg="mod">
          <ac:chgData name="Jervis LEE (IRAS)" userId="f5b4a8ae-594f-49a5-9990-0eb6ae48a4f9" providerId="ADAL" clId="{5BC9F464-DC04-46F4-8DA6-256EAADECE55}" dt="2026-05-08T07:06:05.998" v="22019" actId="1037"/>
          <ac:cxnSpMkLst>
            <pc:docMk/>
            <pc:sldMk cId="55040658" sldId="295"/>
            <ac:cxnSpMk id="82" creationId="{6C9425F4-215B-76EE-01BE-32B715878B52}"/>
          </ac:cxnSpMkLst>
        </pc:cxnChg>
        <pc:cxnChg chg="mod">
          <ac:chgData name="Jervis LEE (IRAS)" userId="f5b4a8ae-594f-49a5-9990-0eb6ae48a4f9" providerId="ADAL" clId="{5BC9F464-DC04-46F4-8DA6-256EAADECE55}" dt="2026-05-08T10:00:50.447" v="28809" actId="14100"/>
          <ac:cxnSpMkLst>
            <pc:docMk/>
            <pc:sldMk cId="55040658" sldId="295"/>
            <ac:cxnSpMk id="97" creationId="{E5F0649A-2A22-DB62-8074-5C9A8F5D187C}"/>
          </ac:cxnSpMkLst>
        </pc:cxnChg>
      </pc:sldChg>
      <pc:sldChg chg="addSp delSp modSp add mod">
        <pc:chgData name="Jervis LEE (IRAS)" userId="f5b4a8ae-594f-49a5-9990-0eb6ae48a4f9" providerId="ADAL" clId="{5BC9F464-DC04-46F4-8DA6-256EAADECE55}" dt="2026-05-08T10:09:33.902" v="29161" actId="14100"/>
        <pc:sldMkLst>
          <pc:docMk/>
          <pc:sldMk cId="3388833641" sldId="296"/>
        </pc:sldMkLst>
        <pc:spChg chg="mod">
          <ac:chgData name="Jervis LEE (IRAS)" userId="f5b4a8ae-594f-49a5-9990-0eb6ae48a4f9" providerId="ADAL" clId="{5BC9F464-DC04-46F4-8DA6-256EAADECE55}" dt="2026-05-08T06:33:45.918" v="21903" actId="20577"/>
          <ac:spMkLst>
            <pc:docMk/>
            <pc:sldMk cId="3388833641" sldId="296"/>
            <ac:spMk id="2" creationId="{38E91908-BF65-1317-B5A3-AD26E7546A7D}"/>
          </ac:spMkLst>
        </pc:spChg>
        <pc:spChg chg="del">
          <ac:chgData name="Jervis LEE (IRAS)" userId="f5b4a8ae-594f-49a5-9990-0eb6ae48a4f9" providerId="ADAL" clId="{5BC9F464-DC04-46F4-8DA6-256EAADECE55}" dt="2026-05-08T06:33:53.405" v="21907" actId="478"/>
          <ac:spMkLst>
            <pc:docMk/>
            <pc:sldMk cId="3388833641" sldId="296"/>
            <ac:spMk id="5" creationId="{C788F41C-45F5-5956-81BE-706B94797A0E}"/>
          </ac:spMkLst>
        </pc:spChg>
        <pc:spChg chg="add mod">
          <ac:chgData name="Jervis LEE (IRAS)" userId="f5b4a8ae-594f-49a5-9990-0eb6ae48a4f9" providerId="ADAL" clId="{5BC9F464-DC04-46F4-8DA6-256EAADECE55}" dt="2026-05-08T08:35:22.858" v="24305" actId="1035"/>
          <ac:spMkLst>
            <pc:docMk/>
            <pc:sldMk cId="3388833641" sldId="296"/>
            <ac:spMk id="7" creationId="{090A9100-1F25-F1F8-FE91-2C792DE67D80}"/>
          </ac:spMkLst>
        </pc:spChg>
        <pc:spChg chg="del">
          <ac:chgData name="Jervis LEE (IRAS)" userId="f5b4a8ae-594f-49a5-9990-0eb6ae48a4f9" providerId="ADAL" clId="{5BC9F464-DC04-46F4-8DA6-256EAADECE55}" dt="2026-05-08T06:33:53.405" v="21907" actId="478"/>
          <ac:spMkLst>
            <pc:docMk/>
            <pc:sldMk cId="3388833641" sldId="296"/>
            <ac:spMk id="9" creationId="{EFD036CD-2695-5464-EFD5-DEFBE3C9FF4A}"/>
          </ac:spMkLst>
        </pc:spChg>
        <pc:spChg chg="del">
          <ac:chgData name="Jervis LEE (IRAS)" userId="f5b4a8ae-594f-49a5-9990-0eb6ae48a4f9" providerId="ADAL" clId="{5BC9F464-DC04-46F4-8DA6-256EAADECE55}" dt="2026-05-08T06:33:53.405" v="21907" actId="478"/>
          <ac:spMkLst>
            <pc:docMk/>
            <pc:sldMk cId="3388833641" sldId="296"/>
            <ac:spMk id="10" creationId="{85377AB2-C3E9-766A-C882-AB28458FCB94}"/>
          </ac:spMkLst>
        </pc:spChg>
        <pc:spChg chg="del">
          <ac:chgData name="Jervis LEE (IRAS)" userId="f5b4a8ae-594f-49a5-9990-0eb6ae48a4f9" providerId="ADAL" clId="{5BC9F464-DC04-46F4-8DA6-256EAADECE55}" dt="2026-05-08T06:33:56.477" v="21908" actId="478"/>
          <ac:spMkLst>
            <pc:docMk/>
            <pc:sldMk cId="3388833641" sldId="296"/>
            <ac:spMk id="13" creationId="{8C97E06D-3D20-4074-E7E6-0CC974B657DA}"/>
          </ac:spMkLst>
        </pc:spChg>
        <pc:spChg chg="del">
          <ac:chgData name="Jervis LEE (IRAS)" userId="f5b4a8ae-594f-49a5-9990-0eb6ae48a4f9" providerId="ADAL" clId="{5BC9F464-DC04-46F4-8DA6-256EAADECE55}" dt="2026-05-08T06:33:56.477" v="21908" actId="478"/>
          <ac:spMkLst>
            <pc:docMk/>
            <pc:sldMk cId="3388833641" sldId="296"/>
            <ac:spMk id="14" creationId="{10127AD4-B4D1-66B8-4940-A7C541635A9D}"/>
          </ac:spMkLst>
        </pc:spChg>
        <pc:spChg chg="mod">
          <ac:chgData name="Jervis LEE (IRAS)" userId="f5b4a8ae-594f-49a5-9990-0eb6ae48a4f9" providerId="ADAL" clId="{5BC9F464-DC04-46F4-8DA6-256EAADECE55}" dt="2026-05-08T08:53:35.609" v="25257" actId="14100"/>
          <ac:spMkLst>
            <pc:docMk/>
            <pc:sldMk cId="3388833641" sldId="296"/>
            <ac:spMk id="16" creationId="{F14D187D-5969-D750-F8E5-41FED9B07B8C}"/>
          </ac:spMkLst>
        </pc:spChg>
        <pc:spChg chg="mod">
          <ac:chgData name="Jervis LEE (IRAS)" userId="f5b4a8ae-594f-49a5-9990-0eb6ae48a4f9" providerId="ADAL" clId="{5BC9F464-DC04-46F4-8DA6-256EAADECE55}" dt="2026-05-08T06:33:49.535" v="21906" actId="20577"/>
          <ac:spMkLst>
            <pc:docMk/>
            <pc:sldMk cId="3388833641" sldId="296"/>
            <ac:spMk id="17" creationId="{D638A713-EB97-6629-5C84-27145F4B4CC4}"/>
          </ac:spMkLst>
        </pc:spChg>
        <pc:spChg chg="add mod">
          <ac:chgData name="Jervis LEE (IRAS)" userId="f5b4a8ae-594f-49a5-9990-0eb6ae48a4f9" providerId="ADAL" clId="{5BC9F464-DC04-46F4-8DA6-256EAADECE55}" dt="2026-05-08T06:34:03.745" v="21910" actId="1076"/>
          <ac:spMkLst>
            <pc:docMk/>
            <pc:sldMk cId="3388833641" sldId="296"/>
            <ac:spMk id="18" creationId="{FDB52A9F-E72B-6D1C-1530-07E1CCBCD1AB}"/>
          </ac:spMkLst>
        </pc:spChg>
        <pc:spChg chg="del">
          <ac:chgData name="Jervis LEE (IRAS)" userId="f5b4a8ae-594f-49a5-9990-0eb6ae48a4f9" providerId="ADAL" clId="{5BC9F464-DC04-46F4-8DA6-256EAADECE55}" dt="2026-05-08T06:33:53.405" v="21907" actId="478"/>
          <ac:spMkLst>
            <pc:docMk/>
            <pc:sldMk cId="3388833641" sldId="296"/>
            <ac:spMk id="20" creationId="{B864A228-FB2F-FEE9-86EE-0FE49119E3C1}"/>
          </ac:spMkLst>
        </pc:spChg>
        <pc:spChg chg="del">
          <ac:chgData name="Jervis LEE (IRAS)" userId="f5b4a8ae-594f-49a5-9990-0eb6ae48a4f9" providerId="ADAL" clId="{5BC9F464-DC04-46F4-8DA6-256EAADECE55}" dt="2026-05-08T07:30:53.776" v="23026" actId="478"/>
          <ac:spMkLst>
            <pc:docMk/>
            <pc:sldMk cId="3388833641" sldId="296"/>
            <ac:spMk id="23" creationId="{56B12914-C75C-3868-0ABE-4C9980D5CE17}"/>
          </ac:spMkLst>
        </pc:spChg>
        <pc:spChg chg="add mod">
          <ac:chgData name="Jervis LEE (IRAS)" userId="f5b4a8ae-594f-49a5-9990-0eb6ae48a4f9" providerId="ADAL" clId="{5BC9F464-DC04-46F4-8DA6-256EAADECE55}" dt="2026-05-08T08:35:22.858" v="24305" actId="1035"/>
          <ac:spMkLst>
            <pc:docMk/>
            <pc:sldMk cId="3388833641" sldId="296"/>
            <ac:spMk id="26" creationId="{AEEE8EE9-7105-F1DD-94EC-503D338888E9}"/>
          </ac:spMkLst>
        </pc:spChg>
        <pc:spChg chg="add mod">
          <ac:chgData name="Jervis LEE (IRAS)" userId="f5b4a8ae-594f-49a5-9990-0eb6ae48a4f9" providerId="ADAL" clId="{5BC9F464-DC04-46F4-8DA6-256EAADECE55}" dt="2026-05-08T08:35:22.858" v="24305" actId="1035"/>
          <ac:spMkLst>
            <pc:docMk/>
            <pc:sldMk cId="3388833641" sldId="296"/>
            <ac:spMk id="27" creationId="{114D178F-F025-FF65-B3F6-D00F0BC3CD36}"/>
          </ac:spMkLst>
        </pc:spChg>
        <pc:spChg chg="del">
          <ac:chgData name="Jervis LEE (IRAS)" userId="f5b4a8ae-594f-49a5-9990-0eb6ae48a4f9" providerId="ADAL" clId="{5BC9F464-DC04-46F4-8DA6-256EAADECE55}" dt="2026-05-08T06:33:56.477" v="21908" actId="478"/>
          <ac:spMkLst>
            <pc:docMk/>
            <pc:sldMk cId="3388833641" sldId="296"/>
            <ac:spMk id="29" creationId="{21A9F01F-6E7B-5EDB-5D95-1799A1EC37C8}"/>
          </ac:spMkLst>
        </pc:spChg>
        <pc:spChg chg="mod">
          <ac:chgData name="Jervis LEE (IRAS)" userId="f5b4a8ae-594f-49a5-9990-0eb6ae48a4f9" providerId="ADAL" clId="{5BC9F464-DC04-46F4-8DA6-256EAADECE55}" dt="2026-05-08T09:26:12.733" v="27276" actId="20577"/>
          <ac:spMkLst>
            <pc:docMk/>
            <pc:sldMk cId="3388833641" sldId="296"/>
            <ac:spMk id="32" creationId="{EDFD3587-9B1E-209F-FD5D-4B337C76B8C6}"/>
          </ac:spMkLst>
        </pc:spChg>
        <pc:spChg chg="add mod">
          <ac:chgData name="Jervis LEE (IRAS)" userId="f5b4a8ae-594f-49a5-9990-0eb6ae48a4f9" providerId="ADAL" clId="{5BC9F464-DC04-46F4-8DA6-256EAADECE55}" dt="2026-05-08T08:35:22.858" v="24305" actId="1035"/>
          <ac:spMkLst>
            <pc:docMk/>
            <pc:sldMk cId="3388833641" sldId="296"/>
            <ac:spMk id="34" creationId="{C1DE3A21-A166-D024-F47E-56F6D7B24633}"/>
          </ac:spMkLst>
        </pc:spChg>
        <pc:spChg chg="add del mod">
          <ac:chgData name="Jervis LEE (IRAS)" userId="f5b4a8ae-594f-49a5-9990-0eb6ae48a4f9" providerId="ADAL" clId="{5BC9F464-DC04-46F4-8DA6-256EAADECE55}" dt="2026-05-08T07:08:18.724" v="22096" actId="478"/>
          <ac:spMkLst>
            <pc:docMk/>
            <pc:sldMk cId="3388833641" sldId="296"/>
            <ac:spMk id="35" creationId="{B213AA5D-4ECD-36DD-0E91-25FDA2B0B8FA}"/>
          </ac:spMkLst>
        </pc:spChg>
        <pc:spChg chg="add del mod">
          <ac:chgData name="Jervis LEE (IRAS)" userId="f5b4a8ae-594f-49a5-9990-0eb6ae48a4f9" providerId="ADAL" clId="{5BC9F464-DC04-46F4-8DA6-256EAADECE55}" dt="2026-05-08T07:12:47.673" v="22482" actId="478"/>
          <ac:spMkLst>
            <pc:docMk/>
            <pc:sldMk cId="3388833641" sldId="296"/>
            <ac:spMk id="36" creationId="{00349090-9E50-D232-7284-ECCA0AD5AA1D}"/>
          </ac:spMkLst>
        </pc:spChg>
        <pc:spChg chg="add mod">
          <ac:chgData name="Jervis LEE (IRAS)" userId="f5b4a8ae-594f-49a5-9990-0eb6ae48a4f9" providerId="ADAL" clId="{5BC9F464-DC04-46F4-8DA6-256EAADECE55}" dt="2026-05-08T09:34:19.921" v="27656" actId="1037"/>
          <ac:spMkLst>
            <pc:docMk/>
            <pc:sldMk cId="3388833641" sldId="296"/>
            <ac:spMk id="39" creationId="{56D16202-1820-9E99-8F2C-4750D58C9245}"/>
          </ac:spMkLst>
        </pc:spChg>
        <pc:spChg chg="add mod">
          <ac:chgData name="Jervis LEE (IRAS)" userId="f5b4a8ae-594f-49a5-9990-0eb6ae48a4f9" providerId="ADAL" clId="{5BC9F464-DC04-46F4-8DA6-256EAADECE55}" dt="2026-05-08T09:34:19.921" v="27656" actId="1037"/>
          <ac:spMkLst>
            <pc:docMk/>
            <pc:sldMk cId="3388833641" sldId="296"/>
            <ac:spMk id="40" creationId="{C94729E7-2EF7-3A88-0212-E15B81CCAB63}"/>
          </ac:spMkLst>
        </pc:spChg>
        <pc:spChg chg="mod">
          <ac:chgData name="Jervis LEE (IRAS)" userId="f5b4a8ae-594f-49a5-9990-0eb6ae48a4f9" providerId="ADAL" clId="{5BC9F464-DC04-46F4-8DA6-256EAADECE55}" dt="2026-05-08T09:27:24.649" v="27392" actId="1076"/>
          <ac:spMkLst>
            <pc:docMk/>
            <pc:sldMk cId="3388833641" sldId="296"/>
            <ac:spMk id="42" creationId="{B3A39A09-248E-40A9-9291-1BC28B23E851}"/>
          </ac:spMkLst>
        </pc:spChg>
        <pc:spChg chg="add mod">
          <ac:chgData name="Jervis LEE (IRAS)" userId="f5b4a8ae-594f-49a5-9990-0eb6ae48a4f9" providerId="ADAL" clId="{5BC9F464-DC04-46F4-8DA6-256EAADECE55}" dt="2026-05-08T10:09:33.902" v="29161" actId="14100"/>
          <ac:spMkLst>
            <pc:docMk/>
            <pc:sldMk cId="3388833641" sldId="296"/>
            <ac:spMk id="43" creationId="{544C60E4-9399-39DF-4C35-FBE6C8B590F2}"/>
          </ac:spMkLst>
        </pc:spChg>
        <pc:spChg chg="add mod">
          <ac:chgData name="Jervis LEE (IRAS)" userId="f5b4a8ae-594f-49a5-9990-0eb6ae48a4f9" providerId="ADAL" clId="{5BC9F464-DC04-46F4-8DA6-256EAADECE55}" dt="2026-05-08T09:34:27.571" v="27677" actId="1037"/>
          <ac:spMkLst>
            <pc:docMk/>
            <pc:sldMk cId="3388833641" sldId="296"/>
            <ac:spMk id="45" creationId="{A6308606-6012-4E95-0636-60264D162DEC}"/>
          </ac:spMkLst>
        </pc:spChg>
        <pc:spChg chg="add mod">
          <ac:chgData name="Jervis LEE (IRAS)" userId="f5b4a8ae-594f-49a5-9990-0eb6ae48a4f9" providerId="ADAL" clId="{5BC9F464-DC04-46F4-8DA6-256EAADECE55}" dt="2026-05-08T09:34:27.571" v="27677" actId="1037"/>
          <ac:spMkLst>
            <pc:docMk/>
            <pc:sldMk cId="3388833641" sldId="296"/>
            <ac:spMk id="46" creationId="{4B068B13-BFAE-8DCB-CAA7-036C9CACFB52}"/>
          </ac:spMkLst>
        </pc:spChg>
        <pc:spChg chg="add del mod">
          <ac:chgData name="Jervis LEE (IRAS)" userId="f5b4a8ae-594f-49a5-9990-0eb6ae48a4f9" providerId="ADAL" clId="{5BC9F464-DC04-46F4-8DA6-256EAADECE55}" dt="2026-05-08T09:20:56.870" v="26785" actId="478"/>
          <ac:spMkLst>
            <pc:docMk/>
            <pc:sldMk cId="3388833641" sldId="296"/>
            <ac:spMk id="62" creationId="{582E87B0-0C87-097D-C12D-9B50150AB291}"/>
          </ac:spMkLst>
        </pc:spChg>
        <pc:spChg chg="add del mod">
          <ac:chgData name="Jervis LEE (IRAS)" userId="f5b4a8ae-594f-49a5-9990-0eb6ae48a4f9" providerId="ADAL" clId="{5BC9F464-DC04-46F4-8DA6-256EAADECE55}" dt="2026-05-08T09:21:37.563" v="26812" actId="478"/>
          <ac:spMkLst>
            <pc:docMk/>
            <pc:sldMk cId="3388833641" sldId="296"/>
            <ac:spMk id="69" creationId="{4B7DBBF8-9F71-FCD2-78E3-8513A256A8DB}"/>
          </ac:spMkLst>
        </pc:spChg>
        <pc:spChg chg="del">
          <ac:chgData name="Jervis LEE (IRAS)" userId="f5b4a8ae-594f-49a5-9990-0eb6ae48a4f9" providerId="ADAL" clId="{5BC9F464-DC04-46F4-8DA6-256EAADECE55}" dt="2026-05-08T06:33:56.477" v="21908" actId="478"/>
          <ac:spMkLst>
            <pc:docMk/>
            <pc:sldMk cId="3388833641" sldId="296"/>
            <ac:spMk id="71" creationId="{65176B01-273E-DA13-1A8A-D320571CA702}"/>
          </ac:spMkLst>
        </pc:spChg>
        <pc:spChg chg="del">
          <ac:chgData name="Jervis LEE (IRAS)" userId="f5b4a8ae-594f-49a5-9990-0eb6ae48a4f9" providerId="ADAL" clId="{5BC9F464-DC04-46F4-8DA6-256EAADECE55}" dt="2026-05-08T06:33:56.477" v="21908" actId="478"/>
          <ac:spMkLst>
            <pc:docMk/>
            <pc:sldMk cId="3388833641" sldId="296"/>
            <ac:spMk id="72" creationId="{36FFB11C-E4FE-D5E1-0B59-D759C7E1B01D}"/>
          </ac:spMkLst>
        </pc:spChg>
        <pc:spChg chg="del">
          <ac:chgData name="Jervis LEE (IRAS)" userId="f5b4a8ae-594f-49a5-9990-0eb6ae48a4f9" providerId="ADAL" clId="{5BC9F464-DC04-46F4-8DA6-256EAADECE55}" dt="2026-05-08T06:33:56.477" v="21908" actId="478"/>
          <ac:spMkLst>
            <pc:docMk/>
            <pc:sldMk cId="3388833641" sldId="296"/>
            <ac:spMk id="74" creationId="{CDB224E9-01D6-7AC2-6E82-404D0D37889A}"/>
          </ac:spMkLst>
        </pc:spChg>
        <pc:spChg chg="del">
          <ac:chgData name="Jervis LEE (IRAS)" userId="f5b4a8ae-594f-49a5-9990-0eb6ae48a4f9" providerId="ADAL" clId="{5BC9F464-DC04-46F4-8DA6-256EAADECE55}" dt="2026-05-08T06:33:53.405" v="21907" actId="478"/>
          <ac:spMkLst>
            <pc:docMk/>
            <pc:sldMk cId="3388833641" sldId="296"/>
            <ac:spMk id="83" creationId="{055181F0-506B-61A1-5BF3-B50497FE0CC3}"/>
          </ac:spMkLst>
        </pc:spChg>
        <pc:spChg chg="del">
          <ac:chgData name="Jervis LEE (IRAS)" userId="f5b4a8ae-594f-49a5-9990-0eb6ae48a4f9" providerId="ADAL" clId="{5BC9F464-DC04-46F4-8DA6-256EAADECE55}" dt="2026-05-08T06:33:53.405" v="21907" actId="478"/>
          <ac:spMkLst>
            <pc:docMk/>
            <pc:sldMk cId="3388833641" sldId="296"/>
            <ac:spMk id="84" creationId="{EB4B3A35-5AE0-1A4E-7D4E-3AD89F6B79D6}"/>
          </ac:spMkLst>
        </pc:spChg>
        <pc:spChg chg="add mod">
          <ac:chgData name="Jervis LEE (IRAS)" userId="f5b4a8ae-594f-49a5-9990-0eb6ae48a4f9" providerId="ADAL" clId="{5BC9F464-DC04-46F4-8DA6-256EAADECE55}" dt="2026-05-08T08:35:22.858" v="24305" actId="1035"/>
          <ac:spMkLst>
            <pc:docMk/>
            <pc:sldMk cId="3388833641" sldId="296"/>
            <ac:spMk id="86" creationId="{4044C9A9-3613-4D96-116B-4BDAA9210068}"/>
          </ac:spMkLst>
        </pc:spChg>
        <pc:spChg chg="del mod">
          <ac:chgData name="Jervis LEE (IRAS)" userId="f5b4a8ae-594f-49a5-9990-0eb6ae48a4f9" providerId="ADAL" clId="{5BC9F464-DC04-46F4-8DA6-256EAADECE55}" dt="2026-05-08T08:30:58.999" v="24254" actId="478"/>
          <ac:spMkLst>
            <pc:docMk/>
            <pc:sldMk cId="3388833641" sldId="296"/>
            <ac:spMk id="90" creationId="{29423F13-6E08-DEC4-1105-03AE55CF23AF}"/>
          </ac:spMkLst>
        </pc:spChg>
        <pc:spChg chg="add mod">
          <ac:chgData name="Jervis LEE (IRAS)" userId="f5b4a8ae-594f-49a5-9990-0eb6ae48a4f9" providerId="ADAL" clId="{5BC9F464-DC04-46F4-8DA6-256EAADECE55}" dt="2026-05-08T08:51:48.627" v="25223" actId="20577"/>
          <ac:spMkLst>
            <pc:docMk/>
            <pc:sldMk cId="3388833641" sldId="296"/>
            <ac:spMk id="91" creationId="{604AD43A-AE31-663F-C1C9-42569C8DA09B}"/>
          </ac:spMkLst>
        </pc:spChg>
        <pc:spChg chg="del">
          <ac:chgData name="Jervis LEE (IRAS)" userId="f5b4a8ae-594f-49a5-9990-0eb6ae48a4f9" providerId="ADAL" clId="{5BC9F464-DC04-46F4-8DA6-256EAADECE55}" dt="2026-05-08T06:33:53.405" v="21907" actId="478"/>
          <ac:spMkLst>
            <pc:docMk/>
            <pc:sldMk cId="3388833641" sldId="296"/>
            <ac:spMk id="92" creationId="{148D2713-8A21-1C4F-C231-7AE296B27A88}"/>
          </ac:spMkLst>
        </pc:spChg>
        <pc:spChg chg="del">
          <ac:chgData name="Jervis LEE (IRAS)" userId="f5b4a8ae-594f-49a5-9990-0eb6ae48a4f9" providerId="ADAL" clId="{5BC9F464-DC04-46F4-8DA6-256EAADECE55}" dt="2026-05-08T06:33:56.477" v="21908" actId="478"/>
          <ac:spMkLst>
            <pc:docMk/>
            <pc:sldMk cId="3388833641" sldId="296"/>
            <ac:spMk id="93" creationId="{FE705199-98EA-5240-5476-BC9850899CA5}"/>
          </ac:spMkLst>
        </pc:spChg>
        <pc:spChg chg="del">
          <ac:chgData name="Jervis LEE (IRAS)" userId="f5b4a8ae-594f-49a5-9990-0eb6ae48a4f9" providerId="ADAL" clId="{5BC9F464-DC04-46F4-8DA6-256EAADECE55}" dt="2026-05-08T06:33:53.405" v="21907" actId="478"/>
          <ac:spMkLst>
            <pc:docMk/>
            <pc:sldMk cId="3388833641" sldId="296"/>
            <ac:spMk id="94" creationId="{3003BCB6-0A1B-E3E2-846A-750E85E9E9B9}"/>
          </ac:spMkLst>
        </pc:spChg>
        <pc:spChg chg="del">
          <ac:chgData name="Jervis LEE (IRAS)" userId="f5b4a8ae-594f-49a5-9990-0eb6ae48a4f9" providerId="ADAL" clId="{5BC9F464-DC04-46F4-8DA6-256EAADECE55}" dt="2026-05-08T06:33:53.405" v="21907" actId="478"/>
          <ac:spMkLst>
            <pc:docMk/>
            <pc:sldMk cId="3388833641" sldId="296"/>
            <ac:spMk id="96" creationId="{332170E9-AF77-103F-20FA-DCBC8001EC54}"/>
          </ac:spMkLst>
        </pc:spChg>
        <pc:spChg chg="del">
          <ac:chgData name="Jervis LEE (IRAS)" userId="f5b4a8ae-594f-49a5-9990-0eb6ae48a4f9" providerId="ADAL" clId="{5BC9F464-DC04-46F4-8DA6-256EAADECE55}" dt="2026-05-08T06:33:53.405" v="21907" actId="478"/>
          <ac:spMkLst>
            <pc:docMk/>
            <pc:sldMk cId="3388833641" sldId="296"/>
            <ac:spMk id="98" creationId="{4C62D02A-A453-059A-F63E-664CB82DEE77}"/>
          </ac:spMkLst>
        </pc:spChg>
        <pc:spChg chg="add mod">
          <ac:chgData name="Jervis LEE (IRAS)" userId="f5b4a8ae-594f-49a5-9990-0eb6ae48a4f9" providerId="ADAL" clId="{5BC9F464-DC04-46F4-8DA6-256EAADECE55}" dt="2026-05-08T09:21:23.806" v="26798" actId="20577"/>
          <ac:spMkLst>
            <pc:docMk/>
            <pc:sldMk cId="3388833641" sldId="296"/>
            <ac:spMk id="99" creationId="{8AB91274-B8C0-C583-7FDD-E3B8282D935A}"/>
          </ac:spMkLst>
        </pc:spChg>
        <pc:spChg chg="del">
          <ac:chgData name="Jervis LEE (IRAS)" userId="f5b4a8ae-594f-49a5-9990-0eb6ae48a4f9" providerId="ADAL" clId="{5BC9F464-DC04-46F4-8DA6-256EAADECE55}" dt="2026-05-08T06:33:56.477" v="21908" actId="478"/>
          <ac:spMkLst>
            <pc:docMk/>
            <pc:sldMk cId="3388833641" sldId="296"/>
            <ac:spMk id="103" creationId="{AB0B5C5D-5948-2B9E-93D1-48FFCEB99AB4}"/>
          </ac:spMkLst>
        </pc:spChg>
        <pc:spChg chg="del">
          <ac:chgData name="Jervis LEE (IRAS)" userId="f5b4a8ae-594f-49a5-9990-0eb6ae48a4f9" providerId="ADAL" clId="{5BC9F464-DC04-46F4-8DA6-256EAADECE55}" dt="2026-05-08T06:33:56.477" v="21908" actId="478"/>
          <ac:spMkLst>
            <pc:docMk/>
            <pc:sldMk cId="3388833641" sldId="296"/>
            <ac:spMk id="107" creationId="{CB9E0E16-6D5F-57D6-42CA-42CB2463040A}"/>
          </ac:spMkLst>
        </pc:spChg>
        <pc:spChg chg="del">
          <ac:chgData name="Jervis LEE (IRAS)" userId="f5b4a8ae-594f-49a5-9990-0eb6ae48a4f9" providerId="ADAL" clId="{5BC9F464-DC04-46F4-8DA6-256EAADECE55}" dt="2026-05-08T06:33:56.477" v="21908" actId="478"/>
          <ac:spMkLst>
            <pc:docMk/>
            <pc:sldMk cId="3388833641" sldId="296"/>
            <ac:spMk id="111" creationId="{020F9027-B549-97BB-2635-E7DB5CFB4EA8}"/>
          </ac:spMkLst>
        </pc:spChg>
        <pc:spChg chg="add mod">
          <ac:chgData name="Jervis LEE (IRAS)" userId="f5b4a8ae-594f-49a5-9990-0eb6ae48a4f9" providerId="ADAL" clId="{5BC9F464-DC04-46F4-8DA6-256EAADECE55}" dt="2026-05-08T10:04:12.326" v="28938" actId="20577"/>
          <ac:spMkLst>
            <pc:docMk/>
            <pc:sldMk cId="3388833641" sldId="296"/>
            <ac:spMk id="113" creationId="{AFFC92B1-A7C0-0BE7-90FD-73B16BCC1CDC}"/>
          </ac:spMkLst>
        </pc:spChg>
        <pc:spChg chg="add mod">
          <ac:chgData name="Jervis LEE (IRAS)" userId="f5b4a8ae-594f-49a5-9990-0eb6ae48a4f9" providerId="ADAL" clId="{5BC9F464-DC04-46F4-8DA6-256EAADECE55}" dt="2026-05-08T09:35:38.305" v="27765" actId="14100"/>
          <ac:spMkLst>
            <pc:docMk/>
            <pc:sldMk cId="3388833641" sldId="296"/>
            <ac:spMk id="118" creationId="{D0C47A10-CDB8-D293-B8C3-1CD960DDCED6}"/>
          </ac:spMkLst>
        </pc:spChg>
        <pc:spChg chg="add mod">
          <ac:chgData name="Jervis LEE (IRAS)" userId="f5b4a8ae-594f-49a5-9990-0eb6ae48a4f9" providerId="ADAL" clId="{5BC9F464-DC04-46F4-8DA6-256EAADECE55}" dt="2026-05-08T09:25:52.862" v="27268" actId="20577"/>
          <ac:spMkLst>
            <pc:docMk/>
            <pc:sldMk cId="3388833641" sldId="296"/>
            <ac:spMk id="119" creationId="{7D261B52-B418-13E9-3B34-D5D07E6418D2}"/>
          </ac:spMkLst>
        </pc:spChg>
        <pc:spChg chg="add mod">
          <ac:chgData name="Jervis LEE (IRAS)" userId="f5b4a8ae-594f-49a5-9990-0eb6ae48a4f9" providerId="ADAL" clId="{5BC9F464-DC04-46F4-8DA6-256EAADECE55}" dt="2026-05-08T09:31:17.507" v="27410" actId="1037"/>
          <ac:spMkLst>
            <pc:docMk/>
            <pc:sldMk cId="3388833641" sldId="296"/>
            <ac:spMk id="120" creationId="{17EF5CA1-D7AB-56EB-0922-608625D6568C}"/>
          </ac:spMkLst>
        </pc:spChg>
        <pc:spChg chg="add mod">
          <ac:chgData name="Jervis LEE (IRAS)" userId="f5b4a8ae-594f-49a5-9990-0eb6ae48a4f9" providerId="ADAL" clId="{5BC9F464-DC04-46F4-8DA6-256EAADECE55}" dt="2026-05-08T09:35:50.301" v="27767" actId="1076"/>
          <ac:spMkLst>
            <pc:docMk/>
            <pc:sldMk cId="3388833641" sldId="296"/>
            <ac:spMk id="127" creationId="{38FBA9C7-75F9-D1B5-B1A6-BB081D9D9790}"/>
          </ac:spMkLst>
        </pc:spChg>
        <pc:spChg chg="add mod">
          <ac:chgData name="Jervis LEE (IRAS)" userId="f5b4a8ae-594f-49a5-9990-0eb6ae48a4f9" providerId="ADAL" clId="{5BC9F464-DC04-46F4-8DA6-256EAADECE55}" dt="2026-05-08T09:35:46.376" v="27766" actId="14100"/>
          <ac:spMkLst>
            <pc:docMk/>
            <pc:sldMk cId="3388833641" sldId="296"/>
            <ac:spMk id="128" creationId="{24C367DD-688B-94FC-6A20-66882FDAAE21}"/>
          </ac:spMkLst>
        </pc:spChg>
        <pc:picChg chg="del">
          <ac:chgData name="Jervis LEE (IRAS)" userId="f5b4a8ae-594f-49a5-9990-0eb6ae48a4f9" providerId="ADAL" clId="{5BC9F464-DC04-46F4-8DA6-256EAADECE55}" dt="2026-05-08T07:30:53.776" v="23026" actId="478"/>
          <ac:picMkLst>
            <pc:docMk/>
            <pc:sldMk cId="3388833641" sldId="296"/>
            <ac:picMk id="19" creationId="{0A090FE8-76C6-9AF9-1E9F-0B961FEAA869}"/>
          </ac:picMkLst>
        </pc:picChg>
        <pc:picChg chg="add mod">
          <ac:chgData name="Jervis LEE (IRAS)" userId="f5b4a8ae-594f-49a5-9990-0eb6ae48a4f9" providerId="ADAL" clId="{5BC9F464-DC04-46F4-8DA6-256EAADECE55}" dt="2026-05-08T08:35:12.646" v="24270" actId="1037"/>
          <ac:picMkLst>
            <pc:docMk/>
            <pc:sldMk cId="3388833641" sldId="296"/>
            <ac:picMk id="85" creationId="{B96B9DF7-FFF4-994C-79AC-3D644AE4B0B1}"/>
          </ac:picMkLst>
        </pc:picChg>
        <pc:cxnChg chg="del">
          <ac:chgData name="Jervis LEE (IRAS)" userId="f5b4a8ae-594f-49a5-9990-0eb6ae48a4f9" providerId="ADAL" clId="{5BC9F464-DC04-46F4-8DA6-256EAADECE55}" dt="2026-05-08T07:30:56.183" v="23027" actId="478"/>
          <ac:cxnSpMkLst>
            <pc:docMk/>
            <pc:sldMk cId="3388833641" sldId="296"/>
            <ac:cxnSpMk id="24" creationId="{6B83FAC8-9F2D-2368-DFCC-530B7C168BB2}"/>
          </ac:cxnSpMkLst>
        </pc:cxnChg>
        <pc:cxnChg chg="del">
          <ac:chgData name="Jervis LEE (IRAS)" userId="f5b4a8ae-594f-49a5-9990-0eb6ae48a4f9" providerId="ADAL" clId="{5BC9F464-DC04-46F4-8DA6-256EAADECE55}" dt="2026-05-08T07:30:56.183" v="23027" actId="478"/>
          <ac:cxnSpMkLst>
            <pc:docMk/>
            <pc:sldMk cId="3388833641" sldId="296"/>
            <ac:cxnSpMk id="25" creationId="{A27F5141-EA48-3DEA-76AF-560E55251523}"/>
          </ac:cxnSpMkLst>
        </pc:cxnChg>
        <pc:cxnChg chg="mod">
          <ac:chgData name="Jervis LEE (IRAS)" userId="f5b4a8ae-594f-49a5-9990-0eb6ae48a4f9" providerId="ADAL" clId="{5BC9F464-DC04-46F4-8DA6-256EAADECE55}" dt="2026-05-08T07:34:25.267" v="23165" actId="1035"/>
          <ac:cxnSpMkLst>
            <pc:docMk/>
            <pc:sldMk cId="3388833641" sldId="296"/>
            <ac:cxnSpMk id="33" creationId="{71B0C04F-0A46-25C5-43DC-06A649DE0AAF}"/>
          </ac:cxnSpMkLst>
        </pc:cxnChg>
        <pc:cxnChg chg="del">
          <ac:chgData name="Jervis LEE (IRAS)" userId="f5b4a8ae-594f-49a5-9990-0eb6ae48a4f9" providerId="ADAL" clId="{5BC9F464-DC04-46F4-8DA6-256EAADECE55}" dt="2026-05-08T07:05:57.146" v="22015" actId="478"/>
          <ac:cxnSpMkLst>
            <pc:docMk/>
            <pc:sldMk cId="3388833641" sldId="296"/>
            <ac:cxnSpMk id="41" creationId="{D37F0A82-3096-E261-6A03-9AF91094AB6D}"/>
          </ac:cxnSpMkLst>
        </pc:cxnChg>
        <pc:cxnChg chg="del">
          <ac:chgData name="Jervis LEE (IRAS)" userId="f5b4a8ae-594f-49a5-9990-0eb6ae48a4f9" providerId="ADAL" clId="{5BC9F464-DC04-46F4-8DA6-256EAADECE55}" dt="2026-05-08T07:05:53.434" v="22014" actId="478"/>
          <ac:cxnSpMkLst>
            <pc:docMk/>
            <pc:sldMk cId="3388833641" sldId="296"/>
            <ac:cxnSpMk id="44" creationId="{4EC14BBC-4CB4-B5B2-3B38-A38A6309A8FA}"/>
          </ac:cxnSpMkLst>
        </pc:cxnChg>
        <pc:cxnChg chg="add mod">
          <ac:chgData name="Jervis LEE (IRAS)" userId="f5b4a8ae-594f-49a5-9990-0eb6ae48a4f9" providerId="ADAL" clId="{5BC9F464-DC04-46F4-8DA6-256EAADECE55}" dt="2026-05-08T09:31:26.534" v="27413" actId="14100"/>
          <ac:cxnSpMkLst>
            <pc:docMk/>
            <pc:sldMk cId="3388833641" sldId="296"/>
            <ac:cxnSpMk id="47" creationId="{74DDC008-D54C-37D8-173C-DB3326A05031}"/>
          </ac:cxnSpMkLst>
        </pc:cxnChg>
        <pc:cxnChg chg="add mod">
          <ac:chgData name="Jervis LEE (IRAS)" userId="f5b4a8ae-594f-49a5-9990-0eb6ae48a4f9" providerId="ADAL" clId="{5BC9F464-DC04-46F4-8DA6-256EAADECE55}" dt="2026-05-08T09:27:02.113" v="27379" actId="1035"/>
          <ac:cxnSpMkLst>
            <pc:docMk/>
            <pc:sldMk cId="3388833641" sldId="296"/>
            <ac:cxnSpMk id="52" creationId="{6A9B800D-514B-B23E-04C8-37B41D7F4F2F}"/>
          </ac:cxnSpMkLst>
        </pc:cxnChg>
        <pc:cxnChg chg="add mod">
          <ac:chgData name="Jervis LEE (IRAS)" userId="f5b4a8ae-594f-49a5-9990-0eb6ae48a4f9" providerId="ADAL" clId="{5BC9F464-DC04-46F4-8DA6-256EAADECE55}" dt="2026-05-08T07:08:05.208" v="22092"/>
          <ac:cxnSpMkLst>
            <pc:docMk/>
            <pc:sldMk cId="3388833641" sldId="296"/>
            <ac:cxnSpMk id="58" creationId="{8F6C2902-9B7E-04ED-072B-B31CD29A9C68}"/>
          </ac:cxnSpMkLst>
        </pc:cxnChg>
        <pc:cxnChg chg="add del mod">
          <ac:chgData name="Jervis LEE (IRAS)" userId="f5b4a8ae-594f-49a5-9990-0eb6ae48a4f9" providerId="ADAL" clId="{5BC9F464-DC04-46F4-8DA6-256EAADECE55}" dt="2026-05-08T09:21:40.674" v="26814" actId="478"/>
          <ac:cxnSpMkLst>
            <pc:docMk/>
            <pc:sldMk cId="3388833641" sldId="296"/>
            <ac:cxnSpMk id="59" creationId="{C0415893-9A8A-F4DA-5EAC-9F81DA8E298D}"/>
          </ac:cxnSpMkLst>
        </pc:cxnChg>
        <pc:cxnChg chg="add del mod">
          <ac:chgData name="Jervis LEE (IRAS)" userId="f5b4a8ae-594f-49a5-9990-0eb6ae48a4f9" providerId="ADAL" clId="{5BC9F464-DC04-46F4-8DA6-256EAADECE55}" dt="2026-05-08T09:21:39.983" v="26813" actId="478"/>
          <ac:cxnSpMkLst>
            <pc:docMk/>
            <pc:sldMk cId="3388833641" sldId="296"/>
            <ac:cxnSpMk id="63" creationId="{3E229906-1EFB-6B6B-5F03-211A3334D944}"/>
          </ac:cxnSpMkLst>
        </pc:cxnChg>
        <pc:cxnChg chg="add mod">
          <ac:chgData name="Jervis LEE (IRAS)" userId="f5b4a8ae-594f-49a5-9990-0eb6ae48a4f9" providerId="ADAL" clId="{5BC9F464-DC04-46F4-8DA6-256EAADECE55}" dt="2026-05-08T08:35:12.646" v="24270" actId="1037"/>
          <ac:cxnSpMkLst>
            <pc:docMk/>
            <pc:sldMk cId="3388833641" sldId="296"/>
            <ac:cxnSpMk id="87" creationId="{4F978201-8D19-09AE-ED4B-CD21F5C3AFCA}"/>
          </ac:cxnSpMkLst>
        </pc:cxnChg>
        <pc:cxnChg chg="add mod">
          <ac:chgData name="Jervis LEE (IRAS)" userId="f5b4a8ae-594f-49a5-9990-0eb6ae48a4f9" providerId="ADAL" clId="{5BC9F464-DC04-46F4-8DA6-256EAADECE55}" dt="2026-05-08T08:35:12.646" v="24270" actId="1037"/>
          <ac:cxnSpMkLst>
            <pc:docMk/>
            <pc:sldMk cId="3388833641" sldId="296"/>
            <ac:cxnSpMk id="89" creationId="{AD90B9A2-0375-0FA3-16FA-ABB630BAB4A7}"/>
          </ac:cxnSpMkLst>
        </pc:cxnChg>
        <pc:cxnChg chg="add del mod">
          <ac:chgData name="Jervis LEE (IRAS)" userId="f5b4a8ae-594f-49a5-9990-0eb6ae48a4f9" providerId="ADAL" clId="{5BC9F464-DC04-46F4-8DA6-256EAADECE55}" dt="2026-05-08T09:34:54.333" v="27682" actId="478"/>
          <ac:cxnSpMkLst>
            <pc:docMk/>
            <pc:sldMk cId="3388833641" sldId="296"/>
            <ac:cxnSpMk id="101" creationId="{008F6053-EC7E-B836-70D3-236846D0898C}"/>
          </ac:cxnSpMkLst>
        </pc:cxnChg>
        <pc:cxnChg chg="add del mod">
          <ac:chgData name="Jervis LEE (IRAS)" userId="f5b4a8ae-594f-49a5-9990-0eb6ae48a4f9" providerId="ADAL" clId="{5BC9F464-DC04-46F4-8DA6-256EAADECE55}" dt="2026-05-08T09:34:55.749" v="27683" actId="478"/>
          <ac:cxnSpMkLst>
            <pc:docMk/>
            <pc:sldMk cId="3388833641" sldId="296"/>
            <ac:cxnSpMk id="114" creationId="{896F50D1-FFA0-62FF-3A82-02510C9194C7}"/>
          </ac:cxnSpMkLst>
        </pc:cxnChg>
        <pc:cxnChg chg="add mod">
          <ac:chgData name="Jervis LEE (IRAS)" userId="f5b4a8ae-594f-49a5-9990-0eb6ae48a4f9" providerId="ADAL" clId="{5BC9F464-DC04-46F4-8DA6-256EAADECE55}" dt="2026-05-08T09:35:16.110" v="27719" actId="1038"/>
          <ac:cxnSpMkLst>
            <pc:docMk/>
            <pc:sldMk cId="3388833641" sldId="296"/>
            <ac:cxnSpMk id="133" creationId="{E53567A0-4D39-B4E6-9527-F2284DFD3933}"/>
          </ac:cxnSpMkLst>
        </pc:cxnChg>
        <pc:cxnChg chg="add mod">
          <ac:chgData name="Jervis LEE (IRAS)" userId="f5b4a8ae-594f-49a5-9990-0eb6ae48a4f9" providerId="ADAL" clId="{5BC9F464-DC04-46F4-8DA6-256EAADECE55}" dt="2026-05-08T09:35:19.056" v="27727" actId="1037"/>
          <ac:cxnSpMkLst>
            <pc:docMk/>
            <pc:sldMk cId="3388833641" sldId="296"/>
            <ac:cxnSpMk id="136" creationId="{0D538CB5-847C-18C0-4B01-5497D2107C8C}"/>
          </ac:cxnSpMkLst>
        </pc:cxnChg>
      </pc:sldChg>
      <pc:sldChg chg="addSp delSp modSp add mod">
        <pc:chgData name="Jervis LEE (IRAS)" userId="f5b4a8ae-594f-49a5-9990-0eb6ae48a4f9" providerId="ADAL" clId="{5BC9F464-DC04-46F4-8DA6-256EAADECE55}" dt="2026-05-08T07:50:23.571" v="24081" actId="20577"/>
        <pc:sldMkLst>
          <pc:docMk/>
          <pc:sldMk cId="3395907469" sldId="297"/>
        </pc:sldMkLst>
        <pc:spChg chg="mod">
          <ac:chgData name="Jervis LEE (IRAS)" userId="f5b4a8ae-594f-49a5-9990-0eb6ae48a4f9" providerId="ADAL" clId="{5BC9F464-DC04-46F4-8DA6-256EAADECE55}" dt="2026-05-08T07:46:12.004" v="23437" actId="20577"/>
          <ac:spMkLst>
            <pc:docMk/>
            <pc:sldMk cId="3395907469" sldId="297"/>
            <ac:spMk id="2" creationId="{29085F1F-B478-5828-16B2-DC3962973537}"/>
          </ac:spMkLst>
        </pc:spChg>
        <pc:spChg chg="del mod">
          <ac:chgData name="Jervis LEE (IRAS)" userId="f5b4a8ae-594f-49a5-9990-0eb6ae48a4f9" providerId="ADAL" clId="{5BC9F464-DC04-46F4-8DA6-256EAADECE55}" dt="2026-05-08T07:50:13.638" v="24060" actId="478"/>
          <ac:spMkLst>
            <pc:docMk/>
            <pc:sldMk cId="3395907469" sldId="297"/>
            <ac:spMk id="3" creationId="{1DA80504-AF98-5D7D-8A83-8A473ACE3F97}"/>
          </ac:spMkLst>
        </pc:spChg>
        <pc:spChg chg="add mod">
          <ac:chgData name="Jervis LEE (IRAS)" userId="f5b4a8ae-594f-49a5-9990-0eb6ae48a4f9" providerId="ADAL" clId="{5BC9F464-DC04-46F4-8DA6-256EAADECE55}" dt="2026-05-08T07:50:23.571" v="24081" actId="20577"/>
          <ac:spMkLst>
            <pc:docMk/>
            <pc:sldMk cId="3395907469" sldId="297"/>
            <ac:spMk id="7" creationId="{E07F2336-3C50-0A41-AEE0-23632A223868}"/>
          </ac:spMkLst>
        </pc:spChg>
        <pc:spChg chg="del mod">
          <ac:chgData name="Jervis LEE (IRAS)" userId="f5b4a8ae-594f-49a5-9990-0eb6ae48a4f9" providerId="ADAL" clId="{5BC9F464-DC04-46F4-8DA6-256EAADECE55}" dt="2026-05-08T07:50:13.638" v="24060" actId="478"/>
          <ac:spMkLst>
            <pc:docMk/>
            <pc:sldMk cId="3395907469" sldId="297"/>
            <ac:spMk id="16" creationId="{C4DA6AA5-F0EF-52DC-97A7-56855CC3E868}"/>
          </ac:spMkLst>
        </pc:spChg>
        <pc:spChg chg="del mod">
          <ac:chgData name="Jervis LEE (IRAS)" userId="f5b4a8ae-594f-49a5-9990-0eb6ae48a4f9" providerId="ADAL" clId="{5BC9F464-DC04-46F4-8DA6-256EAADECE55}" dt="2026-05-08T07:50:13.638" v="24060" actId="478"/>
          <ac:spMkLst>
            <pc:docMk/>
            <pc:sldMk cId="3395907469" sldId="297"/>
            <ac:spMk id="83" creationId="{36576E1B-4E5E-DCFE-AA90-5B98F72CD561}"/>
          </ac:spMkLst>
        </pc:spChg>
        <pc:spChg chg="del mod">
          <ac:chgData name="Jervis LEE (IRAS)" userId="f5b4a8ae-594f-49a5-9990-0eb6ae48a4f9" providerId="ADAL" clId="{5BC9F464-DC04-46F4-8DA6-256EAADECE55}" dt="2026-05-08T07:50:13.638" v="24060" actId="478"/>
          <ac:spMkLst>
            <pc:docMk/>
            <pc:sldMk cId="3395907469" sldId="297"/>
            <ac:spMk id="84" creationId="{2973B1F5-B5A7-D943-874C-706EB9A2C8F4}"/>
          </ac:spMkLst>
        </pc:spChg>
        <pc:spChg chg="del mod">
          <ac:chgData name="Jervis LEE (IRAS)" userId="f5b4a8ae-594f-49a5-9990-0eb6ae48a4f9" providerId="ADAL" clId="{5BC9F464-DC04-46F4-8DA6-256EAADECE55}" dt="2026-05-08T07:50:13.638" v="24060" actId="478"/>
          <ac:spMkLst>
            <pc:docMk/>
            <pc:sldMk cId="3395907469" sldId="297"/>
            <ac:spMk id="88" creationId="{7289C856-35DE-7A37-47CF-7883F248532A}"/>
          </ac:spMkLst>
        </pc:spChg>
        <pc:spChg chg="del mod">
          <ac:chgData name="Jervis LEE (IRAS)" userId="f5b4a8ae-594f-49a5-9990-0eb6ae48a4f9" providerId="ADAL" clId="{5BC9F464-DC04-46F4-8DA6-256EAADECE55}" dt="2026-05-08T07:50:13.638" v="24060" actId="478"/>
          <ac:spMkLst>
            <pc:docMk/>
            <pc:sldMk cId="3395907469" sldId="297"/>
            <ac:spMk id="93" creationId="{3A1FF483-36B7-7E06-B47A-8B557B449F96}"/>
          </ac:spMkLst>
        </pc:spChg>
        <pc:spChg chg="del mod">
          <ac:chgData name="Jervis LEE (IRAS)" userId="f5b4a8ae-594f-49a5-9990-0eb6ae48a4f9" providerId="ADAL" clId="{5BC9F464-DC04-46F4-8DA6-256EAADECE55}" dt="2026-05-08T07:50:13.638" v="24060" actId="478"/>
          <ac:spMkLst>
            <pc:docMk/>
            <pc:sldMk cId="3395907469" sldId="297"/>
            <ac:spMk id="94" creationId="{5FF8F216-174E-D5CF-58DA-9C5D6FEE4AB5}"/>
          </ac:spMkLst>
        </pc:spChg>
        <pc:spChg chg="del mod">
          <ac:chgData name="Jervis LEE (IRAS)" userId="f5b4a8ae-594f-49a5-9990-0eb6ae48a4f9" providerId="ADAL" clId="{5BC9F464-DC04-46F4-8DA6-256EAADECE55}" dt="2026-05-08T07:50:13.638" v="24060" actId="478"/>
          <ac:spMkLst>
            <pc:docMk/>
            <pc:sldMk cId="3395907469" sldId="297"/>
            <ac:spMk id="100" creationId="{009A7467-6ED4-F921-6F47-E723DB7B2EEE}"/>
          </ac:spMkLst>
        </pc:spChg>
        <pc:spChg chg="del mod">
          <ac:chgData name="Jervis LEE (IRAS)" userId="f5b4a8ae-594f-49a5-9990-0eb6ae48a4f9" providerId="ADAL" clId="{5BC9F464-DC04-46F4-8DA6-256EAADECE55}" dt="2026-05-08T07:50:13.638" v="24060" actId="478"/>
          <ac:spMkLst>
            <pc:docMk/>
            <pc:sldMk cId="3395907469" sldId="297"/>
            <ac:spMk id="103" creationId="{9F1583FF-CA6E-6ABD-F118-235AA2DB32FC}"/>
          </ac:spMkLst>
        </pc:spChg>
        <pc:spChg chg="del mod">
          <ac:chgData name="Jervis LEE (IRAS)" userId="f5b4a8ae-594f-49a5-9990-0eb6ae48a4f9" providerId="ADAL" clId="{5BC9F464-DC04-46F4-8DA6-256EAADECE55}" dt="2026-05-08T07:50:13.638" v="24060" actId="478"/>
          <ac:spMkLst>
            <pc:docMk/>
            <pc:sldMk cId="3395907469" sldId="297"/>
            <ac:spMk id="111" creationId="{0ACF606B-8C03-9C98-5537-D5BC9F894D12}"/>
          </ac:spMkLst>
        </pc:spChg>
      </pc:sldChg>
      <pc:sldChg chg="addSp modSp add mod">
        <pc:chgData name="Jervis LEE (IRAS)" userId="f5b4a8ae-594f-49a5-9990-0eb6ae48a4f9" providerId="ADAL" clId="{5BC9F464-DC04-46F4-8DA6-256EAADECE55}" dt="2026-05-08T09:52:34.444" v="28656" actId="20577"/>
        <pc:sldMkLst>
          <pc:docMk/>
          <pc:sldMk cId="3966119586" sldId="298"/>
        </pc:sldMkLst>
        <pc:spChg chg="mod">
          <ac:chgData name="Jervis LEE (IRAS)" userId="f5b4a8ae-594f-49a5-9990-0eb6ae48a4f9" providerId="ADAL" clId="{5BC9F464-DC04-46F4-8DA6-256EAADECE55}" dt="2026-05-08T07:52:08.271" v="24129" actId="20577"/>
          <ac:spMkLst>
            <pc:docMk/>
            <pc:sldMk cId="3966119586" sldId="298"/>
            <ac:spMk id="2" creationId="{C48707DE-6AB8-C3EE-025C-2B312046BE41}"/>
          </ac:spMkLst>
        </pc:spChg>
        <pc:spChg chg="add mod">
          <ac:chgData name="Jervis LEE (IRAS)" userId="f5b4a8ae-594f-49a5-9990-0eb6ae48a4f9" providerId="ADAL" clId="{5BC9F464-DC04-46F4-8DA6-256EAADECE55}" dt="2026-05-08T09:52:34.444" v="28656" actId="20577"/>
          <ac:spMkLst>
            <pc:docMk/>
            <pc:sldMk cId="3966119586" sldId="298"/>
            <ac:spMk id="3" creationId="{238BC281-9BC5-BFDB-99F9-93D96466802B}"/>
          </ac:spMkLst>
        </pc:spChg>
        <pc:spChg chg="mod">
          <ac:chgData name="Jervis LEE (IRAS)" userId="f5b4a8ae-594f-49a5-9990-0eb6ae48a4f9" providerId="ADAL" clId="{5BC9F464-DC04-46F4-8DA6-256EAADECE55}" dt="2026-05-08T08:03:17.634" v="24151" actId="20577"/>
          <ac:spMkLst>
            <pc:docMk/>
            <pc:sldMk cId="3966119586" sldId="298"/>
            <ac:spMk id="7" creationId="{E78E2ABF-848D-6C23-AD81-F9F32F6D0E03}"/>
          </ac:spMkLst>
        </pc:spChg>
      </pc:sldChg>
      <pc:sldChg chg="delSp modSp add mod">
        <pc:chgData name="Jervis LEE (IRAS)" userId="f5b4a8ae-594f-49a5-9990-0eb6ae48a4f9" providerId="ADAL" clId="{5BC9F464-DC04-46F4-8DA6-256EAADECE55}" dt="2026-05-08T09:39:08.214" v="27786" actId="478"/>
        <pc:sldMkLst>
          <pc:docMk/>
          <pc:sldMk cId="1520716890" sldId="299"/>
        </pc:sldMkLst>
        <pc:spChg chg="mod">
          <ac:chgData name="Jervis LEE (IRAS)" userId="f5b4a8ae-594f-49a5-9990-0eb6ae48a4f9" providerId="ADAL" clId="{5BC9F464-DC04-46F4-8DA6-256EAADECE55}" dt="2026-05-08T09:39:05.388" v="27785" actId="20577"/>
          <ac:spMkLst>
            <pc:docMk/>
            <pc:sldMk cId="1520716890" sldId="299"/>
            <ac:spMk id="2" creationId="{DEAB86E9-DEB5-7847-ECF3-BE319CCF1E05}"/>
          </ac:spMkLst>
        </pc:spChg>
        <pc:spChg chg="del">
          <ac:chgData name="Jervis LEE (IRAS)" userId="f5b4a8ae-594f-49a5-9990-0eb6ae48a4f9" providerId="ADAL" clId="{5BC9F464-DC04-46F4-8DA6-256EAADECE55}" dt="2026-05-08T09:39:08.214" v="27786" actId="478"/>
          <ac:spMkLst>
            <pc:docMk/>
            <pc:sldMk cId="1520716890" sldId="299"/>
            <ac:spMk id="3" creationId="{AC4DB856-B9E7-DB75-685E-2C925D8F570B}"/>
          </ac:spMkLst>
        </pc:spChg>
      </pc:sldChg>
      <pc:sldChg chg="delSp modSp add mod">
        <pc:chgData name="Jervis LEE (IRAS)" userId="f5b4a8ae-594f-49a5-9990-0eb6ae48a4f9" providerId="ADAL" clId="{5BC9F464-DC04-46F4-8DA6-256EAADECE55}" dt="2026-05-08T09:39:30.472" v="27844" actId="20577"/>
        <pc:sldMkLst>
          <pc:docMk/>
          <pc:sldMk cId="1568758900" sldId="300"/>
        </pc:sldMkLst>
        <pc:spChg chg="mod">
          <ac:chgData name="Jervis LEE (IRAS)" userId="f5b4a8ae-594f-49a5-9990-0eb6ae48a4f9" providerId="ADAL" clId="{5BC9F464-DC04-46F4-8DA6-256EAADECE55}" dt="2026-05-08T09:39:30.472" v="27844" actId="20577"/>
          <ac:spMkLst>
            <pc:docMk/>
            <pc:sldMk cId="1568758900" sldId="300"/>
            <ac:spMk id="2" creationId="{8E4EF01A-ED9B-AE79-5F6F-7BF364AE69CF}"/>
          </ac:spMkLst>
        </pc:spChg>
        <pc:spChg chg="del">
          <ac:chgData name="Jervis LEE (IRAS)" userId="f5b4a8ae-594f-49a5-9990-0eb6ae48a4f9" providerId="ADAL" clId="{5BC9F464-DC04-46F4-8DA6-256EAADECE55}" dt="2026-05-08T09:39:16.258" v="27788" actId="478"/>
          <ac:spMkLst>
            <pc:docMk/>
            <pc:sldMk cId="1568758900" sldId="300"/>
            <ac:spMk id="3" creationId="{9F1FF122-688F-DFE0-5283-F0AEB6FFDE9A}"/>
          </ac:spMkLst>
        </pc:spChg>
      </pc:sldChg>
      <pc:sldChg chg="modSp add mod">
        <pc:chgData name="Jervis LEE (IRAS)" userId="f5b4a8ae-594f-49a5-9990-0eb6ae48a4f9" providerId="ADAL" clId="{5BC9F464-DC04-46F4-8DA6-256EAADECE55}" dt="2026-05-08T09:40:45.886" v="27884" actId="20577"/>
        <pc:sldMkLst>
          <pc:docMk/>
          <pc:sldMk cId="3810503299" sldId="301"/>
        </pc:sldMkLst>
        <pc:spChg chg="mod">
          <ac:chgData name="Jervis LEE (IRAS)" userId="f5b4a8ae-594f-49a5-9990-0eb6ae48a4f9" providerId="ADAL" clId="{5BC9F464-DC04-46F4-8DA6-256EAADECE55}" dt="2026-05-08T09:40:45.886" v="27884" actId="20577"/>
          <ac:spMkLst>
            <pc:docMk/>
            <pc:sldMk cId="3810503299" sldId="301"/>
            <ac:spMk id="2" creationId="{9CDAAC72-12AC-972C-B91A-6DD8B0B57A46}"/>
          </ac:spMkLst>
        </pc:spChg>
      </pc:sldChg>
      <pc:sldChg chg="modSp add mod">
        <pc:chgData name="Jervis LEE (IRAS)" userId="f5b4a8ae-594f-49a5-9990-0eb6ae48a4f9" providerId="ADAL" clId="{5BC9F464-DC04-46F4-8DA6-256EAADECE55}" dt="2026-05-08T09:41:30.777" v="27901" actId="20577"/>
        <pc:sldMkLst>
          <pc:docMk/>
          <pc:sldMk cId="661935246" sldId="302"/>
        </pc:sldMkLst>
        <pc:spChg chg="mod">
          <ac:chgData name="Jervis LEE (IRAS)" userId="f5b4a8ae-594f-49a5-9990-0eb6ae48a4f9" providerId="ADAL" clId="{5BC9F464-DC04-46F4-8DA6-256EAADECE55}" dt="2026-05-08T09:41:30.777" v="27901" actId="20577"/>
          <ac:spMkLst>
            <pc:docMk/>
            <pc:sldMk cId="661935246" sldId="302"/>
            <ac:spMk id="2" creationId="{06E0483A-1465-2E08-C10E-189C38F7ECC4}"/>
          </ac:spMkLst>
        </pc:spChg>
      </pc:sldChg>
      <pc:sldChg chg="add del">
        <pc:chgData name="Jervis LEE (IRAS)" userId="f5b4a8ae-594f-49a5-9990-0eb6ae48a4f9" providerId="ADAL" clId="{5BC9F464-DC04-46F4-8DA6-256EAADECE55}" dt="2026-05-08T09:40:49.080" v="27886"/>
        <pc:sldMkLst>
          <pc:docMk/>
          <pc:sldMk cId="1035513487" sldId="302"/>
        </pc:sldMkLst>
      </pc:sldChg>
      <pc:sldChg chg="add">
        <pc:chgData name="Jervis LEE (IRAS)" userId="f5b4a8ae-594f-49a5-9990-0eb6ae48a4f9" providerId="ADAL" clId="{5BC9F464-DC04-46F4-8DA6-256EAADECE55}" dt="2026-05-08T09:44:18.230" v="28243"/>
        <pc:sldMkLst>
          <pc:docMk/>
          <pc:sldMk cId="4086780853" sldId="303"/>
        </pc:sldMkLst>
      </pc:sldChg>
      <pc:sldMasterChg chg="delSldLayout">
        <pc:chgData name="Jervis LEE (IRAS)" userId="f5b4a8ae-594f-49a5-9990-0eb6ae48a4f9" providerId="ADAL" clId="{5BC9F464-DC04-46F4-8DA6-256EAADECE55}" dt="2026-05-06T09:19:46.880" v="11350" actId="47"/>
        <pc:sldMasterMkLst>
          <pc:docMk/>
          <pc:sldMasterMk cId="972052673" sldId="2147483648"/>
        </pc:sldMasterMkLst>
      </pc:sldMasterChg>
    </pc:docChg>
  </pc:docChgLst>
</pc:chgInfo>
</file>

<file path=ppt/comments/modernComment_125_3F7ED9CE.xml><?xml version="1.0" encoding="utf-8"?>
<p188:cmLst xmlns:a="http://schemas.openxmlformats.org/drawingml/2006/main" xmlns:r="http://schemas.openxmlformats.org/officeDocument/2006/relationships" xmlns:p188="http://schemas.microsoft.com/office/powerpoint/2018/8/main">
  <p188:cm id="{06744B8F-2C19-49A8-A607-89A238C02922}" authorId="{97ED3D8B-D485-D0C5-EBAD-7A731A1C3D38}" created="2026-05-08T07:32:23.848">
    <ac:deMkLst xmlns:ac="http://schemas.microsoft.com/office/drawing/2013/main/command">
      <pc:docMk xmlns:pc="http://schemas.microsoft.com/office/powerpoint/2013/main/command"/>
      <pc:sldMk xmlns:pc="http://schemas.microsoft.com/office/powerpoint/2013/main/command" cId="1065277902" sldId="293"/>
      <ac:spMk id="94" creationId="{B4D0735E-1E27-FA1F-2197-C6084985D34F}"/>
    </ac:deMkLst>
    <p188:replyLst>
      <p188:reply id="{69CF59E4-4019-4F15-818A-B1DA563DC987}" authorId="{97ED3D8B-D485-D0C5-EBAD-7A731A1C3D38}" created="2026-05-08T08:15:56.503">
        <p188:txBody>
          <a:bodyPr/>
          <a:lstStyle/>
          <a:p>
            <a:r>
              <a:rPr lang="en-SG"/>
              <a:t>Yup this is the Client Id/App Id URI of the target MCP schizo</a:t>
            </a:r>
          </a:p>
        </p188:txBody>
      </p188:reply>
    </p188:replyLst>
    <p188:txBody>
      <a:bodyPr/>
      <a:lstStyle/>
      <a:p>
        <a:r>
          <a:rPr lang="en-SG"/>
          <a:t>Correct hor api//MCP-A?</a:t>
        </a:r>
      </a:p>
    </p188:txBody>
  </p188:cm>
  <p188:cm id="{C49FE242-646F-4793-B293-E58EDE187DCD}" authorId="{97ED3D8B-D485-D0C5-EBAD-7A731A1C3D38}" created="2026-05-08T08:21:08.901">
    <ac:deMkLst xmlns:ac="http://schemas.microsoft.com/office/drawing/2013/main/command">
      <pc:docMk xmlns:pc="http://schemas.microsoft.com/office/powerpoint/2013/main/command"/>
      <pc:sldMk xmlns:pc="http://schemas.microsoft.com/office/powerpoint/2013/main/command" cId="1065277902" sldId="293"/>
      <ac:spMk id="93" creationId="{BCFD32A7-B982-AD12-6153-16BB6533DF8E}"/>
    </ac:deMkLst>
    <p188:txBody>
      <a:bodyPr/>
      <a:lstStyle/>
      <a:p>
        <a:r>
          <a:rPr lang="en-SG"/>
          <a:t>To achieve this, need to setup a trusted subsystem relationship for the APIM’s MSI</a:t>
        </a:r>
      </a:p>
    </p188:txBody>
  </p188:cm>
</p188:cmLst>
</file>

<file path=ppt/comments/modernComment_126_122A5155.xml><?xml version="1.0" encoding="utf-8"?>
<p188:cmLst xmlns:a="http://schemas.openxmlformats.org/drawingml/2006/main" xmlns:r="http://schemas.openxmlformats.org/officeDocument/2006/relationships" xmlns:p188="http://schemas.microsoft.com/office/powerpoint/2018/8/main">
  <p188:cm id="{EAE24911-C4CC-4653-948B-91722209AEE4}" authorId="{97ED3D8B-D485-D0C5-EBAD-7A731A1C3D38}" created="2026-05-08T06:50:15.225">
    <ac:deMkLst xmlns:ac="http://schemas.microsoft.com/office/drawing/2013/main/command">
      <pc:docMk xmlns:pc="http://schemas.microsoft.com/office/powerpoint/2013/main/command"/>
      <pc:sldMk xmlns:pc="http://schemas.microsoft.com/office/powerpoint/2013/main/command" cId="304763221" sldId="294"/>
      <ac:spMk id="103" creationId="{380A8E89-4B1D-6E4D-AE08-21611564DBC5}"/>
    </ac:deMkLst>
    <p188:replyLst>
      <p188:reply id="{9A405477-2861-4204-9240-303BDC13A78C}" authorId="{97ED3D8B-D485-D0C5-EBAD-7A731A1C3D38}" created="2026-05-08T08:21:25.314">
        <p188:txBody>
          <a:bodyPr/>
          <a:lstStyle/>
          <a:p>
            <a:r>
              <a:rPr lang="en-SG"/>
              <a:t>Correct correct schizo</a:t>
            </a:r>
          </a:p>
        </p188:txBody>
      </p188:reply>
    </p188:replyLst>
    <p188:txBody>
      <a:bodyPr/>
      <a:lstStyle/>
      <a:p>
        <a:r>
          <a:rPr lang="en-SG"/>
          <a:t>Is this right? Hmmm thinking...</a:t>
        </a:r>
      </a:p>
    </p188:txBody>
  </p188:cm>
</p188:cmLst>
</file>

<file path=ppt/comments/modernComment_128_C9FD7F69.xml><?xml version="1.0" encoding="utf-8"?>
<p188:cmLst xmlns:a="http://schemas.openxmlformats.org/drawingml/2006/main" xmlns:r="http://schemas.openxmlformats.org/officeDocument/2006/relationships" xmlns:p188="http://schemas.microsoft.com/office/powerpoint/2018/8/main">
  <p188:cm id="{1601A50B-A3D8-40D4-B864-828AD7C0B313}" authorId="{97ED3D8B-D485-D0C5-EBAD-7A731A1C3D38}" created="2026-05-08T07:23:22.261">
    <ac:deMkLst xmlns:ac="http://schemas.microsoft.com/office/drawing/2013/main/command">
      <pc:docMk xmlns:pc="http://schemas.microsoft.com/office/powerpoint/2013/main/command"/>
      <pc:sldMk xmlns:pc="http://schemas.microsoft.com/office/powerpoint/2013/main/command" cId="3388833641" sldId="296"/>
      <ac:spMk id="62" creationId="{582E87B0-0C87-097D-C12D-9B50150AB291}"/>
    </ac:deMkLst>
    <p188:txBody>
      <a:bodyPr/>
      <a:lstStyle/>
      <a:p>
        <a:r>
          <a:rPr lang="en-SG"/>
          <a:t>Issue ForgeRock token now? Or let AIGP check and request from ForgeRock instead?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B70821-ECCE-4E08-942C-AC411BA5DD92}" type="datetimeFigureOut">
              <a:rPr lang="en-SG" smtClean="0"/>
              <a:t>15/5/2026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F8575F-C0BF-4301-B858-321AD926EC45}" type="slidenum">
              <a:rPr lang="en-SG" smtClean="0"/>
              <a:t>‹#›</a:t>
            </a:fld>
            <a:endParaRPr lang="en-SG"/>
          </a:p>
        </p:txBody>
      </p:sp>
    </p:spTree>
    <p:extLst>
      <p:ext uri="{BB962C8B-B14F-4D97-AF65-F5344CB8AC3E}">
        <p14:creationId xmlns:p14="http://schemas.microsoft.com/office/powerpoint/2010/main" val="2015340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E8F8575F-C0BF-4301-B858-321AD926EC45}" type="slidenum">
              <a:rPr lang="en-SG" smtClean="0"/>
              <a:t>7</a:t>
            </a:fld>
            <a:endParaRPr lang="en-SG"/>
          </a:p>
        </p:txBody>
      </p:sp>
    </p:spTree>
    <p:extLst>
      <p:ext uri="{BB962C8B-B14F-4D97-AF65-F5344CB8AC3E}">
        <p14:creationId xmlns:p14="http://schemas.microsoft.com/office/powerpoint/2010/main" val="255500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9F38-0194-9B1E-9925-407B6A2C8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5C640-7CC8-9D84-922F-94C5267F9A4A}"/>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3371A64A-73F7-7ADA-B461-1079F90F54A2}"/>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9BC0545B-1839-33AF-164D-569A3420BEA3}"/>
              </a:ext>
            </a:extLst>
          </p:cNvPr>
          <p:cNvSpPr>
            <a:spLocks noGrp="1"/>
          </p:cNvSpPr>
          <p:nvPr>
            <p:ph type="sldNum" sz="quarter" idx="5"/>
          </p:nvPr>
        </p:nvSpPr>
        <p:spPr/>
        <p:txBody>
          <a:bodyPr/>
          <a:lstStyle/>
          <a:p>
            <a:fld id="{E8F8575F-C0BF-4301-B858-321AD926EC45}" type="slidenum">
              <a:rPr lang="en-SG" smtClean="0"/>
              <a:t>9</a:t>
            </a:fld>
            <a:endParaRPr lang="en-SG"/>
          </a:p>
        </p:txBody>
      </p:sp>
    </p:spTree>
    <p:extLst>
      <p:ext uri="{BB962C8B-B14F-4D97-AF65-F5344CB8AC3E}">
        <p14:creationId xmlns:p14="http://schemas.microsoft.com/office/powerpoint/2010/main" val="1032833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C22B9-4E4C-3656-F17C-250A1DC2E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352FF-C505-74D3-B0CC-E9300898A2F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0AC6E63-DBA0-E59A-8318-0B3A0858C64B}"/>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2494EFCD-89C0-9EC8-A5D8-4B21AF833231}"/>
              </a:ext>
            </a:extLst>
          </p:cNvPr>
          <p:cNvSpPr>
            <a:spLocks noGrp="1"/>
          </p:cNvSpPr>
          <p:nvPr>
            <p:ph type="sldNum" sz="quarter" idx="5"/>
          </p:nvPr>
        </p:nvSpPr>
        <p:spPr/>
        <p:txBody>
          <a:bodyPr/>
          <a:lstStyle/>
          <a:p>
            <a:fld id="{E8F8575F-C0BF-4301-B858-321AD926EC45}" type="slidenum">
              <a:rPr lang="en-SG" smtClean="0"/>
              <a:t>11</a:t>
            </a:fld>
            <a:endParaRPr lang="en-SG"/>
          </a:p>
        </p:txBody>
      </p:sp>
    </p:spTree>
    <p:extLst>
      <p:ext uri="{BB962C8B-B14F-4D97-AF65-F5344CB8AC3E}">
        <p14:creationId xmlns:p14="http://schemas.microsoft.com/office/powerpoint/2010/main" val="756021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638F1-9ABD-2D16-4856-A812F3B63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1BCD5-1F5B-7F71-5C90-5D4D39EF07E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B69913D-9531-3B00-B1AD-AD70F0C693F6}"/>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B3FEB603-A7A4-B5E7-4219-C9586B9C4D1D}"/>
              </a:ext>
            </a:extLst>
          </p:cNvPr>
          <p:cNvSpPr>
            <a:spLocks noGrp="1"/>
          </p:cNvSpPr>
          <p:nvPr>
            <p:ph type="sldNum" sz="quarter" idx="5"/>
          </p:nvPr>
        </p:nvSpPr>
        <p:spPr/>
        <p:txBody>
          <a:bodyPr/>
          <a:lstStyle/>
          <a:p>
            <a:fld id="{E8F8575F-C0BF-4301-B858-321AD926EC45}" type="slidenum">
              <a:rPr lang="en-SG" smtClean="0"/>
              <a:t>13</a:t>
            </a:fld>
            <a:endParaRPr lang="en-SG"/>
          </a:p>
        </p:txBody>
      </p:sp>
    </p:spTree>
    <p:extLst>
      <p:ext uri="{BB962C8B-B14F-4D97-AF65-F5344CB8AC3E}">
        <p14:creationId xmlns:p14="http://schemas.microsoft.com/office/powerpoint/2010/main" val="2747460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FB080-8CAC-7F10-19F5-E2B157B31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DDF0B7-A746-0644-C381-2CC83E82CCF1}"/>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42A3655A-76A1-531B-9D1C-74F9289DFC7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F81643E-CF22-3427-45CB-8EE8B64252BA}"/>
              </a:ext>
            </a:extLst>
          </p:cNvPr>
          <p:cNvSpPr>
            <a:spLocks noGrp="1"/>
          </p:cNvSpPr>
          <p:nvPr>
            <p:ph type="sldNum" sz="quarter" idx="5"/>
          </p:nvPr>
        </p:nvSpPr>
        <p:spPr/>
        <p:txBody>
          <a:bodyPr/>
          <a:lstStyle/>
          <a:p>
            <a:fld id="{E8F8575F-C0BF-4301-B858-321AD926EC45}" type="slidenum">
              <a:rPr lang="en-SG" smtClean="0"/>
              <a:t>22</a:t>
            </a:fld>
            <a:endParaRPr lang="en-SG"/>
          </a:p>
        </p:txBody>
      </p:sp>
    </p:spTree>
    <p:extLst>
      <p:ext uri="{BB962C8B-B14F-4D97-AF65-F5344CB8AC3E}">
        <p14:creationId xmlns:p14="http://schemas.microsoft.com/office/powerpoint/2010/main" val="3229577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208A0-EB78-547E-85A9-59B625E5C7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C8B8-E995-5F19-EA2E-20A2ED13B24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A0413D25-7FB9-43E0-4B97-BF1D0E51B6A7}"/>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223AECCD-6CF6-F7DD-0EE4-27D2F010CC7C}"/>
              </a:ext>
            </a:extLst>
          </p:cNvPr>
          <p:cNvSpPr>
            <a:spLocks noGrp="1"/>
          </p:cNvSpPr>
          <p:nvPr>
            <p:ph type="sldNum" sz="quarter" idx="5"/>
          </p:nvPr>
        </p:nvSpPr>
        <p:spPr/>
        <p:txBody>
          <a:bodyPr/>
          <a:lstStyle/>
          <a:p>
            <a:fld id="{E8F8575F-C0BF-4301-B858-321AD926EC45}" type="slidenum">
              <a:rPr lang="en-SG" smtClean="0"/>
              <a:t>23</a:t>
            </a:fld>
            <a:endParaRPr lang="en-SG"/>
          </a:p>
        </p:txBody>
      </p:sp>
    </p:spTree>
    <p:extLst>
      <p:ext uri="{BB962C8B-B14F-4D97-AF65-F5344CB8AC3E}">
        <p14:creationId xmlns:p14="http://schemas.microsoft.com/office/powerpoint/2010/main" val="3000098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B802D-F2B7-24C9-8146-4963A387C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FA4BA-61BF-0EF8-A132-E800DE9BABDA}"/>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F9EB140-B896-9BEC-1903-786C63843E7A}"/>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1CECF308-989A-FCA7-43F6-2BB615E1F24A}"/>
              </a:ext>
            </a:extLst>
          </p:cNvPr>
          <p:cNvSpPr>
            <a:spLocks noGrp="1"/>
          </p:cNvSpPr>
          <p:nvPr>
            <p:ph type="sldNum" sz="quarter" idx="5"/>
          </p:nvPr>
        </p:nvSpPr>
        <p:spPr/>
        <p:txBody>
          <a:bodyPr/>
          <a:lstStyle/>
          <a:p>
            <a:fld id="{E8F8575F-C0BF-4301-B858-321AD926EC45}" type="slidenum">
              <a:rPr lang="en-SG" smtClean="0"/>
              <a:t>24</a:t>
            </a:fld>
            <a:endParaRPr lang="en-SG"/>
          </a:p>
        </p:txBody>
      </p:sp>
    </p:spTree>
    <p:extLst>
      <p:ext uri="{BB962C8B-B14F-4D97-AF65-F5344CB8AC3E}">
        <p14:creationId xmlns:p14="http://schemas.microsoft.com/office/powerpoint/2010/main" val="125454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C9F4-80F7-6FEE-8F70-7AA067F47A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5365A-80D3-F49B-694F-A6058DC4C2C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C637ACF9-2757-4658-5ACD-3787B4E18B69}"/>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574895FD-39D1-53A3-0475-7C228DB0EF4B}"/>
              </a:ext>
            </a:extLst>
          </p:cNvPr>
          <p:cNvSpPr>
            <a:spLocks noGrp="1"/>
          </p:cNvSpPr>
          <p:nvPr>
            <p:ph type="sldNum" sz="quarter" idx="5"/>
          </p:nvPr>
        </p:nvSpPr>
        <p:spPr/>
        <p:txBody>
          <a:bodyPr/>
          <a:lstStyle/>
          <a:p>
            <a:fld id="{E8F8575F-C0BF-4301-B858-321AD926EC45}" type="slidenum">
              <a:rPr lang="en-SG" smtClean="0"/>
              <a:t>26</a:t>
            </a:fld>
            <a:endParaRPr lang="en-SG"/>
          </a:p>
        </p:txBody>
      </p:sp>
    </p:spTree>
    <p:extLst>
      <p:ext uri="{BB962C8B-B14F-4D97-AF65-F5344CB8AC3E}">
        <p14:creationId xmlns:p14="http://schemas.microsoft.com/office/powerpoint/2010/main" val="2071832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80357-6CC4-22D5-82B4-5D0DA77882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AA707-1A7C-9B46-F98D-6085A6A453C3}"/>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4CE9157-79CB-3756-CDDD-DC39B703C60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A2F01779-31DA-8D61-903D-8189A054A319}"/>
              </a:ext>
            </a:extLst>
          </p:cNvPr>
          <p:cNvSpPr>
            <a:spLocks noGrp="1"/>
          </p:cNvSpPr>
          <p:nvPr>
            <p:ph type="sldNum" sz="quarter" idx="5"/>
          </p:nvPr>
        </p:nvSpPr>
        <p:spPr/>
        <p:txBody>
          <a:bodyPr/>
          <a:lstStyle/>
          <a:p>
            <a:fld id="{E8F8575F-C0BF-4301-B858-321AD926EC45}" type="slidenum">
              <a:rPr lang="en-SG" smtClean="0"/>
              <a:t>27</a:t>
            </a:fld>
            <a:endParaRPr lang="en-SG"/>
          </a:p>
        </p:txBody>
      </p:sp>
    </p:spTree>
    <p:extLst>
      <p:ext uri="{BB962C8B-B14F-4D97-AF65-F5344CB8AC3E}">
        <p14:creationId xmlns:p14="http://schemas.microsoft.com/office/powerpoint/2010/main" val="4194476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BAAE5-A824-7BF0-73C5-8B225F257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8F4D9-DE48-F260-B848-0C6CA92039D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0CCB6B60-0398-2929-87E2-B3DCD31FCD8D}"/>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5BDEE10E-E2F8-0315-8AAE-9ED9ABF366FF}"/>
              </a:ext>
            </a:extLst>
          </p:cNvPr>
          <p:cNvSpPr>
            <a:spLocks noGrp="1"/>
          </p:cNvSpPr>
          <p:nvPr>
            <p:ph type="sldNum" sz="quarter" idx="5"/>
          </p:nvPr>
        </p:nvSpPr>
        <p:spPr/>
        <p:txBody>
          <a:bodyPr/>
          <a:lstStyle/>
          <a:p>
            <a:fld id="{E8F8575F-C0BF-4301-B858-321AD926EC45}" type="slidenum">
              <a:rPr lang="en-SG" smtClean="0"/>
              <a:t>28</a:t>
            </a:fld>
            <a:endParaRPr lang="en-SG"/>
          </a:p>
        </p:txBody>
      </p:sp>
    </p:spTree>
    <p:extLst>
      <p:ext uri="{BB962C8B-B14F-4D97-AF65-F5344CB8AC3E}">
        <p14:creationId xmlns:p14="http://schemas.microsoft.com/office/powerpoint/2010/main" val="2565475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E8F8575F-C0BF-4301-B858-321AD926EC45}" type="slidenum">
              <a:rPr lang="en-SG" smtClean="0"/>
              <a:t>29</a:t>
            </a:fld>
            <a:endParaRPr lang="en-SG"/>
          </a:p>
        </p:txBody>
      </p:sp>
    </p:spTree>
    <p:extLst>
      <p:ext uri="{BB962C8B-B14F-4D97-AF65-F5344CB8AC3E}">
        <p14:creationId xmlns:p14="http://schemas.microsoft.com/office/powerpoint/2010/main" val="704577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C3AB-621D-62DB-82FB-AF571DFCC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F580B-40AA-3BEF-5170-4FF1FBD49AC0}"/>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191E59CC-37C9-FCCC-EEEF-2A2485BD72A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D787134-11A7-DAA6-6971-31264AFC34AC}"/>
              </a:ext>
            </a:extLst>
          </p:cNvPr>
          <p:cNvSpPr>
            <a:spLocks noGrp="1"/>
          </p:cNvSpPr>
          <p:nvPr>
            <p:ph type="sldNum" sz="quarter" idx="5"/>
          </p:nvPr>
        </p:nvSpPr>
        <p:spPr/>
        <p:txBody>
          <a:bodyPr/>
          <a:lstStyle/>
          <a:p>
            <a:fld id="{E8F8575F-C0BF-4301-B858-321AD926EC45}" type="slidenum">
              <a:rPr lang="en-SG" smtClean="0"/>
              <a:t>30</a:t>
            </a:fld>
            <a:endParaRPr lang="en-SG"/>
          </a:p>
        </p:txBody>
      </p:sp>
    </p:spTree>
    <p:extLst>
      <p:ext uri="{BB962C8B-B14F-4D97-AF65-F5344CB8AC3E}">
        <p14:creationId xmlns:p14="http://schemas.microsoft.com/office/powerpoint/2010/main" val="244435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A828-34F9-3774-A76E-DCD4A7554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AF76D-9EAA-19FB-62E4-A57BC1FB042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FF82ECF9-7B67-63B0-8B9C-23206B6A5F14}"/>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C83F0942-8345-28B0-89F9-B606C890EA0B}"/>
              </a:ext>
            </a:extLst>
          </p:cNvPr>
          <p:cNvSpPr>
            <a:spLocks noGrp="1"/>
          </p:cNvSpPr>
          <p:nvPr>
            <p:ph type="sldNum" sz="quarter" idx="5"/>
          </p:nvPr>
        </p:nvSpPr>
        <p:spPr/>
        <p:txBody>
          <a:bodyPr/>
          <a:lstStyle/>
          <a:p>
            <a:fld id="{E8F8575F-C0BF-4301-B858-321AD926EC45}" type="slidenum">
              <a:rPr lang="en-SG" smtClean="0"/>
              <a:t>33</a:t>
            </a:fld>
            <a:endParaRPr lang="en-SG"/>
          </a:p>
        </p:txBody>
      </p:sp>
    </p:spTree>
    <p:extLst>
      <p:ext uri="{BB962C8B-B14F-4D97-AF65-F5344CB8AC3E}">
        <p14:creationId xmlns:p14="http://schemas.microsoft.com/office/powerpoint/2010/main" val="2054049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B7EBF-9295-9122-23EE-B3EB6D354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5DA16-A376-0377-7290-733AE41AAA0C}"/>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37847DE2-7021-B5FE-471C-77753C15D99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81358FD1-48D1-B68F-D34C-FDDBF4432B41}"/>
              </a:ext>
            </a:extLst>
          </p:cNvPr>
          <p:cNvSpPr>
            <a:spLocks noGrp="1"/>
          </p:cNvSpPr>
          <p:nvPr>
            <p:ph type="sldNum" sz="quarter" idx="5"/>
          </p:nvPr>
        </p:nvSpPr>
        <p:spPr/>
        <p:txBody>
          <a:bodyPr/>
          <a:lstStyle/>
          <a:p>
            <a:fld id="{E8F8575F-C0BF-4301-B858-321AD926EC45}" type="slidenum">
              <a:rPr lang="en-SG" smtClean="0"/>
              <a:t>34</a:t>
            </a:fld>
            <a:endParaRPr lang="en-SG"/>
          </a:p>
        </p:txBody>
      </p:sp>
    </p:spTree>
    <p:extLst>
      <p:ext uri="{BB962C8B-B14F-4D97-AF65-F5344CB8AC3E}">
        <p14:creationId xmlns:p14="http://schemas.microsoft.com/office/powerpoint/2010/main" val="796088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5D30B-6756-0FBA-95E2-DC757D726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B1EEE-C62E-4D4E-839F-313CFE5C0637}"/>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568E1075-61B2-4483-DC78-5DE38F195132}"/>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81EB21FE-DBAF-9CB2-B662-5819C48ADB49}"/>
              </a:ext>
            </a:extLst>
          </p:cNvPr>
          <p:cNvSpPr>
            <a:spLocks noGrp="1"/>
          </p:cNvSpPr>
          <p:nvPr>
            <p:ph type="sldNum" sz="quarter" idx="5"/>
          </p:nvPr>
        </p:nvSpPr>
        <p:spPr/>
        <p:txBody>
          <a:bodyPr/>
          <a:lstStyle/>
          <a:p>
            <a:fld id="{E8F8575F-C0BF-4301-B858-321AD926EC45}" type="slidenum">
              <a:rPr lang="en-SG" smtClean="0"/>
              <a:t>36</a:t>
            </a:fld>
            <a:endParaRPr lang="en-SG"/>
          </a:p>
        </p:txBody>
      </p:sp>
    </p:spTree>
    <p:extLst>
      <p:ext uri="{BB962C8B-B14F-4D97-AF65-F5344CB8AC3E}">
        <p14:creationId xmlns:p14="http://schemas.microsoft.com/office/powerpoint/2010/main" val="2915631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A58D6-25F2-CAA6-CFF3-9933B388BD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7034C-428F-BC07-E796-9E46B796DC16}"/>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480D564-38DB-8145-0666-4B47B74A6DD8}"/>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941D38D1-D77C-D218-A2B5-C4FB674E4F41}"/>
              </a:ext>
            </a:extLst>
          </p:cNvPr>
          <p:cNvSpPr>
            <a:spLocks noGrp="1"/>
          </p:cNvSpPr>
          <p:nvPr>
            <p:ph type="sldNum" sz="quarter" idx="5"/>
          </p:nvPr>
        </p:nvSpPr>
        <p:spPr/>
        <p:txBody>
          <a:bodyPr/>
          <a:lstStyle/>
          <a:p>
            <a:fld id="{E8F8575F-C0BF-4301-B858-321AD926EC45}" type="slidenum">
              <a:rPr lang="en-SG" smtClean="0"/>
              <a:t>37</a:t>
            </a:fld>
            <a:endParaRPr lang="en-SG"/>
          </a:p>
        </p:txBody>
      </p:sp>
    </p:spTree>
    <p:extLst>
      <p:ext uri="{BB962C8B-B14F-4D97-AF65-F5344CB8AC3E}">
        <p14:creationId xmlns:p14="http://schemas.microsoft.com/office/powerpoint/2010/main" val="2987445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E683D-7F62-32C0-CB5C-5414C734B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CBEEE-F4A9-1479-1EB7-EF4EB2BE479E}"/>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93088E52-EF20-B606-7FC8-61FD0FB7C451}"/>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F37156A4-FD28-1507-BBAC-2101A717CC2D}"/>
              </a:ext>
            </a:extLst>
          </p:cNvPr>
          <p:cNvSpPr>
            <a:spLocks noGrp="1"/>
          </p:cNvSpPr>
          <p:nvPr>
            <p:ph type="sldNum" sz="quarter" idx="5"/>
          </p:nvPr>
        </p:nvSpPr>
        <p:spPr/>
        <p:txBody>
          <a:bodyPr/>
          <a:lstStyle/>
          <a:p>
            <a:fld id="{E8F8575F-C0BF-4301-B858-321AD926EC45}" type="slidenum">
              <a:rPr lang="en-SG" smtClean="0"/>
              <a:t>38</a:t>
            </a:fld>
            <a:endParaRPr lang="en-SG"/>
          </a:p>
        </p:txBody>
      </p:sp>
    </p:spTree>
    <p:extLst>
      <p:ext uri="{BB962C8B-B14F-4D97-AF65-F5344CB8AC3E}">
        <p14:creationId xmlns:p14="http://schemas.microsoft.com/office/powerpoint/2010/main" val="1555388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19DBD-550E-2D04-7494-4FC6A57B7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A5699-F995-F887-8E7F-ED89BFBB23CD}"/>
              </a:ext>
            </a:extLst>
          </p:cNvPr>
          <p:cNvSpPr>
            <a:spLocks noGrp="1" noRot="1" noChangeAspect="1"/>
          </p:cNvSpPr>
          <p:nvPr>
            <p:ph type="sldImg"/>
          </p:nvPr>
        </p:nvSpPr>
        <p:spPr/>
        <p:txBody>
          <a:bodyPr/>
          <a:lstStyle/>
          <a:p>
            <a:endParaRPr lang="en-SG"/>
          </a:p>
        </p:txBody>
      </p:sp>
      <p:sp>
        <p:nvSpPr>
          <p:cNvPr id="3" name="Notes Placeholder 2">
            <a:extLst>
              <a:ext uri="{FF2B5EF4-FFF2-40B4-BE49-F238E27FC236}">
                <a16:creationId xmlns:a16="http://schemas.microsoft.com/office/drawing/2014/main" id="{D052005D-6073-21BF-C96B-3573C99FAC0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E8EFA7BC-A6AF-B8F4-1EA9-5662E6B2FF3E}"/>
              </a:ext>
            </a:extLst>
          </p:cNvPr>
          <p:cNvSpPr>
            <a:spLocks noGrp="1"/>
          </p:cNvSpPr>
          <p:nvPr>
            <p:ph type="sldNum" sz="quarter" idx="5"/>
          </p:nvPr>
        </p:nvSpPr>
        <p:spPr/>
        <p:txBody>
          <a:bodyPr/>
          <a:lstStyle/>
          <a:p>
            <a:fld id="{E8F8575F-C0BF-4301-B858-321AD926EC45}" type="slidenum">
              <a:rPr lang="en-SG" smtClean="0"/>
              <a:t>39</a:t>
            </a:fld>
            <a:endParaRPr lang="en-SG"/>
          </a:p>
        </p:txBody>
      </p:sp>
    </p:spTree>
    <p:extLst>
      <p:ext uri="{BB962C8B-B14F-4D97-AF65-F5344CB8AC3E}">
        <p14:creationId xmlns:p14="http://schemas.microsoft.com/office/powerpoint/2010/main" val="1317227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r>
              <a:rPr lang="en-US"/>
              <a:t>WSO2 flow</a:t>
            </a:r>
            <a:br>
              <a:rPr lang="en-US"/>
            </a:br>
            <a:r>
              <a:rPr lang="en-US"/>
              <a:t>1. WSO2 runs in ACA, authenticated via UAMI.</a:t>
            </a:r>
          </a:p>
          <a:p>
            <a:r>
              <a:rPr lang="en-US"/>
              <a:t>2. Sub-Agent authenticates to WSO2 (using </a:t>
            </a:r>
            <a:r>
              <a:rPr lang="en-US" err="1"/>
              <a:t>mTLS</a:t>
            </a:r>
            <a:r>
              <a:rPr lang="en-US"/>
              <a:t> or Private Key JWT).</a:t>
            </a:r>
          </a:p>
          <a:p>
            <a:r>
              <a:rPr lang="en-US"/>
              <a:t>3. WSO2 issues a token to the agent based on Delegation Rules.</a:t>
            </a:r>
          </a:p>
          <a:p>
            <a:r>
              <a:rPr lang="en-US"/>
              <a:t>4. The agent presents this token to Azure.</a:t>
            </a:r>
          </a:p>
          <a:p>
            <a:r>
              <a:rPr lang="en-US"/>
              <a:t>5. Azure (via WIF) validates the token against the App Registration and grants the agent access to specific cloud resources.</a:t>
            </a:r>
            <a:endParaRPr lang="en-SG"/>
          </a:p>
        </p:txBody>
      </p:sp>
      <p:sp>
        <p:nvSpPr>
          <p:cNvPr id="4" name="Slide Number Placeholder 3"/>
          <p:cNvSpPr>
            <a:spLocks noGrp="1"/>
          </p:cNvSpPr>
          <p:nvPr>
            <p:ph type="sldNum" sz="quarter" idx="5"/>
          </p:nvPr>
        </p:nvSpPr>
        <p:spPr/>
        <p:txBody>
          <a:bodyPr/>
          <a:lstStyle/>
          <a:p>
            <a:fld id="{E8F8575F-C0BF-4301-B858-321AD926EC45}" type="slidenum">
              <a:rPr lang="en-SG" smtClean="0"/>
              <a:t>45</a:t>
            </a:fld>
            <a:endParaRPr lang="en-SG"/>
          </a:p>
        </p:txBody>
      </p:sp>
    </p:spTree>
    <p:extLst>
      <p:ext uri="{BB962C8B-B14F-4D97-AF65-F5344CB8AC3E}">
        <p14:creationId xmlns:p14="http://schemas.microsoft.com/office/powerpoint/2010/main" val="3339095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linkedin.com/company/iras" TargetMode="External"/><Relationship Id="rId18" Type="http://schemas.openxmlformats.org/officeDocument/2006/relationships/image" Target="../media/image12.png"/><Relationship Id="rId3" Type="http://schemas.openxmlformats.org/officeDocument/2006/relationships/hyperlink" Target="https://www.iras.gov.sg/" TargetMode="External"/><Relationship Id="rId7" Type="http://schemas.openxmlformats.org/officeDocument/2006/relationships/hyperlink" Target="https://www.instagram.com/irassg/" TargetMode="External"/><Relationship Id="rId12" Type="http://schemas.openxmlformats.org/officeDocument/2006/relationships/image" Target="../media/image9.png"/><Relationship Id="rId17" Type="http://schemas.openxmlformats.org/officeDocument/2006/relationships/hyperlink" Target="https://t.me/irassg" TargetMode="External"/><Relationship Id="rId2" Type="http://schemas.openxmlformats.org/officeDocument/2006/relationships/image" Target="../media/image2.png"/><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6.png"/><Relationship Id="rId11" Type="http://schemas.openxmlformats.org/officeDocument/2006/relationships/hyperlink" Target="https://www.x.com/iras_sg" TargetMode="External"/><Relationship Id="rId5" Type="http://schemas.openxmlformats.org/officeDocument/2006/relationships/hyperlink" Target="https://www.facebook.com/irassg" TargetMode="External"/><Relationship Id="rId15" Type="http://schemas.openxmlformats.org/officeDocument/2006/relationships/hyperlink" Target="https://www.youtube.com/channel/UCVWvCzqueXUdrT7VdnrnpaQ" TargetMode="External"/><Relationship Id="rId10" Type="http://schemas.openxmlformats.org/officeDocument/2006/relationships/image" Target="../media/image8.png"/><Relationship Id="rId19" Type="http://schemas.openxmlformats.org/officeDocument/2006/relationships/hyperlink" Target="https://whatsapp.com/channel/0029VZzNwbsEAKW8218Tl60R" TargetMode="External"/><Relationship Id="rId4" Type="http://schemas.openxmlformats.org/officeDocument/2006/relationships/image" Target="../media/image5.png"/><Relationship Id="rId9" Type="http://schemas.openxmlformats.org/officeDocument/2006/relationships/hyperlink" Target="https://www.tiktok.com/@irassg" TargetMode="External"/><Relationship Id="rId14"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8F4BD-9E67-6131-13D7-62B9492D96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D91C1B2-48C4-B5B8-A716-99125EE266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7630F83C-2070-A248-5204-8A2479E4573C}"/>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092166BC-1FF2-15D1-73C5-D0C17ACAF21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6C7AB63-39B1-B608-7B22-0978E35F6087}"/>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448608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D6F6-D2D0-84CD-E1D1-A86431A7AAA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B937655F-E193-3FC0-6A12-4EDF1D6EE9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E38BECD-2E85-9E25-BB66-0E783FDD7071}"/>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D665E9AC-673C-9A00-FCCC-A3ED0F44516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BB90C82-A54F-1470-8261-8AF7DE0B68B2}"/>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73832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5FDA-6CF2-BF36-6007-EEFDD4148D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AA99C36B-9026-5BE7-C39D-1FA43E61F1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B540A0-58A9-AF42-E33B-467F882CE4BD}"/>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5BBD2BED-833E-5E75-EB88-4F7EF4DAD86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FBE5C3B-2A48-FF82-EFE5-860B9DB623AC}"/>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295304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3A02B-D9C8-8C71-7B8E-D088DEE553CD}"/>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8EAAD55-9333-0823-1AED-07F11FC78C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911FE43D-C70C-7550-6CFD-76B01CEF2D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3C346A4-74A1-29FF-8F3D-A074EE94005C}"/>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6" name="Footer Placeholder 5">
            <a:extLst>
              <a:ext uri="{FF2B5EF4-FFF2-40B4-BE49-F238E27FC236}">
                <a16:creationId xmlns:a16="http://schemas.microsoft.com/office/drawing/2014/main" id="{006F4861-B4FA-8361-BDC0-4D74BF06029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AAA52FB-D5F6-B1E5-4EA1-E5B1A8EB26ED}"/>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935168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CD99-4CEE-11AA-5E35-CAE3E4BD0162}"/>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ECA3DD5-B455-544B-9276-7475AA41A5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E8A1F1-024E-389F-0642-AC0B5BA4CB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D76E75-D561-B64C-13EC-170CEF4730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0BE50D-7CE9-F541-9B72-C82E1445F3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248AE02-FDB3-C5F0-C4C0-F36EE81BA7BA}"/>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8" name="Footer Placeholder 7">
            <a:extLst>
              <a:ext uri="{FF2B5EF4-FFF2-40B4-BE49-F238E27FC236}">
                <a16:creationId xmlns:a16="http://schemas.microsoft.com/office/drawing/2014/main" id="{F1BF9D78-3855-5EFC-CE2F-90D2A5386B61}"/>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C6FF48B0-997D-DC9C-7A23-8FB1E855854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817593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78F18-E726-2EF0-BE86-F5453F544154}"/>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CB471B8D-D7C4-C892-AE4D-B858E327F972}"/>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4" name="Footer Placeholder 3">
            <a:extLst>
              <a:ext uri="{FF2B5EF4-FFF2-40B4-BE49-F238E27FC236}">
                <a16:creationId xmlns:a16="http://schemas.microsoft.com/office/drawing/2014/main" id="{D68CE4D6-E7E2-2FD9-4EC1-BC98523A51A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CA3DF215-A138-1BEC-2D94-49C62C57E50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2139240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549D35-34FC-6A29-9D3C-1C604826C90C}"/>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3" name="Footer Placeholder 2">
            <a:extLst>
              <a:ext uri="{FF2B5EF4-FFF2-40B4-BE49-F238E27FC236}">
                <a16:creationId xmlns:a16="http://schemas.microsoft.com/office/drawing/2014/main" id="{05D8E435-7E51-C2B5-72B3-3FD4D4F78FAC}"/>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EEF03FC7-B1D8-D525-A32C-E05FB2F3DF7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744239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1230-CD0E-87F0-66C7-E4B042AC38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2140698E-0E24-27D5-DB55-FC0777D4A9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A1680235-55A4-CAF8-0AF6-FA737DE017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9E2D31-170E-E75A-E482-5A2DF893AD1B}"/>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6" name="Footer Placeholder 5">
            <a:extLst>
              <a:ext uri="{FF2B5EF4-FFF2-40B4-BE49-F238E27FC236}">
                <a16:creationId xmlns:a16="http://schemas.microsoft.com/office/drawing/2014/main" id="{8F07762B-FA01-3D24-AA39-75E3653F43A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CF7B03CF-1499-CFE3-D649-CFA3BBD59EFF}"/>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696130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B3746-5BE3-D859-4432-929A8485D8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9398D0E-D299-3CF4-AEDC-CDD040CF6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EAFF1CB9-CE0D-66F8-1789-02B54CAB85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3881A7-6552-4823-B5C9-94EF8F62A5F4}"/>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6" name="Footer Placeholder 5">
            <a:extLst>
              <a:ext uri="{FF2B5EF4-FFF2-40B4-BE49-F238E27FC236}">
                <a16:creationId xmlns:a16="http://schemas.microsoft.com/office/drawing/2014/main" id="{32149BAA-8861-9E49-BAF2-DACE06DCBF0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EA0E42D-ADDE-A6E9-3EA5-C8EF762E5DE2}"/>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199212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558F-79B5-CAB6-50F8-F901DCA3D027}"/>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EEA21AA-7BBD-349B-C6EF-374795B5E7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5308A0CC-D361-42D9-90F7-C6D474AB5F72}"/>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1694501F-7606-2994-B3FC-9E1BF3B7C53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D2ABD95-1DC3-5C61-58AB-1E720C44317F}"/>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2074573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6AD9FC-7D4B-E054-61D0-F2C55C38860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60763937-027E-F945-ABD1-F0C173D66B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9A3A007-D4FF-5B6B-92FC-A9A6A7114309}"/>
              </a:ext>
            </a:extLst>
          </p:cNvPr>
          <p:cNvSpPr>
            <a:spLocks noGrp="1"/>
          </p:cNvSpPr>
          <p:nvPr>
            <p:ph type="dt" sz="half" idx="10"/>
          </p:nvPr>
        </p:nvSpPr>
        <p:spPr/>
        <p:txBody>
          <a:body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FFD44B91-B8B8-D63D-0B18-FD80F506C84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7D2A8CD-9328-E406-1865-FE639036229E}"/>
              </a:ext>
            </a:extLst>
          </p:cNvPr>
          <p:cNvSpPr>
            <a:spLocks noGrp="1"/>
          </p:cNvSpPr>
          <p:nvPr>
            <p:ph type="sldNum" sz="quarter" idx="12"/>
          </p:nvPr>
        </p:nvSpPr>
        <p:spPr/>
        <p:txBody>
          <a:bodyPr/>
          <a:lstStyle/>
          <a:p>
            <a:fld id="{907117E0-1359-4C0B-83B0-C602786C33F4}" type="slidenum">
              <a:rPr lang="en-SG" smtClean="0"/>
              <a:t>‹#›</a:t>
            </a:fld>
            <a:endParaRPr lang="en-SG"/>
          </a:p>
        </p:txBody>
      </p:sp>
    </p:spTree>
    <p:extLst>
      <p:ext uri="{BB962C8B-B14F-4D97-AF65-F5344CB8AC3E}">
        <p14:creationId xmlns:p14="http://schemas.microsoft.com/office/powerpoint/2010/main" val="3241215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slide 1">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p:spPr>
        <p:txBody>
          <a:bodyPr vert="horz" lIns="91440" tIns="45720" rIns="91440" bIns="45720" rtlCol="0" anchor="ctr"/>
          <a:lstStyle/>
          <a:p>
            <a:pPr lvl="0"/>
            <a:endParaRPr lang="en-US" sz="1200">
              <a:solidFill>
                <a:schemeClr val="tx1"/>
              </a:solidFill>
            </a:endParaRPr>
          </a:p>
        </p:txBody>
      </p:sp>
      <p:sp>
        <p:nvSpPr>
          <p:cNvPr id="21" name="Rectangle 20">
            <a:extLst>
              <a:ext uri="{FF2B5EF4-FFF2-40B4-BE49-F238E27FC236}">
                <a16:creationId xmlns:a16="http://schemas.microsoft.com/office/drawing/2014/main" id="{17673AC9-784A-0A9A-0BE4-0F57094C75BB}"/>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lide Number Placeholder 5">
            <a:extLst>
              <a:ext uri="{FF2B5EF4-FFF2-40B4-BE49-F238E27FC236}">
                <a16:creationId xmlns:a16="http://schemas.microsoft.com/office/drawing/2014/main" id="{431270CB-DB41-1302-D182-FDE21C46EB05}"/>
              </a:ext>
            </a:extLst>
          </p:cNvPr>
          <p:cNvSpPr>
            <a:spLocks noGrp="1"/>
          </p:cNvSpPr>
          <p:nvPr userDrawn="1">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4" name="Date Placeholder 3">
            <a:extLst>
              <a:ext uri="{FF2B5EF4-FFF2-40B4-BE49-F238E27FC236}">
                <a16:creationId xmlns:a16="http://schemas.microsoft.com/office/drawing/2014/main" id="{09731D25-D99B-608B-1583-AD331C5820CB}"/>
              </a:ext>
            </a:extLst>
          </p:cNvPr>
          <p:cNvSpPr>
            <a:spLocks noGrp="1"/>
          </p:cNvSpPr>
          <p:nvPr userDrawn="1">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5" name="Footer Placeholder 4">
            <a:extLst>
              <a:ext uri="{FF2B5EF4-FFF2-40B4-BE49-F238E27FC236}">
                <a16:creationId xmlns:a16="http://schemas.microsoft.com/office/drawing/2014/main" id="{D102F7C9-CDA2-10FB-5A3A-FCFE57838A4D}"/>
              </a:ext>
            </a:extLst>
          </p:cNvPr>
          <p:cNvSpPr>
            <a:spLocks noGrp="1"/>
          </p:cNvSpPr>
          <p:nvPr userDrawn="1">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8" name="Freeform 7">
            <a:extLst>
              <a:ext uri="{FF2B5EF4-FFF2-40B4-BE49-F238E27FC236}">
                <a16:creationId xmlns:a16="http://schemas.microsoft.com/office/drawing/2014/main" id="{6D60C5C7-B9BE-265F-7CB8-C65D82256512}"/>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4484C1B7-731B-7918-4ECE-3D51EA5F805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userDrawn="1">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Text Placeholder 2">
            <a:extLst>
              <a:ext uri="{FF2B5EF4-FFF2-40B4-BE49-F238E27FC236}">
                <a16:creationId xmlns:a16="http://schemas.microsoft.com/office/drawing/2014/main" id="{73F335B7-F2FC-A7DA-CAE6-90DB50DB94C6}"/>
              </a:ext>
            </a:extLst>
          </p:cNvPr>
          <p:cNvSpPr>
            <a:spLocks noGrp="1"/>
          </p:cNvSpPr>
          <p:nvPr userDrawn="1">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9C761D30-5A06-7596-A751-2BA29620C81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D69410D3-CA98-9C53-A7D4-7EDB2AF48E25}"/>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56E79DBB-C985-D201-6FF0-28819B2D3261}"/>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902EE2EF-7EA4-B096-38E3-07E6BC12C518}"/>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8567035"/>
      </p:ext>
    </p:extLst>
  </p:cSld>
  <p:clrMapOvr>
    <a:masterClrMapping/>
  </p:clrMapOvr>
  <p:extLst>
    <p:ext uri="{DCECCB84-F9BA-43D5-87BE-67443E8EF086}">
      <p15:sldGuideLst xmlns:p15="http://schemas.microsoft.com/office/powerpoint/2012/main">
        <p15:guide id="1" orient="horz" pos="3997">
          <p15:clr>
            <a:srgbClr val="FBAE40"/>
          </p15:clr>
        </p15:guide>
        <p15:guide id="2" pos="715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2">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5BBC1368-6726-E83D-A81F-DD0107A94EE8}"/>
              </a:ext>
            </a:extLst>
          </p:cNvPr>
          <p:cNvGrpSpPr/>
          <p:nvPr userDrawn="1"/>
        </p:nvGrpSpPr>
        <p:grpSpPr>
          <a:xfrm>
            <a:off x="161849" y="274454"/>
            <a:ext cx="1669897" cy="2268934"/>
            <a:chOff x="256846" y="331725"/>
            <a:chExt cx="1669897" cy="2268934"/>
          </a:xfrm>
        </p:grpSpPr>
        <p:sp>
          <p:nvSpPr>
            <p:cNvPr id="7" name="Freeform 6">
              <a:extLst>
                <a:ext uri="{FF2B5EF4-FFF2-40B4-BE49-F238E27FC236}">
                  <a16:creationId xmlns:a16="http://schemas.microsoft.com/office/drawing/2014/main" id="{E48324F2-1695-2026-6E04-E1B5387B6728}"/>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6F8AC559-FF8D-7457-5AF0-674DC41188DB}"/>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01A1A4A9-02C1-E412-E568-46304F2FEDFC}"/>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42AD30BC-ECBD-3ED0-05A8-54A844BDF218}"/>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19" name="Slide Number Placeholder 5">
            <a:extLst>
              <a:ext uri="{FF2B5EF4-FFF2-40B4-BE49-F238E27FC236}">
                <a16:creationId xmlns:a16="http://schemas.microsoft.com/office/drawing/2014/main" id="{BA4D53D5-213C-8398-6103-AFF0172214F1}"/>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0" name="Date Placeholder 3">
            <a:extLst>
              <a:ext uri="{FF2B5EF4-FFF2-40B4-BE49-F238E27FC236}">
                <a16:creationId xmlns:a16="http://schemas.microsoft.com/office/drawing/2014/main" id="{FD302B77-99C4-B4CE-1987-F44A573AF1C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1" name="Footer Placeholder 4">
            <a:extLst>
              <a:ext uri="{FF2B5EF4-FFF2-40B4-BE49-F238E27FC236}">
                <a16:creationId xmlns:a16="http://schemas.microsoft.com/office/drawing/2014/main" id="{0EFEEC7D-51EF-65D7-D9C2-C673380482CB}"/>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6" name="Freeform 5">
            <a:extLst>
              <a:ext uri="{FF2B5EF4-FFF2-40B4-BE49-F238E27FC236}">
                <a16:creationId xmlns:a16="http://schemas.microsoft.com/office/drawing/2014/main" id="{74D7914E-41B8-F021-E865-66B47B257B0D}"/>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Text Placeholder 2">
            <a:extLst>
              <a:ext uri="{FF2B5EF4-FFF2-40B4-BE49-F238E27FC236}">
                <a16:creationId xmlns:a16="http://schemas.microsoft.com/office/drawing/2014/main" id="{69F20E04-C09D-7075-9137-465A62BBA4A6}"/>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22F4EBA7-2EF5-674E-3890-CA3A0B279E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24" name="Group 23">
            <a:extLst>
              <a:ext uri="{FF2B5EF4-FFF2-40B4-BE49-F238E27FC236}">
                <a16:creationId xmlns:a16="http://schemas.microsoft.com/office/drawing/2014/main" id="{798F55B2-0A0B-CECF-90AB-600B03E75CF4}"/>
              </a:ext>
            </a:extLst>
          </p:cNvPr>
          <p:cNvGrpSpPr/>
          <p:nvPr userDrawn="1"/>
        </p:nvGrpSpPr>
        <p:grpSpPr>
          <a:xfrm>
            <a:off x="7409792" y="6400799"/>
            <a:ext cx="4782209" cy="457201"/>
            <a:chOff x="7409792" y="6400799"/>
            <a:chExt cx="4782209" cy="457201"/>
          </a:xfrm>
        </p:grpSpPr>
        <p:sp>
          <p:nvSpPr>
            <p:cNvPr id="25" name="Right Triangle 24">
              <a:extLst>
                <a:ext uri="{FF2B5EF4-FFF2-40B4-BE49-F238E27FC236}">
                  <a16:creationId xmlns:a16="http://schemas.microsoft.com/office/drawing/2014/main" id="{E124273E-D143-BEBA-B1F1-843832B283C5}"/>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8A2AE08D-E32B-24BC-259F-EFAC900FB3E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463358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10406" y="-6488"/>
            <a:ext cx="12202406" cy="6864488"/>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grpSp>
        <p:nvGrpSpPr>
          <p:cNvPr id="23" name="Group 22">
            <a:extLst>
              <a:ext uri="{FF2B5EF4-FFF2-40B4-BE49-F238E27FC236}">
                <a16:creationId xmlns:a16="http://schemas.microsoft.com/office/drawing/2014/main" id="{FFA45A03-48CA-6C80-5699-E2BF5E0E453E}"/>
              </a:ext>
            </a:extLst>
          </p:cNvPr>
          <p:cNvGrpSpPr/>
          <p:nvPr userDrawn="1"/>
        </p:nvGrpSpPr>
        <p:grpSpPr>
          <a:xfrm>
            <a:off x="0" y="554836"/>
            <a:ext cx="4569154" cy="5748327"/>
            <a:chOff x="0" y="554836"/>
            <a:chExt cx="4569154" cy="5748327"/>
          </a:xfrm>
        </p:grpSpPr>
        <p:sp>
          <p:nvSpPr>
            <p:cNvPr id="22" name="Freeform 21">
              <a:extLst>
                <a:ext uri="{FF2B5EF4-FFF2-40B4-BE49-F238E27FC236}">
                  <a16:creationId xmlns:a16="http://schemas.microsoft.com/office/drawing/2014/main" id="{8174D15F-250A-9850-9CB0-F6D2F56DADD4}"/>
                </a:ext>
              </a:extLst>
            </p:cNvPr>
            <p:cNvSpPr/>
            <p:nvPr userDrawn="1"/>
          </p:nvSpPr>
          <p:spPr>
            <a:xfrm>
              <a:off x="0" y="554836"/>
              <a:ext cx="4409954" cy="5748327"/>
            </a:xfrm>
            <a:custGeom>
              <a:avLst/>
              <a:gdLst>
                <a:gd name="connsiteX0" fmla="*/ 1694991 w 4409954"/>
                <a:gd name="connsiteY0" fmla="*/ 0 h 5748327"/>
                <a:gd name="connsiteX1" fmla="*/ 4343288 w 4409954"/>
                <a:gd name="connsiteY1" fmla="*/ 1755409 h 5748327"/>
                <a:gd name="connsiteX2" fmla="*/ 4409954 w 4409954"/>
                <a:gd name="connsiteY2" fmla="*/ 1937555 h 5748327"/>
                <a:gd name="connsiteX3" fmla="*/ 4409954 w 4409954"/>
                <a:gd name="connsiteY3" fmla="*/ 3810772 h 5748327"/>
                <a:gd name="connsiteX4" fmla="*/ 4343288 w 4409954"/>
                <a:gd name="connsiteY4" fmla="*/ 3992918 h 5748327"/>
                <a:gd name="connsiteX5" fmla="*/ 1694991 w 4409954"/>
                <a:gd name="connsiteY5" fmla="*/ 5748327 h 5748327"/>
                <a:gd name="connsiteX6" fmla="*/ 88018 w 4409954"/>
                <a:gd name="connsiteY6" fmla="*/ 5257465 h 5748327"/>
                <a:gd name="connsiteX7" fmla="*/ 0 w 4409954"/>
                <a:gd name="connsiteY7" fmla="*/ 5191647 h 5748327"/>
                <a:gd name="connsiteX8" fmla="*/ 0 w 4409954"/>
                <a:gd name="connsiteY8" fmla="*/ 556681 h 5748327"/>
                <a:gd name="connsiteX9" fmla="*/ 88018 w 4409954"/>
                <a:gd name="connsiteY9" fmla="*/ 490862 h 5748327"/>
                <a:gd name="connsiteX10" fmla="*/ 1694991 w 4409954"/>
                <a:gd name="connsiteY10" fmla="*/ 0 h 5748327"/>
                <a:gd name="connsiteX11" fmla="*/ 735733 w 4409954"/>
                <a:gd name="connsiteY11" fmla="*/ 1931614 h 5748327"/>
                <a:gd name="connsiteX12" fmla="*/ 735733 w 4409954"/>
                <a:gd name="connsiteY12" fmla="*/ 3840540 h 5748327"/>
                <a:gd name="connsiteX13" fmla="*/ 2644659 w 4409954"/>
                <a:gd name="connsiteY13" fmla="*/ 3840540 h 5748327"/>
                <a:gd name="connsiteX14" fmla="*/ 2644659 w 4409954"/>
                <a:gd name="connsiteY14" fmla="*/ 1931614 h 5748327"/>
                <a:gd name="connsiteX15" fmla="*/ 735733 w 4409954"/>
                <a:gd name="connsiteY15" fmla="*/ 1931614 h 574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954" h="5748327">
                  <a:moveTo>
                    <a:pt x="1694991" y="0"/>
                  </a:moveTo>
                  <a:cubicBezTo>
                    <a:pt x="2885509" y="0"/>
                    <a:pt x="3906967" y="723828"/>
                    <a:pt x="4343288" y="1755409"/>
                  </a:cubicBezTo>
                  <a:lnTo>
                    <a:pt x="4409954" y="1937555"/>
                  </a:lnTo>
                  <a:lnTo>
                    <a:pt x="4409954" y="3810772"/>
                  </a:lnTo>
                  <a:lnTo>
                    <a:pt x="4343288" y="3992918"/>
                  </a:lnTo>
                  <a:cubicBezTo>
                    <a:pt x="3906967" y="5024499"/>
                    <a:pt x="2885509" y="5748327"/>
                    <a:pt x="1694991" y="5748327"/>
                  </a:cubicBezTo>
                  <a:cubicBezTo>
                    <a:pt x="1099732" y="5748327"/>
                    <a:pt x="546738" y="5567370"/>
                    <a:pt x="88018" y="5257465"/>
                  </a:cubicBezTo>
                  <a:lnTo>
                    <a:pt x="0" y="5191647"/>
                  </a:lnTo>
                  <a:lnTo>
                    <a:pt x="0" y="556681"/>
                  </a:lnTo>
                  <a:lnTo>
                    <a:pt x="88018" y="490862"/>
                  </a:lnTo>
                  <a:cubicBezTo>
                    <a:pt x="546738" y="180957"/>
                    <a:pt x="1099732" y="0"/>
                    <a:pt x="1694991" y="0"/>
                  </a:cubicBezTo>
                  <a:close/>
                  <a:moveTo>
                    <a:pt x="735733" y="1931614"/>
                  </a:moveTo>
                  <a:lnTo>
                    <a:pt x="735733" y="3840540"/>
                  </a:lnTo>
                  <a:lnTo>
                    <a:pt x="2644659" y="3840540"/>
                  </a:lnTo>
                  <a:lnTo>
                    <a:pt x="2644659" y="1931614"/>
                  </a:lnTo>
                  <a:lnTo>
                    <a:pt x="735733" y="1931614"/>
                  </a:lnTo>
                  <a:close/>
                </a:path>
              </a:pathLst>
            </a:custGeom>
            <a:solidFill>
              <a:srgbClr val="1173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3" name="Freeform 12">
              <a:extLst>
                <a:ext uri="{FF2B5EF4-FFF2-40B4-BE49-F238E27FC236}">
                  <a16:creationId xmlns:a16="http://schemas.microsoft.com/office/drawing/2014/main" id="{E32C35DA-92AC-B5E9-FDB4-0DA506B21754}"/>
                </a:ext>
              </a:extLst>
            </p:cNvPr>
            <p:cNvSpPr/>
            <p:nvPr userDrawn="1"/>
          </p:nvSpPr>
          <p:spPr>
            <a:xfrm>
              <a:off x="4409954" y="2492391"/>
              <a:ext cx="159200" cy="1873217"/>
            </a:xfrm>
            <a:custGeom>
              <a:avLst/>
              <a:gdLst>
                <a:gd name="connsiteX0" fmla="*/ 0 w 159200"/>
                <a:gd name="connsiteY0" fmla="*/ 0 h 1873217"/>
                <a:gd name="connsiteX1" fmla="*/ 29983 w 159200"/>
                <a:gd name="connsiteY1" fmla="*/ 81920 h 1873217"/>
                <a:gd name="connsiteX2" fmla="*/ 159200 w 159200"/>
                <a:gd name="connsiteY2" fmla="*/ 936609 h 1873217"/>
                <a:gd name="connsiteX3" fmla="*/ 29983 w 159200"/>
                <a:gd name="connsiteY3" fmla="*/ 1791297 h 1873217"/>
                <a:gd name="connsiteX4" fmla="*/ 0 w 159200"/>
                <a:gd name="connsiteY4" fmla="*/ 1873217 h 1873217"/>
                <a:gd name="connsiteX5" fmla="*/ 0 w 159200"/>
                <a:gd name="connsiteY5" fmla="*/ 0 h 187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00" h="1873217">
                  <a:moveTo>
                    <a:pt x="0" y="0"/>
                  </a:moveTo>
                  <a:lnTo>
                    <a:pt x="29983" y="81920"/>
                  </a:lnTo>
                  <a:cubicBezTo>
                    <a:pt x="113961" y="351916"/>
                    <a:pt x="159200" y="638980"/>
                    <a:pt x="159200" y="936609"/>
                  </a:cubicBezTo>
                  <a:cubicBezTo>
                    <a:pt x="159200" y="1234239"/>
                    <a:pt x="113961" y="1521302"/>
                    <a:pt x="29983" y="1791297"/>
                  </a:cubicBezTo>
                  <a:lnTo>
                    <a:pt x="0" y="1873217"/>
                  </a:lnTo>
                  <a:lnTo>
                    <a:pt x="0" y="0"/>
                  </a:lnTo>
                  <a:close/>
                </a:path>
              </a:pathLst>
            </a:custGeom>
            <a:solidFill>
              <a:srgbClr val="1173C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8" name="Freeform 7">
            <a:extLst>
              <a:ext uri="{FF2B5EF4-FFF2-40B4-BE49-F238E27FC236}">
                <a16:creationId xmlns:a16="http://schemas.microsoft.com/office/drawing/2014/main" id="{F2F075DC-010F-67C9-02A0-20CEBB8A854A}"/>
              </a:ext>
            </a:extLst>
          </p:cNvPr>
          <p:cNvSpPr/>
          <p:nvPr userDrawn="1"/>
        </p:nvSpPr>
        <p:spPr>
          <a:xfrm>
            <a:off x="10789920" y="4617853"/>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Freeform 8">
            <a:extLst>
              <a:ext uri="{FF2B5EF4-FFF2-40B4-BE49-F238E27FC236}">
                <a16:creationId xmlns:a16="http://schemas.microsoft.com/office/drawing/2014/main" id="{77C2D8CD-A91A-8531-9CB6-F7EA15775CDC}"/>
              </a:ext>
            </a:extLst>
          </p:cNvPr>
          <p:cNvSpPr/>
          <p:nvPr userDrawn="1"/>
        </p:nvSpPr>
        <p:spPr>
          <a:xfrm>
            <a:off x="10789920" y="3412002"/>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4F982CFB-B954-F5BC-8645-769B14D3D8D4}"/>
              </a:ext>
            </a:extLst>
          </p:cNvPr>
          <p:cNvSpPr/>
          <p:nvPr userDrawn="1"/>
        </p:nvSpPr>
        <p:spPr>
          <a:xfrm>
            <a:off x="9705646" y="3947293"/>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1" name="Freeform 10">
            <a:extLst>
              <a:ext uri="{FF2B5EF4-FFF2-40B4-BE49-F238E27FC236}">
                <a16:creationId xmlns:a16="http://schemas.microsoft.com/office/drawing/2014/main" id="{DB1CF321-B883-B77E-1E45-12A89D037AFC}"/>
              </a:ext>
            </a:extLst>
          </p:cNvPr>
          <p:cNvSpPr/>
          <p:nvPr userDrawn="1"/>
        </p:nvSpPr>
        <p:spPr>
          <a:xfrm>
            <a:off x="9705646" y="2746522"/>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 name="Title 1">
            <a:extLst>
              <a:ext uri="{FF2B5EF4-FFF2-40B4-BE49-F238E27FC236}">
                <a16:creationId xmlns:a16="http://schemas.microsoft.com/office/drawing/2014/main" id="{455E07EA-2624-DA0C-56A8-7A2358C1E0E8}"/>
              </a:ext>
            </a:extLst>
          </p:cNvPr>
          <p:cNvSpPr>
            <a:spLocks noGrp="1"/>
          </p:cNvSpPr>
          <p:nvPr userDrawn="1">
            <p:ph type="ctrTitle"/>
          </p:nvPr>
        </p:nvSpPr>
        <p:spPr>
          <a:xfrm>
            <a:off x="3232304" y="1443196"/>
            <a:ext cx="7239810" cy="2387600"/>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userDrawn="1">
            <p:ph type="subTitle" idx="1"/>
          </p:nvPr>
        </p:nvSpPr>
        <p:spPr>
          <a:xfrm>
            <a:off x="8604908" y="5255179"/>
            <a:ext cx="2856136" cy="990661"/>
          </a:xfrm>
        </p:spPr>
        <p:txBody>
          <a:bodyPr>
            <a:normAutofit/>
          </a:bodyPr>
          <a:lstStyle>
            <a:lvl1pPr marL="0" indent="0" algn="l">
              <a:buNone/>
              <a:defRPr lang="en-US" sz="2000" kern="1200" dirty="0">
                <a:solidFill>
                  <a:srgbClr val="ECF6FC"/>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12" name="Picture 11">
            <a:extLst>
              <a:ext uri="{FF2B5EF4-FFF2-40B4-BE49-F238E27FC236}">
                <a16:creationId xmlns:a16="http://schemas.microsoft.com/office/drawing/2014/main" id="{F507D1FB-A266-4BC5-C7DA-22E57F83A2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grpSp>
        <p:nvGrpSpPr>
          <p:cNvPr id="21" name="Group 20">
            <a:extLst>
              <a:ext uri="{FF2B5EF4-FFF2-40B4-BE49-F238E27FC236}">
                <a16:creationId xmlns:a16="http://schemas.microsoft.com/office/drawing/2014/main" id="{35777A2D-2709-A28C-4B53-9FA2FD959A1F}"/>
              </a:ext>
            </a:extLst>
          </p:cNvPr>
          <p:cNvGrpSpPr/>
          <p:nvPr userDrawn="1"/>
        </p:nvGrpSpPr>
        <p:grpSpPr>
          <a:xfrm>
            <a:off x="5334000" y="6274676"/>
            <a:ext cx="6858000" cy="583324"/>
            <a:chOff x="5334000" y="6274676"/>
            <a:chExt cx="6858000" cy="583324"/>
          </a:xfrm>
        </p:grpSpPr>
        <p:sp>
          <p:nvSpPr>
            <p:cNvPr id="20" name="Right Triangle 19">
              <a:extLst>
                <a:ext uri="{FF2B5EF4-FFF2-40B4-BE49-F238E27FC236}">
                  <a16:creationId xmlns:a16="http://schemas.microsoft.com/office/drawing/2014/main" id="{20C620F9-6C65-AEF5-9EBB-297DCC8D93EA}"/>
                </a:ext>
              </a:extLst>
            </p:cNvPr>
            <p:cNvSpPr/>
            <p:nvPr userDrawn="1"/>
          </p:nvSpPr>
          <p:spPr>
            <a:xfrm rot="16200000">
              <a:off x="10581289" y="5247289"/>
              <a:ext cx="583324" cy="2638097"/>
            </a:xfrm>
            <a:prstGeom prst="rtTriangle">
              <a:avLst/>
            </a:prstGeom>
            <a:solidFill>
              <a:srgbClr val="21B4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a:extLst>
                <a:ext uri="{FF2B5EF4-FFF2-40B4-BE49-F238E27FC236}">
                  <a16:creationId xmlns:a16="http://schemas.microsoft.com/office/drawing/2014/main" id="{48F387C0-BA07-3D3F-61CA-AC6201771322}"/>
                </a:ext>
              </a:extLst>
            </p:cNvPr>
            <p:cNvSpPr/>
            <p:nvPr userDrawn="1"/>
          </p:nvSpPr>
          <p:spPr>
            <a:xfrm rot="16200000">
              <a:off x="8634248" y="3300248"/>
              <a:ext cx="257503" cy="6858000"/>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5029136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2120831-E1F0-B7CA-61F5-ACAAEC3A4E3F}"/>
              </a:ext>
            </a:extLst>
          </p:cNvPr>
          <p:cNvSpPr/>
          <p:nvPr userDrawn="1"/>
        </p:nvSpPr>
        <p:spPr>
          <a:xfrm>
            <a:off x="0" y="1320"/>
            <a:ext cx="12192000" cy="685668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p:nvPr>
        </p:nvSpPr>
        <p:spPr>
          <a:xfrm>
            <a:off x="8604908" y="5255179"/>
            <a:ext cx="2856136" cy="990661"/>
          </a:xfrm>
        </p:spPr>
        <p:txBody>
          <a:bodyPr>
            <a:normAutofit/>
          </a:bodyPr>
          <a:lstStyle>
            <a:lvl1pPr marL="0" indent="0" algn="l">
              <a:buNone/>
              <a:defRPr lang="en-US" sz="2000" kern="1200" dirty="0">
                <a:solidFill>
                  <a:srgbClr val="657784"/>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13" name="Freeform 12">
            <a:extLst>
              <a:ext uri="{FF2B5EF4-FFF2-40B4-BE49-F238E27FC236}">
                <a16:creationId xmlns:a16="http://schemas.microsoft.com/office/drawing/2014/main" id="{40C68E95-86A9-1AEC-988F-870CF0509F28}"/>
              </a:ext>
            </a:extLst>
          </p:cNvPr>
          <p:cNvSpPr/>
          <p:nvPr userDrawn="1"/>
        </p:nvSpPr>
        <p:spPr>
          <a:xfrm>
            <a:off x="10789920" y="4893739"/>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0" name="Freeform 19">
            <a:extLst>
              <a:ext uri="{FF2B5EF4-FFF2-40B4-BE49-F238E27FC236}">
                <a16:creationId xmlns:a16="http://schemas.microsoft.com/office/drawing/2014/main" id="{02727E51-704B-245B-2A32-978C64030AA0}"/>
              </a:ext>
            </a:extLst>
          </p:cNvPr>
          <p:cNvSpPr/>
          <p:nvPr userDrawn="1"/>
        </p:nvSpPr>
        <p:spPr>
          <a:xfrm>
            <a:off x="10789920" y="3687888"/>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1" name="Freeform 20">
            <a:extLst>
              <a:ext uri="{FF2B5EF4-FFF2-40B4-BE49-F238E27FC236}">
                <a16:creationId xmlns:a16="http://schemas.microsoft.com/office/drawing/2014/main" id="{8AEBFF9D-A0DF-261E-E582-AA53B7EA8BC3}"/>
              </a:ext>
            </a:extLst>
          </p:cNvPr>
          <p:cNvSpPr/>
          <p:nvPr userDrawn="1"/>
        </p:nvSpPr>
        <p:spPr>
          <a:xfrm>
            <a:off x="9705646" y="4223179"/>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Freeform 21">
            <a:extLst>
              <a:ext uri="{FF2B5EF4-FFF2-40B4-BE49-F238E27FC236}">
                <a16:creationId xmlns:a16="http://schemas.microsoft.com/office/drawing/2014/main" id="{87F09748-B4F8-32CD-0403-EDA5188E836C}"/>
              </a:ext>
            </a:extLst>
          </p:cNvPr>
          <p:cNvSpPr/>
          <p:nvPr userDrawn="1"/>
        </p:nvSpPr>
        <p:spPr>
          <a:xfrm>
            <a:off x="9705646" y="3022408"/>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nvGrpSpPr>
          <p:cNvPr id="8" name="Group 7">
            <a:extLst>
              <a:ext uri="{FF2B5EF4-FFF2-40B4-BE49-F238E27FC236}">
                <a16:creationId xmlns:a16="http://schemas.microsoft.com/office/drawing/2014/main" id="{E1AA728D-47C1-4973-B15D-F9D7CAD3F1CD}"/>
              </a:ext>
            </a:extLst>
          </p:cNvPr>
          <p:cNvGrpSpPr/>
          <p:nvPr userDrawn="1"/>
        </p:nvGrpSpPr>
        <p:grpSpPr>
          <a:xfrm>
            <a:off x="-7057" y="581429"/>
            <a:ext cx="4569154" cy="5748327"/>
            <a:chOff x="0" y="554836"/>
            <a:chExt cx="4569154" cy="5748327"/>
          </a:xfrm>
          <a:solidFill>
            <a:srgbClr val="FFFFFF"/>
          </a:solidFill>
        </p:grpSpPr>
        <p:sp>
          <p:nvSpPr>
            <p:cNvPr id="9" name="Freeform 8">
              <a:extLst>
                <a:ext uri="{FF2B5EF4-FFF2-40B4-BE49-F238E27FC236}">
                  <a16:creationId xmlns:a16="http://schemas.microsoft.com/office/drawing/2014/main" id="{4CD10C20-C626-E285-5CF1-68D72F549DE9}"/>
                </a:ext>
              </a:extLst>
            </p:cNvPr>
            <p:cNvSpPr/>
            <p:nvPr userDrawn="1"/>
          </p:nvSpPr>
          <p:spPr>
            <a:xfrm>
              <a:off x="0" y="554836"/>
              <a:ext cx="4409954" cy="5748327"/>
            </a:xfrm>
            <a:custGeom>
              <a:avLst/>
              <a:gdLst>
                <a:gd name="connsiteX0" fmla="*/ 1694991 w 4409954"/>
                <a:gd name="connsiteY0" fmla="*/ 0 h 5748327"/>
                <a:gd name="connsiteX1" fmla="*/ 4343288 w 4409954"/>
                <a:gd name="connsiteY1" fmla="*/ 1755409 h 5748327"/>
                <a:gd name="connsiteX2" fmla="*/ 4409954 w 4409954"/>
                <a:gd name="connsiteY2" fmla="*/ 1937555 h 5748327"/>
                <a:gd name="connsiteX3" fmla="*/ 4409954 w 4409954"/>
                <a:gd name="connsiteY3" fmla="*/ 3810772 h 5748327"/>
                <a:gd name="connsiteX4" fmla="*/ 4343288 w 4409954"/>
                <a:gd name="connsiteY4" fmla="*/ 3992918 h 5748327"/>
                <a:gd name="connsiteX5" fmla="*/ 1694991 w 4409954"/>
                <a:gd name="connsiteY5" fmla="*/ 5748327 h 5748327"/>
                <a:gd name="connsiteX6" fmla="*/ 88018 w 4409954"/>
                <a:gd name="connsiteY6" fmla="*/ 5257465 h 5748327"/>
                <a:gd name="connsiteX7" fmla="*/ 0 w 4409954"/>
                <a:gd name="connsiteY7" fmla="*/ 5191647 h 5748327"/>
                <a:gd name="connsiteX8" fmla="*/ 0 w 4409954"/>
                <a:gd name="connsiteY8" fmla="*/ 556681 h 5748327"/>
                <a:gd name="connsiteX9" fmla="*/ 88018 w 4409954"/>
                <a:gd name="connsiteY9" fmla="*/ 490862 h 5748327"/>
                <a:gd name="connsiteX10" fmla="*/ 1694991 w 4409954"/>
                <a:gd name="connsiteY10" fmla="*/ 0 h 5748327"/>
                <a:gd name="connsiteX11" fmla="*/ 735733 w 4409954"/>
                <a:gd name="connsiteY11" fmla="*/ 1931614 h 5748327"/>
                <a:gd name="connsiteX12" fmla="*/ 735733 w 4409954"/>
                <a:gd name="connsiteY12" fmla="*/ 3840540 h 5748327"/>
                <a:gd name="connsiteX13" fmla="*/ 2644659 w 4409954"/>
                <a:gd name="connsiteY13" fmla="*/ 3840540 h 5748327"/>
                <a:gd name="connsiteX14" fmla="*/ 2644659 w 4409954"/>
                <a:gd name="connsiteY14" fmla="*/ 1931614 h 5748327"/>
                <a:gd name="connsiteX15" fmla="*/ 735733 w 4409954"/>
                <a:gd name="connsiteY15" fmla="*/ 1931614 h 574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954" h="5748327">
                  <a:moveTo>
                    <a:pt x="1694991" y="0"/>
                  </a:moveTo>
                  <a:cubicBezTo>
                    <a:pt x="2885509" y="0"/>
                    <a:pt x="3906967" y="723828"/>
                    <a:pt x="4343288" y="1755409"/>
                  </a:cubicBezTo>
                  <a:lnTo>
                    <a:pt x="4409954" y="1937555"/>
                  </a:lnTo>
                  <a:lnTo>
                    <a:pt x="4409954" y="3810772"/>
                  </a:lnTo>
                  <a:lnTo>
                    <a:pt x="4343288" y="3992918"/>
                  </a:lnTo>
                  <a:cubicBezTo>
                    <a:pt x="3906967" y="5024499"/>
                    <a:pt x="2885509" y="5748327"/>
                    <a:pt x="1694991" y="5748327"/>
                  </a:cubicBezTo>
                  <a:cubicBezTo>
                    <a:pt x="1099732" y="5748327"/>
                    <a:pt x="546738" y="5567370"/>
                    <a:pt x="88018" y="5257465"/>
                  </a:cubicBezTo>
                  <a:lnTo>
                    <a:pt x="0" y="5191647"/>
                  </a:lnTo>
                  <a:lnTo>
                    <a:pt x="0" y="556681"/>
                  </a:lnTo>
                  <a:lnTo>
                    <a:pt x="88018" y="490862"/>
                  </a:lnTo>
                  <a:cubicBezTo>
                    <a:pt x="546738" y="180957"/>
                    <a:pt x="1099732" y="0"/>
                    <a:pt x="1694991" y="0"/>
                  </a:cubicBezTo>
                  <a:close/>
                  <a:moveTo>
                    <a:pt x="735733" y="1931614"/>
                  </a:moveTo>
                  <a:lnTo>
                    <a:pt x="735733" y="3840540"/>
                  </a:lnTo>
                  <a:lnTo>
                    <a:pt x="2644659" y="3840540"/>
                  </a:lnTo>
                  <a:lnTo>
                    <a:pt x="2644659" y="1931614"/>
                  </a:lnTo>
                  <a:lnTo>
                    <a:pt x="735733" y="1931614"/>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67994038-063F-6DA4-A475-8D67F994A071}"/>
                </a:ext>
              </a:extLst>
            </p:cNvPr>
            <p:cNvSpPr/>
            <p:nvPr userDrawn="1"/>
          </p:nvSpPr>
          <p:spPr>
            <a:xfrm>
              <a:off x="4409954" y="2492391"/>
              <a:ext cx="159200" cy="1873217"/>
            </a:xfrm>
            <a:custGeom>
              <a:avLst/>
              <a:gdLst>
                <a:gd name="connsiteX0" fmla="*/ 0 w 159200"/>
                <a:gd name="connsiteY0" fmla="*/ 0 h 1873217"/>
                <a:gd name="connsiteX1" fmla="*/ 29983 w 159200"/>
                <a:gd name="connsiteY1" fmla="*/ 81920 h 1873217"/>
                <a:gd name="connsiteX2" fmla="*/ 159200 w 159200"/>
                <a:gd name="connsiteY2" fmla="*/ 936609 h 1873217"/>
                <a:gd name="connsiteX3" fmla="*/ 29983 w 159200"/>
                <a:gd name="connsiteY3" fmla="*/ 1791297 h 1873217"/>
                <a:gd name="connsiteX4" fmla="*/ 0 w 159200"/>
                <a:gd name="connsiteY4" fmla="*/ 1873217 h 1873217"/>
                <a:gd name="connsiteX5" fmla="*/ 0 w 159200"/>
                <a:gd name="connsiteY5" fmla="*/ 0 h 187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00" h="1873217">
                  <a:moveTo>
                    <a:pt x="0" y="0"/>
                  </a:moveTo>
                  <a:lnTo>
                    <a:pt x="29983" y="81920"/>
                  </a:lnTo>
                  <a:cubicBezTo>
                    <a:pt x="113961" y="351916"/>
                    <a:pt x="159200" y="638980"/>
                    <a:pt x="159200" y="936609"/>
                  </a:cubicBezTo>
                  <a:cubicBezTo>
                    <a:pt x="159200" y="1234239"/>
                    <a:pt x="113961" y="1521302"/>
                    <a:pt x="29983" y="1791297"/>
                  </a:cubicBezTo>
                  <a:lnTo>
                    <a:pt x="0" y="1873217"/>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 name="Title 1">
            <a:extLst>
              <a:ext uri="{FF2B5EF4-FFF2-40B4-BE49-F238E27FC236}">
                <a16:creationId xmlns:a16="http://schemas.microsoft.com/office/drawing/2014/main" id="{455E07EA-2624-DA0C-56A8-7A2358C1E0E8}"/>
              </a:ext>
            </a:extLst>
          </p:cNvPr>
          <p:cNvSpPr>
            <a:spLocks noGrp="1"/>
          </p:cNvSpPr>
          <p:nvPr userDrawn="1">
            <p:ph type="ctrTitle"/>
          </p:nvPr>
        </p:nvSpPr>
        <p:spPr>
          <a:xfrm>
            <a:off x="3232304" y="1443196"/>
            <a:ext cx="7239810" cy="2387600"/>
          </a:xfrm>
        </p:spPr>
        <p:txBody>
          <a:bodyPr anchor="b">
            <a:normAutofit/>
          </a:bodyPr>
          <a:lstStyle>
            <a:lvl1pPr algn="l">
              <a:defRPr lang="en-GB" sz="5400" b="1" kern="1200" dirty="0">
                <a:solidFill>
                  <a:srgbClr val="005AAB"/>
                </a:solidFill>
                <a:latin typeface="Source Sans Pro" panose="020B0503030403020204" pitchFamily="34" charset="0"/>
                <a:ea typeface="+mn-ea"/>
                <a:cs typeface="+mn-cs"/>
              </a:defRPr>
            </a:lvl1pPr>
          </a:lstStyle>
          <a:p>
            <a:r>
              <a:rPr lang="en-GB"/>
              <a:t>Click to edit Master title style</a:t>
            </a:r>
            <a:endParaRPr lang="en-US"/>
          </a:p>
        </p:txBody>
      </p:sp>
      <p:pic>
        <p:nvPicPr>
          <p:cNvPr id="12" name="Picture 11">
            <a:extLst>
              <a:ext uri="{FF2B5EF4-FFF2-40B4-BE49-F238E27FC236}">
                <a16:creationId xmlns:a16="http://schemas.microsoft.com/office/drawing/2014/main" id="{9345A8F4-CC3D-AE53-6879-E58F50E2C9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29307" y="342458"/>
            <a:ext cx="1355713" cy="1355713"/>
          </a:xfrm>
          <a:prstGeom prst="rect">
            <a:avLst/>
          </a:prstGeom>
        </p:spPr>
      </p:pic>
      <p:grpSp>
        <p:nvGrpSpPr>
          <p:cNvPr id="14" name="Group 13">
            <a:extLst>
              <a:ext uri="{FF2B5EF4-FFF2-40B4-BE49-F238E27FC236}">
                <a16:creationId xmlns:a16="http://schemas.microsoft.com/office/drawing/2014/main" id="{843F9F94-8E38-BF84-F36C-A02B7A0BA469}"/>
              </a:ext>
            </a:extLst>
          </p:cNvPr>
          <p:cNvGrpSpPr/>
          <p:nvPr userDrawn="1"/>
        </p:nvGrpSpPr>
        <p:grpSpPr>
          <a:xfrm>
            <a:off x="7409792" y="6400799"/>
            <a:ext cx="4782209" cy="457201"/>
            <a:chOff x="7409792" y="6400799"/>
            <a:chExt cx="4782209" cy="457201"/>
          </a:xfrm>
        </p:grpSpPr>
        <p:sp>
          <p:nvSpPr>
            <p:cNvPr id="15" name="Right Triangle 14">
              <a:extLst>
                <a:ext uri="{FF2B5EF4-FFF2-40B4-BE49-F238E27FC236}">
                  <a16:creationId xmlns:a16="http://schemas.microsoft.com/office/drawing/2014/main" id="{E3CB1439-D410-F553-BBA8-A03EC28ED384}"/>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4515BE05-3B0B-A01C-0463-64E3D152984B}"/>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3173318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5CF3292-BA41-D34E-CF88-A5ACA38CD163}"/>
              </a:ext>
            </a:extLst>
          </p:cNvPr>
          <p:cNvSpPr/>
          <p:nvPr userDrawn="1"/>
        </p:nvSpPr>
        <p:spPr>
          <a:xfrm>
            <a:off x="0" y="0"/>
            <a:ext cx="1223023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90E58835-6407-6496-07BF-2A202649DE0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150"/>
          <a:stretch/>
        </p:blipFill>
        <p:spPr>
          <a:xfrm>
            <a:off x="-38230" y="208402"/>
            <a:ext cx="8089154" cy="6658580"/>
          </a:xfrm>
          <a:prstGeom prst="rect">
            <a:avLst/>
          </a:prstGeom>
        </p:spPr>
      </p:pic>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19" name="Freeform 18">
            <a:extLst>
              <a:ext uri="{FF2B5EF4-FFF2-40B4-BE49-F238E27FC236}">
                <a16:creationId xmlns:a16="http://schemas.microsoft.com/office/drawing/2014/main" id="{D2E58EFF-45B8-F6B5-7B46-806824C80ED5}"/>
              </a:ext>
            </a:extLst>
          </p:cNvPr>
          <p:cNvSpPr/>
          <p:nvPr userDrawn="1"/>
        </p:nvSpPr>
        <p:spPr>
          <a:xfrm>
            <a:off x="5404102" y="564847"/>
            <a:ext cx="1554212" cy="1554212"/>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005AAB">
                <a:alpha val="32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BFA307B4-F0D0-91D1-18B3-6159164C5ABE}"/>
              </a:ext>
            </a:extLst>
          </p:cNvPr>
          <p:cNvSpPr/>
          <p:nvPr userDrawn="1"/>
        </p:nvSpPr>
        <p:spPr>
          <a:xfrm>
            <a:off x="-38230" y="1"/>
            <a:ext cx="1623535" cy="899187"/>
          </a:xfrm>
          <a:custGeom>
            <a:avLst/>
            <a:gdLst>
              <a:gd name="connsiteX0" fmla="*/ 0 w 1623535"/>
              <a:gd name="connsiteY0" fmla="*/ 0 h 899187"/>
              <a:gd name="connsiteX1" fmla="*/ 1623535 w 1623535"/>
              <a:gd name="connsiteY1" fmla="*/ 0 h 899187"/>
              <a:gd name="connsiteX2" fmla="*/ 1575984 w 1623535"/>
              <a:gd name="connsiteY2" fmla="*/ 98712 h 899187"/>
              <a:gd name="connsiteX3" fmla="*/ 231042 w 1623535"/>
              <a:gd name="connsiteY3" fmla="*/ 899187 h 899187"/>
              <a:gd name="connsiteX4" fmla="*/ 74654 w 1623535"/>
              <a:gd name="connsiteY4" fmla="*/ 891290 h 899187"/>
              <a:gd name="connsiteX5" fmla="*/ 0 w 1623535"/>
              <a:gd name="connsiteY5" fmla="*/ 879897 h 89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3535" h="899187">
                <a:moveTo>
                  <a:pt x="0" y="0"/>
                </a:moveTo>
                <a:lnTo>
                  <a:pt x="1623535" y="0"/>
                </a:lnTo>
                <a:lnTo>
                  <a:pt x="1575984" y="98712"/>
                </a:lnTo>
                <a:cubicBezTo>
                  <a:pt x="1316971" y="575511"/>
                  <a:pt x="811806" y="899187"/>
                  <a:pt x="231042" y="899187"/>
                </a:cubicBezTo>
                <a:cubicBezTo>
                  <a:pt x="178245" y="899187"/>
                  <a:pt x="126073" y="896512"/>
                  <a:pt x="74654" y="891290"/>
                </a:cubicBezTo>
                <a:lnTo>
                  <a:pt x="0" y="879897"/>
                </a:lnTo>
                <a:close/>
              </a:path>
            </a:pathLst>
          </a:cu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p:nvPr>
        </p:nvSpPr>
        <p:spPr>
          <a:xfrm>
            <a:off x="4526159" y="2152314"/>
            <a:ext cx="7239810" cy="2387600"/>
          </a:xfrm>
        </p:spPr>
        <p:txBody>
          <a:bodyPr anchor="b">
            <a:normAutofit/>
          </a:bodyPr>
          <a:lstStyle>
            <a:lvl1pPr marL="0" indent="9525" algn="l">
              <a:tabLst/>
              <a:defRPr lang="en-GB" sz="5400" b="1" kern="1200" dirty="0">
                <a:solidFill>
                  <a:srgbClr val="005AAB"/>
                </a:solidFill>
                <a:latin typeface="Source Sans Pro" panose="020B0503030403020204" pitchFamily="34" charset="0"/>
                <a:ea typeface="+mn-ea"/>
                <a:cs typeface="+mn-cs"/>
              </a:defRPr>
            </a:lvl1pPr>
          </a:lstStyle>
          <a:p>
            <a:r>
              <a:rPr lang="en-GB"/>
              <a:t>Click to edit Master title style</a:t>
            </a:r>
            <a:endParaRPr lang="en-US"/>
          </a:p>
        </p:txBody>
      </p:sp>
      <p:sp>
        <p:nvSpPr>
          <p:cNvPr id="11" name="Freeform 10">
            <a:extLst>
              <a:ext uri="{FF2B5EF4-FFF2-40B4-BE49-F238E27FC236}">
                <a16:creationId xmlns:a16="http://schemas.microsoft.com/office/drawing/2014/main" id="{3AE7D4A6-0DE3-272C-39C4-1556B8BBEFDF}"/>
              </a:ext>
            </a:extLst>
          </p:cNvPr>
          <p:cNvSpPr/>
          <p:nvPr userDrawn="1"/>
        </p:nvSpPr>
        <p:spPr>
          <a:xfrm>
            <a:off x="6648809" y="5373264"/>
            <a:ext cx="3054574" cy="1484737"/>
          </a:xfrm>
          <a:custGeom>
            <a:avLst/>
            <a:gdLst>
              <a:gd name="connsiteX0" fmla="*/ 1527287 w 3054574"/>
              <a:gd name="connsiteY0" fmla="*/ 0 h 1484737"/>
              <a:gd name="connsiteX1" fmla="*/ 3048940 w 3054574"/>
              <a:gd name="connsiteY1" fmla="*/ 1373163 h 1484737"/>
              <a:gd name="connsiteX2" fmla="*/ 3054574 w 3054574"/>
              <a:gd name="connsiteY2" fmla="*/ 1484737 h 1484737"/>
              <a:gd name="connsiteX3" fmla="*/ 2032674 w 3054574"/>
              <a:gd name="connsiteY3" fmla="*/ 1484737 h 1484737"/>
              <a:gd name="connsiteX4" fmla="*/ 2032674 w 3054574"/>
              <a:gd name="connsiteY4" fmla="*/ 1027952 h 1484737"/>
              <a:gd name="connsiteX5" fmla="*/ 1016797 w 3054574"/>
              <a:gd name="connsiteY5" fmla="*/ 1027952 h 1484737"/>
              <a:gd name="connsiteX6" fmla="*/ 1016797 w 3054574"/>
              <a:gd name="connsiteY6" fmla="*/ 1484737 h 1484737"/>
              <a:gd name="connsiteX7" fmla="*/ 0 w 3054574"/>
              <a:gd name="connsiteY7" fmla="*/ 1484737 h 1484737"/>
              <a:gd name="connsiteX8" fmla="*/ 5634 w 3054574"/>
              <a:gd name="connsiteY8" fmla="*/ 1373163 h 1484737"/>
              <a:gd name="connsiteX9" fmla="*/ 1527287 w 3054574"/>
              <a:gd name="connsiteY9" fmla="*/ 0 h 1484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4574" h="1484737">
                <a:moveTo>
                  <a:pt x="1527287" y="0"/>
                </a:moveTo>
                <a:cubicBezTo>
                  <a:pt x="2319238" y="0"/>
                  <a:pt x="2970612" y="601877"/>
                  <a:pt x="3048940" y="1373163"/>
                </a:cubicBezTo>
                <a:lnTo>
                  <a:pt x="3054574" y="1484737"/>
                </a:lnTo>
                <a:lnTo>
                  <a:pt x="2032674" y="1484737"/>
                </a:lnTo>
                <a:lnTo>
                  <a:pt x="2032674" y="1027952"/>
                </a:lnTo>
                <a:lnTo>
                  <a:pt x="1016797" y="1027952"/>
                </a:lnTo>
                <a:lnTo>
                  <a:pt x="1016797" y="1484737"/>
                </a:lnTo>
                <a:lnTo>
                  <a:pt x="0" y="1484737"/>
                </a:lnTo>
                <a:lnTo>
                  <a:pt x="5634" y="1373163"/>
                </a:lnTo>
                <a:cubicBezTo>
                  <a:pt x="83962" y="601877"/>
                  <a:pt x="735336" y="0"/>
                  <a:pt x="1527287" y="0"/>
                </a:cubicBezTo>
                <a:close/>
              </a:path>
            </a:pathLst>
          </a:cu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n>
                <a:noFill/>
              </a:ln>
            </a:endParaRPr>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p:nvPr>
        </p:nvSpPr>
        <p:spPr>
          <a:xfrm>
            <a:off x="4511675" y="4771302"/>
            <a:ext cx="5381341" cy="990661"/>
          </a:xfrm>
        </p:spPr>
        <p:txBody>
          <a:bodyPr>
            <a:normAutofit/>
          </a:bodyPr>
          <a:lstStyle>
            <a:lvl1pPr marL="0" indent="50800" algn="l">
              <a:buNone/>
              <a:tabLst/>
              <a:defRPr lang="en-US" sz="2000" kern="1200" dirty="0">
                <a:solidFill>
                  <a:srgbClr val="657784"/>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6" name="Picture 5">
            <a:extLst>
              <a:ext uri="{FF2B5EF4-FFF2-40B4-BE49-F238E27FC236}">
                <a16:creationId xmlns:a16="http://schemas.microsoft.com/office/drawing/2014/main" id="{46E142BC-FE7C-DDFE-68D3-6239870A600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429307" y="342458"/>
            <a:ext cx="1355713" cy="1355713"/>
          </a:xfrm>
          <a:prstGeom prst="rect">
            <a:avLst/>
          </a:prstGeom>
        </p:spPr>
      </p:pic>
    </p:spTree>
    <p:extLst>
      <p:ext uri="{BB962C8B-B14F-4D97-AF65-F5344CB8AC3E}">
        <p14:creationId xmlns:p14="http://schemas.microsoft.com/office/powerpoint/2010/main" val="970199859"/>
      </p:ext>
    </p:extLst>
  </p:cSld>
  <p:clrMapOvr>
    <a:masterClrMapping/>
  </p:clrMapOvr>
  <p:extLst>
    <p:ext uri="{DCECCB84-F9BA-43D5-87BE-67443E8EF086}">
      <p15:sldGuideLst xmlns:p15="http://schemas.microsoft.com/office/powerpoint/2012/main">
        <p15:guide id="1" orient="horz" pos="2160">
          <p15:clr>
            <a:srgbClr val="FBAE40"/>
          </p15:clr>
        </p15:guide>
        <p15:guide id="2" pos="284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p:spPr>
        <p:txBody>
          <a:bodyPr vert="horz" lIns="91440" tIns="45720" rIns="91440" bIns="45720" rtlCol="0" anchor="ctr"/>
          <a:lstStyle/>
          <a:p>
            <a:pPr lvl="0"/>
            <a:endParaRPr lang="en-US" sz="1200">
              <a:solidFill>
                <a:schemeClr val="tx1"/>
              </a:solidFill>
            </a:endParaRPr>
          </a:p>
        </p:txBody>
      </p:sp>
      <p:sp>
        <p:nvSpPr>
          <p:cNvPr id="21" name="Rectangle 20">
            <a:extLst>
              <a:ext uri="{FF2B5EF4-FFF2-40B4-BE49-F238E27FC236}">
                <a16:creationId xmlns:a16="http://schemas.microsoft.com/office/drawing/2014/main" id="{17673AC9-784A-0A9A-0BE4-0F57094C75BB}"/>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lide Number Placeholder 5">
            <a:extLst>
              <a:ext uri="{FF2B5EF4-FFF2-40B4-BE49-F238E27FC236}">
                <a16:creationId xmlns:a16="http://schemas.microsoft.com/office/drawing/2014/main" id="{431270CB-DB41-1302-D182-FDE21C46EB05}"/>
              </a:ext>
            </a:extLst>
          </p:cNvPr>
          <p:cNvSpPr>
            <a:spLocks noGrp="1"/>
          </p:cNvSpPr>
          <p:nvPr userDrawn="1">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4" name="Date Placeholder 3">
            <a:extLst>
              <a:ext uri="{FF2B5EF4-FFF2-40B4-BE49-F238E27FC236}">
                <a16:creationId xmlns:a16="http://schemas.microsoft.com/office/drawing/2014/main" id="{09731D25-D99B-608B-1583-AD331C5820CB}"/>
              </a:ext>
            </a:extLst>
          </p:cNvPr>
          <p:cNvSpPr>
            <a:spLocks noGrp="1"/>
          </p:cNvSpPr>
          <p:nvPr userDrawn="1">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5" name="Footer Placeholder 4">
            <a:extLst>
              <a:ext uri="{FF2B5EF4-FFF2-40B4-BE49-F238E27FC236}">
                <a16:creationId xmlns:a16="http://schemas.microsoft.com/office/drawing/2014/main" id="{D102F7C9-CDA2-10FB-5A3A-FCFE57838A4D}"/>
              </a:ext>
            </a:extLst>
          </p:cNvPr>
          <p:cNvSpPr>
            <a:spLocks noGrp="1"/>
          </p:cNvSpPr>
          <p:nvPr userDrawn="1">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8" name="Freeform 7">
            <a:extLst>
              <a:ext uri="{FF2B5EF4-FFF2-40B4-BE49-F238E27FC236}">
                <a16:creationId xmlns:a16="http://schemas.microsoft.com/office/drawing/2014/main" id="{6D60C5C7-B9BE-265F-7CB8-C65D82256512}"/>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4484C1B7-731B-7918-4ECE-3D51EA5F805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userDrawn="1">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Text Placeholder 2">
            <a:extLst>
              <a:ext uri="{FF2B5EF4-FFF2-40B4-BE49-F238E27FC236}">
                <a16:creationId xmlns:a16="http://schemas.microsoft.com/office/drawing/2014/main" id="{73F335B7-F2FC-A7DA-CAE6-90DB50DB94C6}"/>
              </a:ext>
            </a:extLst>
          </p:cNvPr>
          <p:cNvSpPr>
            <a:spLocks noGrp="1"/>
          </p:cNvSpPr>
          <p:nvPr userDrawn="1">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9C761D30-5A06-7596-A751-2BA29620C81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D69410D3-CA98-9C53-A7D4-7EDB2AF48E25}"/>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56E79DBB-C985-D201-6FF0-28819B2D3261}"/>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902EE2EF-7EA4-B096-38E3-07E6BC12C518}"/>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78805223"/>
      </p:ext>
    </p:extLst>
  </p:cSld>
  <p:clrMapOvr>
    <a:masterClrMapping/>
  </p:clrMapOvr>
  <p:extLst>
    <p:ext uri="{DCECCB84-F9BA-43D5-87BE-67443E8EF086}">
      <p15:sldGuideLst xmlns:p15="http://schemas.microsoft.com/office/powerpoint/2012/main">
        <p15:guide id="1" orient="horz" pos="3997">
          <p15:clr>
            <a:srgbClr val="FBAE40"/>
          </p15:clr>
        </p15:guide>
        <p15:guide id="2" pos="715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5BBC1368-6726-E83D-A81F-DD0107A94EE8}"/>
              </a:ext>
            </a:extLst>
          </p:cNvPr>
          <p:cNvGrpSpPr/>
          <p:nvPr userDrawn="1"/>
        </p:nvGrpSpPr>
        <p:grpSpPr>
          <a:xfrm>
            <a:off x="161849" y="274454"/>
            <a:ext cx="1669897" cy="2268934"/>
            <a:chOff x="256846" y="331725"/>
            <a:chExt cx="1669897" cy="2268934"/>
          </a:xfrm>
        </p:grpSpPr>
        <p:sp>
          <p:nvSpPr>
            <p:cNvPr id="7" name="Freeform 6">
              <a:extLst>
                <a:ext uri="{FF2B5EF4-FFF2-40B4-BE49-F238E27FC236}">
                  <a16:creationId xmlns:a16="http://schemas.microsoft.com/office/drawing/2014/main" id="{E48324F2-1695-2026-6E04-E1B5387B6728}"/>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6F8AC559-FF8D-7457-5AF0-674DC41188DB}"/>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01A1A4A9-02C1-E412-E568-46304F2FEDFC}"/>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42AD30BC-ECBD-3ED0-05A8-54A844BDF218}"/>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19" name="Slide Number Placeholder 5">
            <a:extLst>
              <a:ext uri="{FF2B5EF4-FFF2-40B4-BE49-F238E27FC236}">
                <a16:creationId xmlns:a16="http://schemas.microsoft.com/office/drawing/2014/main" id="{BA4D53D5-213C-8398-6103-AFF0172214F1}"/>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0" name="Date Placeholder 3">
            <a:extLst>
              <a:ext uri="{FF2B5EF4-FFF2-40B4-BE49-F238E27FC236}">
                <a16:creationId xmlns:a16="http://schemas.microsoft.com/office/drawing/2014/main" id="{FD302B77-99C4-B4CE-1987-F44A573AF1C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1" name="Footer Placeholder 4">
            <a:extLst>
              <a:ext uri="{FF2B5EF4-FFF2-40B4-BE49-F238E27FC236}">
                <a16:creationId xmlns:a16="http://schemas.microsoft.com/office/drawing/2014/main" id="{0EFEEC7D-51EF-65D7-D9C2-C673380482CB}"/>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6" name="Freeform 5">
            <a:extLst>
              <a:ext uri="{FF2B5EF4-FFF2-40B4-BE49-F238E27FC236}">
                <a16:creationId xmlns:a16="http://schemas.microsoft.com/office/drawing/2014/main" id="{74D7914E-41B8-F021-E865-66B47B257B0D}"/>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Text Placeholder 2">
            <a:extLst>
              <a:ext uri="{FF2B5EF4-FFF2-40B4-BE49-F238E27FC236}">
                <a16:creationId xmlns:a16="http://schemas.microsoft.com/office/drawing/2014/main" id="{69F20E04-C09D-7075-9137-465A62BBA4A6}"/>
              </a:ext>
            </a:extLst>
          </p:cNvPr>
          <p:cNvSpPr>
            <a:spLocks noGrp="1"/>
          </p:cNvSpPr>
          <p:nvPr>
            <p:ph idx="1"/>
          </p:nvPr>
        </p:nvSpPr>
        <p:spPr>
          <a:xfrm>
            <a:off x="838200" y="1825625"/>
            <a:ext cx="10515600" cy="4351338"/>
          </a:xfrm>
          <a:prstGeom prst="rect">
            <a:avLst/>
          </a:prstGeom>
        </p:spPr>
        <p:txBody>
          <a:bodyPr vert="horz" lIns="91440" tIns="45720" rIns="91440" bIns="45720" rtlCol="0">
            <a:normAutofit/>
          </a:bodyPr>
          <a:lstStyle>
            <a:lvl1pPr>
              <a:defRPr b="1"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22F4EBA7-2EF5-674E-3890-CA3A0B279E6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24" name="Group 23">
            <a:extLst>
              <a:ext uri="{FF2B5EF4-FFF2-40B4-BE49-F238E27FC236}">
                <a16:creationId xmlns:a16="http://schemas.microsoft.com/office/drawing/2014/main" id="{798F55B2-0A0B-CECF-90AB-600B03E75CF4}"/>
              </a:ext>
            </a:extLst>
          </p:cNvPr>
          <p:cNvGrpSpPr/>
          <p:nvPr userDrawn="1"/>
        </p:nvGrpSpPr>
        <p:grpSpPr>
          <a:xfrm>
            <a:off x="7409792" y="6400799"/>
            <a:ext cx="4782209" cy="457201"/>
            <a:chOff x="7409792" y="6400799"/>
            <a:chExt cx="4782209" cy="457201"/>
          </a:xfrm>
        </p:grpSpPr>
        <p:sp>
          <p:nvSpPr>
            <p:cNvPr id="25" name="Right Triangle 24">
              <a:extLst>
                <a:ext uri="{FF2B5EF4-FFF2-40B4-BE49-F238E27FC236}">
                  <a16:creationId xmlns:a16="http://schemas.microsoft.com/office/drawing/2014/main" id="{E124273E-D143-BEBA-B1F1-843832B283C5}"/>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8A2AE08D-E32B-24BC-259F-EFAC900FB3E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210639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lide Number Placeholder 5">
            <a:extLst>
              <a:ext uri="{FF2B5EF4-FFF2-40B4-BE49-F238E27FC236}">
                <a16:creationId xmlns:a16="http://schemas.microsoft.com/office/drawing/2014/main" id="{CC0864E1-F08A-EB51-4148-CEB390275C55}"/>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3" name="Date Placeholder 3">
            <a:extLst>
              <a:ext uri="{FF2B5EF4-FFF2-40B4-BE49-F238E27FC236}">
                <a16:creationId xmlns:a16="http://schemas.microsoft.com/office/drawing/2014/main" id="{E5BB4880-141C-051F-4230-C5FE42A43C50}"/>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4" name="Footer Placeholder 4">
            <a:extLst>
              <a:ext uri="{FF2B5EF4-FFF2-40B4-BE49-F238E27FC236}">
                <a16:creationId xmlns:a16="http://schemas.microsoft.com/office/drawing/2014/main" id="{A0A14C03-5607-C4FF-B96A-C798366456B9}"/>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3" name="Freeform 2">
            <a:extLst>
              <a:ext uri="{FF2B5EF4-FFF2-40B4-BE49-F238E27FC236}">
                <a16:creationId xmlns:a16="http://schemas.microsoft.com/office/drawing/2014/main" id="{041DA8FE-F2DA-08CD-C4A4-11B9DD3FF395}"/>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B368D7A3-C662-1A00-53B1-D310597AD525}"/>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ontent Placeholder 3">
            <a:extLst>
              <a:ext uri="{FF2B5EF4-FFF2-40B4-BE49-F238E27FC236}">
                <a16:creationId xmlns:a16="http://schemas.microsoft.com/office/drawing/2014/main" id="{775DD632-2E11-2063-1C76-632A82AF97D7}"/>
              </a:ext>
            </a:extLst>
          </p:cNvPr>
          <p:cNvSpPr>
            <a:spLocks noGrp="1"/>
          </p:cNvSpPr>
          <p:nvPr>
            <p:ph sz="half" idx="2"/>
          </p:nvPr>
        </p:nvSpPr>
        <p:spPr>
          <a:xfrm>
            <a:off x="6172200" y="1825625"/>
            <a:ext cx="5181600" cy="4351338"/>
          </a:xfrm>
        </p:spPr>
        <p:txBody>
          <a:bodyPr/>
          <a:lstStyle>
            <a:lvl1pPr>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68738101-02B8-AA95-EF26-C3C57A427FC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868E9000-22E6-76D6-FCCF-2ED169DC8CB9}"/>
              </a:ext>
            </a:extLst>
          </p:cNvPr>
          <p:cNvGrpSpPr/>
          <p:nvPr userDrawn="1"/>
        </p:nvGrpSpPr>
        <p:grpSpPr>
          <a:xfrm>
            <a:off x="7409792" y="6400799"/>
            <a:ext cx="4782209" cy="457201"/>
            <a:chOff x="7409792" y="6400799"/>
            <a:chExt cx="4782209" cy="457201"/>
          </a:xfrm>
        </p:grpSpPr>
        <p:sp>
          <p:nvSpPr>
            <p:cNvPr id="12" name="Right Triangle 11">
              <a:extLst>
                <a:ext uri="{FF2B5EF4-FFF2-40B4-BE49-F238E27FC236}">
                  <a16:creationId xmlns:a16="http://schemas.microsoft.com/office/drawing/2014/main" id="{ED51E26B-4ECF-88C7-EF6E-482041ACD40C}"/>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Triangle 13">
              <a:extLst>
                <a:ext uri="{FF2B5EF4-FFF2-40B4-BE49-F238E27FC236}">
                  <a16:creationId xmlns:a16="http://schemas.microsoft.com/office/drawing/2014/main" id="{CF4E57DE-F122-C3A6-F8EB-71DF80FAAFB3}"/>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855961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10048"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BD8A00FD-3D92-F06D-995C-0FC2FF583E5D}"/>
              </a:ext>
            </a:extLst>
          </p:cNvPr>
          <p:cNvGrpSpPr/>
          <p:nvPr userDrawn="1"/>
        </p:nvGrpSpPr>
        <p:grpSpPr>
          <a:xfrm>
            <a:off x="284582" y="5053083"/>
            <a:ext cx="1669897" cy="2268934"/>
            <a:chOff x="256846" y="331725"/>
            <a:chExt cx="1669897" cy="2268934"/>
          </a:xfrm>
        </p:grpSpPr>
        <p:sp>
          <p:nvSpPr>
            <p:cNvPr id="7" name="Freeform 6">
              <a:extLst>
                <a:ext uri="{FF2B5EF4-FFF2-40B4-BE49-F238E27FC236}">
                  <a16:creationId xmlns:a16="http://schemas.microsoft.com/office/drawing/2014/main" id="{720FEA40-81F6-B034-21F1-E36330146BDA}"/>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8" name="Freeform 7">
              <a:extLst>
                <a:ext uri="{FF2B5EF4-FFF2-40B4-BE49-F238E27FC236}">
                  <a16:creationId xmlns:a16="http://schemas.microsoft.com/office/drawing/2014/main" id="{7B552142-4427-897A-BF4B-9210D7E59A38}"/>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2" name="Freeform 11">
              <a:extLst>
                <a:ext uri="{FF2B5EF4-FFF2-40B4-BE49-F238E27FC236}">
                  <a16:creationId xmlns:a16="http://schemas.microsoft.com/office/drawing/2014/main" id="{549B930B-270D-B5BE-0384-72179237B705}"/>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4" name="Freeform 13">
              <a:extLst>
                <a:ext uri="{FF2B5EF4-FFF2-40B4-BE49-F238E27FC236}">
                  <a16:creationId xmlns:a16="http://schemas.microsoft.com/office/drawing/2014/main" id="{BD6E84B7-C140-F1D8-86C0-E46F1FE572DC}"/>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0" name="Slide Number Placeholder 5">
            <a:extLst>
              <a:ext uri="{FF2B5EF4-FFF2-40B4-BE49-F238E27FC236}">
                <a16:creationId xmlns:a16="http://schemas.microsoft.com/office/drawing/2014/main" id="{DECBCD78-9697-5E2F-C428-2460BF003ABD}"/>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1" name="Date Placeholder 3">
            <a:extLst>
              <a:ext uri="{FF2B5EF4-FFF2-40B4-BE49-F238E27FC236}">
                <a16:creationId xmlns:a16="http://schemas.microsoft.com/office/drawing/2014/main" id="{72C7D018-7F25-CF99-890C-8315AF834FC7}"/>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2" name="Footer Placeholder 4">
            <a:extLst>
              <a:ext uri="{FF2B5EF4-FFF2-40B4-BE49-F238E27FC236}">
                <a16:creationId xmlns:a16="http://schemas.microsoft.com/office/drawing/2014/main" id="{7920A892-FC30-ADF2-3225-54E55685A8C8}"/>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4" name="Freeform 3">
            <a:extLst>
              <a:ext uri="{FF2B5EF4-FFF2-40B4-BE49-F238E27FC236}">
                <a16:creationId xmlns:a16="http://schemas.microsoft.com/office/drawing/2014/main" id="{E56A7035-D94D-04D8-794C-459DAB3AD08C}"/>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1D9E2B85-A8C3-82F8-00E4-7D07F4FB967B}"/>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19" name="Content Placeholder 3">
            <a:extLst>
              <a:ext uri="{FF2B5EF4-FFF2-40B4-BE49-F238E27FC236}">
                <a16:creationId xmlns:a16="http://schemas.microsoft.com/office/drawing/2014/main" id="{775DD632-2E11-2063-1C76-632A82AF97D7}"/>
              </a:ext>
            </a:extLst>
          </p:cNvPr>
          <p:cNvSpPr>
            <a:spLocks noGrp="1"/>
          </p:cNvSpPr>
          <p:nvPr>
            <p:ph sz="half" idx="2"/>
          </p:nvPr>
        </p:nvSpPr>
        <p:spPr>
          <a:xfrm>
            <a:off x="6172200" y="1825625"/>
            <a:ext cx="5181600" cy="4351338"/>
          </a:xfrm>
        </p:spPr>
        <p:txBody>
          <a:bodyPr/>
          <a:lstStyle>
            <a:lvl1pPr marL="0" indent="0">
              <a:buNone/>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marL="0" indent="0">
              <a:buNone/>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endParaRPr lang="en-US"/>
          </a:p>
        </p:txBody>
      </p:sp>
      <p:pic>
        <p:nvPicPr>
          <p:cNvPr id="6" name="Picture 5">
            <a:extLst>
              <a:ext uri="{FF2B5EF4-FFF2-40B4-BE49-F238E27FC236}">
                <a16:creationId xmlns:a16="http://schemas.microsoft.com/office/drawing/2014/main" id="{1C5362BD-7B08-9BF7-FB89-A052C4CF2E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11" name="Group 10">
            <a:extLst>
              <a:ext uri="{FF2B5EF4-FFF2-40B4-BE49-F238E27FC236}">
                <a16:creationId xmlns:a16="http://schemas.microsoft.com/office/drawing/2014/main" id="{7256634E-E388-3325-5934-84AFC4AE502F}"/>
              </a:ext>
            </a:extLst>
          </p:cNvPr>
          <p:cNvGrpSpPr/>
          <p:nvPr userDrawn="1"/>
        </p:nvGrpSpPr>
        <p:grpSpPr>
          <a:xfrm>
            <a:off x="7409792" y="6400799"/>
            <a:ext cx="4782209" cy="457201"/>
            <a:chOff x="7409792" y="6400799"/>
            <a:chExt cx="4782209" cy="457201"/>
          </a:xfrm>
        </p:grpSpPr>
        <p:sp>
          <p:nvSpPr>
            <p:cNvPr id="15" name="Right Triangle 14">
              <a:extLst>
                <a:ext uri="{FF2B5EF4-FFF2-40B4-BE49-F238E27FC236}">
                  <a16:creationId xmlns:a16="http://schemas.microsoft.com/office/drawing/2014/main" id="{5E9C775D-E9C3-BAF4-16AF-AB13362827F7}"/>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Triangle 16">
              <a:extLst>
                <a:ext uri="{FF2B5EF4-FFF2-40B4-BE49-F238E27FC236}">
                  <a16:creationId xmlns:a16="http://schemas.microsoft.com/office/drawing/2014/main" id="{16697B31-91A7-9C67-096D-BDDAB27101CE}"/>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4753120"/>
      </p:ext>
    </p:extLst>
  </p:cSld>
  <p:clrMapOvr>
    <a:masterClrMapping/>
  </p:clrMapOvr>
  <p:extLst>
    <p:ext uri="{DCECCB84-F9BA-43D5-87BE-67443E8EF086}">
      <p15:sldGuideLst xmlns:p15="http://schemas.microsoft.com/office/powerpoint/2012/main">
        <p15:guide id="1" orient="horz" pos="2160">
          <p15:clr>
            <a:srgbClr val="FBAE40"/>
          </p15:clr>
        </p15:guide>
        <p15:guide id="2" pos="715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and Text Slid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18424D4-DB3D-2BC1-D918-4C195CCA166E}"/>
              </a:ext>
            </a:extLst>
          </p:cNvPr>
          <p:cNvSpPr/>
          <p:nvPr userDrawn="1"/>
        </p:nvSpPr>
        <p:spPr>
          <a:xfrm>
            <a:off x="0" y="-2"/>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lide Number Placeholder 5">
            <a:extLst>
              <a:ext uri="{FF2B5EF4-FFF2-40B4-BE49-F238E27FC236}">
                <a16:creationId xmlns:a16="http://schemas.microsoft.com/office/drawing/2014/main" id="{B7BD09EE-CACA-DCA0-63D6-A31C60CE867C}"/>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DF5AE18-F94A-B54C-9347-4CAFB5D76058}" type="slidenum">
              <a:rPr lang="en-US" smtClean="0"/>
              <a:pPr/>
              <a:t>‹#›</a:t>
            </a:fld>
            <a:endParaRPr lang="en-US"/>
          </a:p>
        </p:txBody>
      </p:sp>
      <p:sp>
        <p:nvSpPr>
          <p:cNvPr id="28" name="Date Placeholder 3">
            <a:extLst>
              <a:ext uri="{FF2B5EF4-FFF2-40B4-BE49-F238E27FC236}">
                <a16:creationId xmlns:a16="http://schemas.microsoft.com/office/drawing/2014/main" id="{BBE3141D-8D1A-1D21-AE0C-E71966B4F8D1}"/>
              </a:ext>
            </a:extLst>
          </p:cNvPr>
          <p:cNvSpPr>
            <a:spLocks noGrp="1"/>
          </p:cNvSpPr>
          <p:nvPr>
            <p:ph type="dt" sz="half" idx="10"/>
          </p:nvPr>
        </p:nvSpPr>
        <p:spPr>
          <a:xfrm>
            <a:off x="838200" y="6356350"/>
            <a:ext cx="2743200" cy="365125"/>
          </a:xfrm>
        </p:spPr>
        <p:txBody>
          <a:bodyPr/>
          <a:lstStyle>
            <a:lvl1pPr>
              <a:defRPr lang="en-SG" sz="1200" kern="1200" smtClean="0">
                <a:solidFill>
                  <a:schemeClr val="tx1"/>
                </a:solidFill>
                <a:latin typeface="+mn-lt"/>
                <a:ea typeface="+mn-ea"/>
                <a:cs typeface="+mn-cs"/>
              </a:defRPr>
            </a:lvl1pPr>
          </a:lstStyle>
          <a:p>
            <a:fld id="{9DA8A14F-3F9C-EB40-8C1F-F99193325A13}" type="datetime1">
              <a:rPr lang="en-SG" smtClean="0"/>
              <a:pPr/>
              <a:t>15/5/2026</a:t>
            </a:fld>
            <a:endParaRPr lang="en-SG"/>
          </a:p>
        </p:txBody>
      </p:sp>
      <p:sp>
        <p:nvSpPr>
          <p:cNvPr id="29" name="Footer Placeholder 4">
            <a:extLst>
              <a:ext uri="{FF2B5EF4-FFF2-40B4-BE49-F238E27FC236}">
                <a16:creationId xmlns:a16="http://schemas.microsoft.com/office/drawing/2014/main" id="{F4E1F3FF-1BE0-8B99-B670-0496F973B9BF}"/>
              </a:ext>
            </a:extLst>
          </p:cNvPr>
          <p:cNvSpPr>
            <a:spLocks noGrp="1"/>
          </p:cNvSpPr>
          <p:nvPr>
            <p:ph type="ftr" sz="quarter" idx="11"/>
          </p:nvPr>
        </p:nvSpPr>
        <p:spPr>
          <a:xfrm>
            <a:off x="4038600" y="6356350"/>
            <a:ext cx="4114800" cy="365125"/>
          </a:xfrm>
        </p:spPr>
        <p:txBody>
          <a:bodyPr/>
          <a:lstStyle>
            <a:lvl1pPr>
              <a:defRPr>
                <a:solidFill>
                  <a:schemeClr val="tx1"/>
                </a:solidFill>
              </a:defRPr>
            </a:lvl1pPr>
          </a:lstStyle>
          <a:p>
            <a:endParaRPr lang="en-US"/>
          </a:p>
        </p:txBody>
      </p:sp>
      <p:sp>
        <p:nvSpPr>
          <p:cNvPr id="3" name="Freeform 2">
            <a:extLst>
              <a:ext uri="{FF2B5EF4-FFF2-40B4-BE49-F238E27FC236}">
                <a16:creationId xmlns:a16="http://schemas.microsoft.com/office/drawing/2014/main" id="{67E368FC-EF8C-DC00-5D69-176D64FA3CFF}"/>
              </a:ext>
            </a:extLst>
          </p:cNvPr>
          <p:cNvSpPr/>
          <p:nvPr userDrawn="1"/>
        </p:nvSpPr>
        <p:spPr>
          <a:xfrm>
            <a:off x="0" y="505234"/>
            <a:ext cx="573596" cy="1147192"/>
          </a:xfrm>
          <a:custGeom>
            <a:avLst/>
            <a:gdLst>
              <a:gd name="connsiteX0" fmla="*/ 0 w 573596"/>
              <a:gd name="connsiteY0" fmla="*/ 0 h 1147192"/>
              <a:gd name="connsiteX1" fmla="*/ 573596 w 573596"/>
              <a:gd name="connsiteY1" fmla="*/ 573596 h 1147192"/>
              <a:gd name="connsiteX2" fmla="*/ 0 w 573596"/>
              <a:gd name="connsiteY2" fmla="*/ 1147192 h 1147192"/>
              <a:gd name="connsiteX3" fmla="*/ 0 w 573596"/>
              <a:gd name="connsiteY3" fmla="*/ 766456 h 1147192"/>
              <a:gd name="connsiteX4" fmla="*/ 189525 w 573596"/>
              <a:gd name="connsiteY4" fmla="*/ 766456 h 1147192"/>
              <a:gd name="connsiteX5" fmla="*/ 189525 w 573596"/>
              <a:gd name="connsiteY5" fmla="*/ 385492 h 1147192"/>
              <a:gd name="connsiteX6" fmla="*/ 0 w 573596"/>
              <a:gd name="connsiteY6" fmla="*/ 385492 h 1147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596" h="1147192">
                <a:moveTo>
                  <a:pt x="0" y="0"/>
                </a:moveTo>
                <a:cubicBezTo>
                  <a:pt x="316788" y="0"/>
                  <a:pt x="573596" y="256808"/>
                  <a:pt x="573596" y="573596"/>
                </a:cubicBezTo>
                <a:cubicBezTo>
                  <a:pt x="573596" y="890385"/>
                  <a:pt x="316788" y="1147192"/>
                  <a:pt x="0" y="1147192"/>
                </a:cubicBezTo>
                <a:lnTo>
                  <a:pt x="0" y="766456"/>
                </a:lnTo>
                <a:lnTo>
                  <a:pt x="189525" y="766456"/>
                </a:lnTo>
                <a:lnTo>
                  <a:pt x="189525" y="385492"/>
                </a:lnTo>
                <a:lnTo>
                  <a:pt x="0" y="385492"/>
                </a:lnTo>
                <a:close/>
              </a:path>
            </a:pathLst>
          </a:cu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1AFB849F-9681-A61F-DA6A-5FAC48D97E13}"/>
              </a:ext>
            </a:extLst>
          </p:cNvPr>
          <p:cNvSpPr/>
          <p:nvPr userDrawn="1"/>
        </p:nvSpPr>
        <p:spPr>
          <a:xfrm>
            <a:off x="5836920" y="-2"/>
            <a:ext cx="6355080" cy="5779172"/>
          </a:xfrm>
          <a:custGeom>
            <a:avLst/>
            <a:gdLst>
              <a:gd name="connsiteX0" fmla="*/ 2447640 w 6355080"/>
              <a:gd name="connsiteY0" fmla="*/ 900636 h 5779172"/>
              <a:gd name="connsiteX1" fmla="*/ 2447640 w 6355080"/>
              <a:gd name="connsiteY1" fmla="*/ 3340632 h 5779172"/>
              <a:gd name="connsiteX2" fmla="*/ 4887636 w 6355080"/>
              <a:gd name="connsiteY2" fmla="*/ 3340632 h 5779172"/>
              <a:gd name="connsiteX3" fmla="*/ 4887636 w 6355080"/>
              <a:gd name="connsiteY3" fmla="*/ 900636 h 5779172"/>
              <a:gd name="connsiteX4" fmla="*/ 665834 w 6355080"/>
              <a:gd name="connsiteY4" fmla="*/ 0 h 5779172"/>
              <a:gd name="connsiteX5" fmla="*/ 6355080 w 6355080"/>
              <a:gd name="connsiteY5" fmla="*/ 0 h 5779172"/>
              <a:gd name="connsiteX6" fmla="*/ 6355080 w 6355080"/>
              <a:gd name="connsiteY6" fmla="*/ 4611202 h 5779172"/>
              <a:gd name="connsiteX7" fmla="*/ 6271511 w 6355080"/>
              <a:gd name="connsiteY7" fmla="*/ 4703151 h 5779172"/>
              <a:gd name="connsiteX8" fmla="*/ 3673766 w 6355080"/>
              <a:gd name="connsiteY8" fmla="*/ 5779172 h 5779172"/>
              <a:gd name="connsiteX9" fmla="*/ 0 w 6355080"/>
              <a:gd name="connsiteY9" fmla="*/ 2105406 h 5779172"/>
              <a:gd name="connsiteX10" fmla="*/ 627422 w 6355080"/>
              <a:gd name="connsiteY10" fmla="*/ 51368 h 5779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55080" h="5779172">
                <a:moveTo>
                  <a:pt x="2447640" y="900636"/>
                </a:moveTo>
                <a:lnTo>
                  <a:pt x="2447640" y="3340632"/>
                </a:lnTo>
                <a:lnTo>
                  <a:pt x="4887636" y="3340632"/>
                </a:lnTo>
                <a:lnTo>
                  <a:pt x="4887636" y="900636"/>
                </a:lnTo>
                <a:close/>
                <a:moveTo>
                  <a:pt x="665834" y="0"/>
                </a:moveTo>
                <a:lnTo>
                  <a:pt x="6355080" y="0"/>
                </a:lnTo>
                <a:lnTo>
                  <a:pt x="6355080" y="4611202"/>
                </a:lnTo>
                <a:lnTo>
                  <a:pt x="6271511" y="4703151"/>
                </a:lnTo>
                <a:cubicBezTo>
                  <a:pt x="5606690" y="5367972"/>
                  <a:pt x="4688249" y="5779172"/>
                  <a:pt x="3673766" y="5779172"/>
                </a:cubicBezTo>
                <a:cubicBezTo>
                  <a:pt x="1644800" y="5779172"/>
                  <a:pt x="0" y="4134372"/>
                  <a:pt x="0" y="2105406"/>
                </a:cubicBezTo>
                <a:cubicBezTo>
                  <a:pt x="0" y="1344544"/>
                  <a:pt x="231300" y="637705"/>
                  <a:pt x="627422" y="51368"/>
                </a:cubicBezTo>
                <a:close/>
              </a:path>
            </a:pathLst>
          </a:custGeom>
          <a:solidFill>
            <a:srgbClr val="F9FBF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1" name="Group 20">
            <a:extLst>
              <a:ext uri="{FF2B5EF4-FFF2-40B4-BE49-F238E27FC236}">
                <a16:creationId xmlns:a16="http://schemas.microsoft.com/office/drawing/2014/main" id="{B0E06F8A-12FC-C7DF-3F2B-BA0ED78343D2}"/>
              </a:ext>
            </a:extLst>
          </p:cNvPr>
          <p:cNvGrpSpPr/>
          <p:nvPr userDrawn="1"/>
        </p:nvGrpSpPr>
        <p:grpSpPr>
          <a:xfrm>
            <a:off x="10222956" y="3907687"/>
            <a:ext cx="1669897" cy="2268934"/>
            <a:chOff x="256846" y="331725"/>
            <a:chExt cx="1669897" cy="2268934"/>
          </a:xfrm>
        </p:grpSpPr>
        <p:sp>
          <p:nvSpPr>
            <p:cNvPr id="22" name="Freeform 21">
              <a:extLst>
                <a:ext uri="{FF2B5EF4-FFF2-40B4-BE49-F238E27FC236}">
                  <a16:creationId xmlns:a16="http://schemas.microsoft.com/office/drawing/2014/main" id="{461AE352-1E16-3DE5-0350-23B1ECFC7295}"/>
                </a:ext>
              </a:extLst>
            </p:cNvPr>
            <p:cNvSpPr/>
            <p:nvPr/>
          </p:nvSpPr>
          <p:spPr>
            <a:xfrm>
              <a:off x="1103783" y="1777699"/>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3" name="Freeform 22">
              <a:extLst>
                <a:ext uri="{FF2B5EF4-FFF2-40B4-BE49-F238E27FC236}">
                  <a16:creationId xmlns:a16="http://schemas.microsoft.com/office/drawing/2014/main" id="{80CB5A76-7C23-A6B8-9046-E57F16F97322}"/>
                </a:ext>
              </a:extLst>
            </p:cNvPr>
            <p:cNvSpPr/>
            <p:nvPr/>
          </p:nvSpPr>
          <p:spPr>
            <a:xfrm>
              <a:off x="1079806" y="833732"/>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29923522-C037-90AD-94D2-EB4038BD7D2D}"/>
                </a:ext>
              </a:extLst>
            </p:cNvPr>
            <p:cNvSpPr/>
            <p:nvPr/>
          </p:nvSpPr>
          <p:spPr>
            <a:xfrm>
              <a:off x="256846" y="12715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4F6ED453-7DC8-5748-378E-C38F78A03E4F}"/>
                </a:ext>
              </a:extLst>
            </p:cNvPr>
            <p:cNvSpPr/>
            <p:nvPr/>
          </p:nvSpPr>
          <p:spPr>
            <a:xfrm>
              <a:off x="256846" y="331725"/>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2D7BB9">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sp>
        <p:nvSpPr>
          <p:cNvPr id="2" name="Title 1">
            <a:extLst>
              <a:ext uri="{FF2B5EF4-FFF2-40B4-BE49-F238E27FC236}">
                <a16:creationId xmlns:a16="http://schemas.microsoft.com/office/drawing/2014/main" id="{32374363-3B57-8982-A140-34F4403EB725}"/>
              </a:ext>
            </a:extLst>
          </p:cNvPr>
          <p:cNvSpPr>
            <a:spLocks noGrp="1"/>
          </p:cNvSpPr>
          <p:nvPr>
            <p:ph type="title"/>
          </p:nvPr>
        </p:nvSpPr>
        <p:spPr>
          <a:xfrm>
            <a:off x="838200" y="517769"/>
            <a:ext cx="10515600" cy="1325563"/>
          </a:xfrm>
        </p:spPr>
        <p:txBody>
          <a:bodyPr>
            <a:normAutofit/>
          </a:bodyPr>
          <a:lstStyle>
            <a:lvl1pPr>
              <a:defRPr lang="en-US" sz="5400" b="1" kern="1200" dirty="0" smtClean="0">
                <a:solidFill>
                  <a:srgbClr val="005AAB"/>
                </a:solidFill>
                <a:latin typeface="Source Sans Pro" panose="020B0503030403020204" pitchFamily="34" charset="0"/>
                <a:ea typeface="+mj-ea"/>
                <a:cs typeface="+mj-cs"/>
              </a:defRPr>
            </a:lvl1pPr>
          </a:lstStyle>
          <a:p>
            <a:r>
              <a:rPr lang="en-GB"/>
              <a:t>Click to edit Master title style</a:t>
            </a:r>
            <a:endParaRPr lang="en-US"/>
          </a:p>
        </p:txBody>
      </p:sp>
      <p:sp>
        <p:nvSpPr>
          <p:cNvPr id="20" name="Content Placeholder 3">
            <a:extLst>
              <a:ext uri="{FF2B5EF4-FFF2-40B4-BE49-F238E27FC236}">
                <a16:creationId xmlns:a16="http://schemas.microsoft.com/office/drawing/2014/main" id="{D144C1CF-C823-09F7-30AE-C9C4F33A32F6}"/>
              </a:ext>
            </a:extLst>
          </p:cNvPr>
          <p:cNvSpPr>
            <a:spLocks noGrp="1"/>
          </p:cNvSpPr>
          <p:nvPr>
            <p:ph sz="half" idx="2"/>
          </p:nvPr>
        </p:nvSpPr>
        <p:spPr>
          <a:xfrm>
            <a:off x="6172200" y="1825625"/>
            <a:ext cx="5181600" cy="4351338"/>
          </a:xfrm>
        </p:spPr>
        <p:txBody>
          <a:bodyPr/>
          <a:lstStyle>
            <a:lvl1pPr>
              <a:defRPr baseline="0">
                <a:latin typeface="Source Sans Pro" panose="020B0503030403020204" pitchFamily="34" charset="0"/>
              </a:defRPr>
            </a:lvl1pPr>
            <a:lvl2pPr>
              <a:defRPr baseline="0">
                <a:latin typeface="Source Sans Pro" panose="020B0503030403020204" pitchFamily="34" charset="0"/>
              </a:defRPr>
            </a:lvl2pPr>
            <a:lvl3pPr>
              <a:defRPr baseline="0">
                <a:latin typeface="Source Sans Pro" panose="020B0503030403020204" pitchFamily="34" charset="0"/>
              </a:defRPr>
            </a:lvl3pPr>
            <a:lvl4pPr>
              <a:defRPr baseline="0">
                <a:latin typeface="Source Sans Pro" panose="020B0503030403020204" pitchFamily="34" charset="0"/>
              </a:defRPr>
            </a:lvl4pPr>
            <a:lvl5pPr>
              <a:defRPr baseline="0">
                <a:latin typeface="Source Sans Pro" panose="020B0503030403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ontent Placeholder 2">
            <a:extLst>
              <a:ext uri="{FF2B5EF4-FFF2-40B4-BE49-F238E27FC236}">
                <a16:creationId xmlns:a16="http://schemas.microsoft.com/office/drawing/2014/main" id="{6E9302A9-ED93-8448-4EE5-A944A76A6419}"/>
              </a:ext>
            </a:extLst>
          </p:cNvPr>
          <p:cNvSpPr>
            <a:spLocks noGrp="1"/>
          </p:cNvSpPr>
          <p:nvPr>
            <p:ph sz="half" idx="1"/>
          </p:nvPr>
        </p:nvSpPr>
        <p:spPr>
          <a:xfrm>
            <a:off x="838200" y="1825625"/>
            <a:ext cx="5181600" cy="4351338"/>
          </a:xfrm>
        </p:spPr>
        <p:txBody>
          <a:bodyPr/>
          <a:lstStyle>
            <a:lvl1pPr marL="0" indent="0">
              <a:buNone/>
              <a:defRPr lang="en-GB" sz="2800" kern="1200" baseline="0" dirty="0" smtClean="0">
                <a:solidFill>
                  <a:schemeClr val="tx1"/>
                </a:solidFill>
                <a:latin typeface="Source Sans Pro" panose="020B0503030403020204" pitchFamily="34" charset="0"/>
                <a:ea typeface="+mn-ea"/>
                <a:cs typeface="+mn-cs"/>
              </a:defRPr>
            </a:lvl1pPr>
            <a:lvl2pPr>
              <a:defRPr/>
            </a:lvl2pPr>
            <a:lvl3pPr>
              <a:defRPr/>
            </a:lvl3pPr>
            <a:lvl4pPr>
              <a:defRPr/>
            </a:lvl4pPr>
            <a:lvl5pPr>
              <a:defRPr/>
            </a:lvl5pPr>
          </a:lstStyle>
          <a:p>
            <a:pPr lvl="0"/>
            <a:endParaRPr lang="en-US"/>
          </a:p>
        </p:txBody>
      </p:sp>
      <p:pic>
        <p:nvPicPr>
          <p:cNvPr id="5" name="Picture 4">
            <a:extLst>
              <a:ext uri="{FF2B5EF4-FFF2-40B4-BE49-F238E27FC236}">
                <a16:creationId xmlns:a16="http://schemas.microsoft.com/office/drawing/2014/main" id="{0C36148C-06A0-7942-DC2D-7AE12416754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41378" y="253484"/>
            <a:ext cx="844064" cy="844064"/>
          </a:xfrm>
          <a:prstGeom prst="rect">
            <a:avLst/>
          </a:prstGeom>
        </p:spPr>
      </p:pic>
      <p:grpSp>
        <p:nvGrpSpPr>
          <p:cNvPr id="6" name="Group 5">
            <a:extLst>
              <a:ext uri="{FF2B5EF4-FFF2-40B4-BE49-F238E27FC236}">
                <a16:creationId xmlns:a16="http://schemas.microsoft.com/office/drawing/2014/main" id="{D1408B6B-01CE-D2F4-6F55-7F9F679BE230}"/>
              </a:ext>
            </a:extLst>
          </p:cNvPr>
          <p:cNvGrpSpPr/>
          <p:nvPr userDrawn="1"/>
        </p:nvGrpSpPr>
        <p:grpSpPr>
          <a:xfrm>
            <a:off x="7409792" y="6400799"/>
            <a:ext cx="4782209" cy="457201"/>
            <a:chOff x="7409792" y="6400799"/>
            <a:chExt cx="4782209" cy="457201"/>
          </a:xfrm>
        </p:grpSpPr>
        <p:sp>
          <p:nvSpPr>
            <p:cNvPr id="7" name="Right Triangle 6">
              <a:extLst>
                <a:ext uri="{FF2B5EF4-FFF2-40B4-BE49-F238E27FC236}">
                  <a16:creationId xmlns:a16="http://schemas.microsoft.com/office/drawing/2014/main" id="{9A91F009-8A94-8CA5-7BA9-EA701106FA9C}"/>
                </a:ext>
              </a:extLst>
            </p:cNvPr>
            <p:cNvSpPr/>
            <p:nvPr userDrawn="1"/>
          </p:nvSpPr>
          <p:spPr>
            <a:xfrm rot="16200000">
              <a:off x="11022726" y="5688723"/>
              <a:ext cx="457200" cy="1881351"/>
            </a:xfrm>
            <a:prstGeom prst="rtTriangle">
              <a:avLst/>
            </a:prstGeom>
            <a:solidFill>
              <a:srgbClr val="142E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E3312A93-05EC-2145-432F-8D5763A23BEF}"/>
                </a:ext>
              </a:extLst>
            </p:cNvPr>
            <p:cNvSpPr/>
            <p:nvPr userDrawn="1"/>
          </p:nvSpPr>
          <p:spPr>
            <a:xfrm rot="16200000">
              <a:off x="9682654" y="4348654"/>
              <a:ext cx="236484" cy="4782207"/>
            </a:xfrm>
            <a:prstGeom prst="rtTriangle">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27531388"/>
      </p:ext>
    </p:extLst>
  </p:cSld>
  <p:clrMapOvr>
    <a:masterClrMapping/>
  </p:clrMapOvr>
  <p:extLst>
    <p:ext uri="{DCECCB84-F9BA-43D5-87BE-67443E8EF086}">
      <p15:sldGuideLst xmlns:p15="http://schemas.microsoft.com/office/powerpoint/2012/main">
        <p15:guide id="1" orient="horz" pos="2160">
          <p15:clr>
            <a:srgbClr val="FBAE40"/>
          </p15:clr>
        </p15:guide>
        <p15:guide id="2" pos="710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10406" y="0"/>
            <a:ext cx="12202406" cy="6858000"/>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1</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Date Placeholder 8">
            <a:extLst>
              <a:ext uri="{FF2B5EF4-FFF2-40B4-BE49-F238E27FC236}">
                <a16:creationId xmlns:a16="http://schemas.microsoft.com/office/drawing/2014/main" id="{2C7C3A47-5024-D5C2-1550-14C864B52DE8}"/>
              </a:ext>
            </a:extLst>
          </p:cNvPr>
          <p:cNvSpPr>
            <a:spLocks noGrp="1"/>
          </p:cNvSpPr>
          <p:nvPr>
            <p:ph type="dt" sz="half" idx="10"/>
          </p:nvPr>
        </p:nvSpPr>
        <p:spPr/>
        <p:txBody>
          <a:bodyPr/>
          <a:lstStyle>
            <a:lvl1pPr>
              <a:defRPr>
                <a:solidFill>
                  <a:schemeClr val="bg1"/>
                </a:solidFill>
              </a:defRPr>
            </a:lvl1pPr>
          </a:lstStyle>
          <a:p>
            <a:fld id="{24BB3054-D0FF-6949-B6FD-C363344CA48B}" type="datetime1">
              <a:rPr lang="en-SG" smtClean="0"/>
              <a:pPr/>
              <a:t>15/5/2026</a:t>
            </a:fld>
            <a:endParaRPr lang="en-US"/>
          </a:p>
        </p:txBody>
      </p:sp>
      <p:sp>
        <p:nvSpPr>
          <p:cNvPr id="10" name="Footer Placeholder 9">
            <a:extLst>
              <a:ext uri="{FF2B5EF4-FFF2-40B4-BE49-F238E27FC236}">
                <a16:creationId xmlns:a16="http://schemas.microsoft.com/office/drawing/2014/main" id="{C184FD84-FC8D-119D-39C4-A51A288E8B19}"/>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0F967868-E27A-E379-71CB-D7D52D68E9E6}"/>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4" name="Picture 3">
            <a:extLst>
              <a:ext uri="{FF2B5EF4-FFF2-40B4-BE49-F238E27FC236}">
                <a16:creationId xmlns:a16="http://schemas.microsoft.com/office/drawing/2014/main" id="{A04FF0F4-DA57-27D5-30E2-9996EAF524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1084443050"/>
      </p:ext>
    </p:extLst>
  </p:cSld>
  <p:clrMapOvr>
    <a:masterClrMapping/>
  </p:clrMapOvr>
  <p:extLst>
    <p:ext uri="{DCECCB84-F9BA-43D5-87BE-67443E8EF086}">
      <p15:sldGuideLst xmlns:p15="http://schemas.microsoft.com/office/powerpoint/2012/main">
        <p15:guide id="2" pos="7151">
          <p15:clr>
            <a:srgbClr val="FBAE40"/>
          </p15:clr>
        </p15:guide>
        <p15:guide id="3" orient="horz" pos="22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vider 2">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2C7B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lvl1pPr>
              <a:defRPr>
                <a:solidFill>
                  <a:schemeClr val="bg1"/>
                </a:solidFill>
              </a:defRPr>
            </a:lvl1pPr>
          </a:lstStyle>
          <a:p>
            <a:fld id="{2E6E18A1-707A-2543-909F-690E542C927A}" type="datetime1">
              <a:rPr lang="en-SG" smtClean="0"/>
              <a:pPr/>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2</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9" name="Slide Number Placeholder 5">
            <a:extLst>
              <a:ext uri="{FF2B5EF4-FFF2-40B4-BE49-F238E27FC236}">
                <a16:creationId xmlns:a16="http://schemas.microsoft.com/office/drawing/2014/main" id="{764D9953-232D-AAAB-7CA1-4FF4EDD8A7DD}"/>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6" name="Picture 5">
            <a:extLst>
              <a:ext uri="{FF2B5EF4-FFF2-40B4-BE49-F238E27FC236}">
                <a16:creationId xmlns:a16="http://schemas.microsoft.com/office/drawing/2014/main" id="{9B1E1536-27AB-77BC-9C52-6C560AD4B46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322310744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ivider 3">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20B4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lvl1pPr>
              <a:defRPr>
                <a:solidFill>
                  <a:schemeClr val="bg1"/>
                </a:solidFill>
              </a:defRPr>
            </a:lvl1pPr>
          </a:lstStyle>
          <a:p>
            <a:fld id="{2E6E18A1-707A-2543-909F-690E542C927A}" type="datetime1">
              <a:rPr lang="en-SG" smtClean="0"/>
              <a:pPr/>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lvl1pPr>
              <a:defRPr>
                <a:solidFill>
                  <a:schemeClr val="bg1"/>
                </a:solidFill>
              </a:defRPr>
            </a:lvl1p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ECF6FC"/>
                </a:solidFill>
                <a:latin typeface="Source Sans Pro" panose="020B0503030403020204" pitchFamily="34" charset="0"/>
                <a:ea typeface="+mj-ea"/>
                <a:cs typeface="+mj-cs"/>
              </a:defRPr>
            </a:lvl1pPr>
          </a:lstStyle>
          <a:p>
            <a:r>
              <a:rPr lang="en-GB"/>
              <a:t>Divider 3</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US" sz="4000" kern="1200" dirty="0">
                <a:solidFill>
                  <a:srgbClr val="EEEEEE"/>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23" name="Freeform 22">
            <a:extLst>
              <a:ext uri="{FF2B5EF4-FFF2-40B4-BE49-F238E27FC236}">
                <a16:creationId xmlns:a16="http://schemas.microsoft.com/office/drawing/2014/main" id="{8B3B9444-290A-8606-A738-981395052405}"/>
              </a:ext>
            </a:extLst>
          </p:cNvPr>
          <p:cNvSpPr/>
          <p:nvPr userDrawn="1"/>
        </p:nvSpPr>
        <p:spPr>
          <a:xfrm>
            <a:off x="805486" y="40556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4" name="Freeform 23">
            <a:extLst>
              <a:ext uri="{FF2B5EF4-FFF2-40B4-BE49-F238E27FC236}">
                <a16:creationId xmlns:a16="http://schemas.microsoft.com/office/drawing/2014/main" id="{84C1229A-5183-B958-0C74-E8F18F7BC01E}"/>
              </a:ext>
            </a:extLst>
          </p:cNvPr>
          <p:cNvSpPr/>
          <p:nvPr userDrawn="1"/>
        </p:nvSpPr>
        <p:spPr>
          <a:xfrm>
            <a:off x="805486" y="28354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5" name="Freeform 24">
            <a:extLst>
              <a:ext uri="{FF2B5EF4-FFF2-40B4-BE49-F238E27FC236}">
                <a16:creationId xmlns:a16="http://schemas.microsoft.com/office/drawing/2014/main" id="{861BCB0A-97EB-A14C-8294-0729EE740299}"/>
              </a:ext>
            </a:extLst>
          </p:cNvPr>
          <p:cNvSpPr/>
          <p:nvPr userDrawn="1"/>
        </p:nvSpPr>
        <p:spPr>
          <a:xfrm>
            <a:off x="805486" y="16346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ECF6FC">
                <a:alpha val="49882"/>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30" name="Slide Number Placeholder 5">
            <a:extLst>
              <a:ext uri="{FF2B5EF4-FFF2-40B4-BE49-F238E27FC236}">
                <a16:creationId xmlns:a16="http://schemas.microsoft.com/office/drawing/2014/main" id="{053F6043-8612-600E-9C2C-05430811ED41}"/>
              </a:ext>
            </a:extLst>
          </p:cNvPr>
          <p:cNvSpPr>
            <a:spLocks noGrp="1"/>
          </p:cNvSpPr>
          <p:nvPr>
            <p:ph type="sldNum" sz="quarter" idx="12"/>
          </p:nvPr>
        </p:nvSpPr>
        <p:spPr>
          <a:xfrm>
            <a:off x="8610600" y="6349301"/>
            <a:ext cx="2743200" cy="365125"/>
          </a:xfrm>
        </p:spPr>
        <p:txBody>
          <a:bodyPr/>
          <a:lstStyle>
            <a:lvl1pPr>
              <a:defRPr>
                <a:solidFill>
                  <a:schemeClr val="bg1"/>
                </a:solidFill>
              </a:defRPr>
            </a:lvl1pPr>
          </a:lstStyle>
          <a:p>
            <a:fld id="{5DF5AE18-F94A-B54C-9347-4CAFB5D76058}" type="slidenum">
              <a:rPr lang="en-US" smtClean="0"/>
              <a:pPr/>
              <a:t>‹#›</a:t>
            </a:fld>
            <a:endParaRPr lang="en-US"/>
          </a:p>
        </p:txBody>
      </p:sp>
      <p:pic>
        <p:nvPicPr>
          <p:cNvPr id="6" name="Picture 5">
            <a:extLst>
              <a:ext uri="{FF2B5EF4-FFF2-40B4-BE49-F238E27FC236}">
                <a16:creationId xmlns:a16="http://schemas.microsoft.com/office/drawing/2014/main" id="{24BCBA92-B08F-7B65-A5A4-3C041ECF423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spTree>
    <p:extLst>
      <p:ext uri="{BB962C8B-B14F-4D97-AF65-F5344CB8AC3E}">
        <p14:creationId xmlns:p14="http://schemas.microsoft.com/office/powerpoint/2010/main" val="1740764327"/>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Divider 4">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F1F4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US" sz="5400" b="1" kern="1200" dirty="0">
                <a:solidFill>
                  <a:srgbClr val="005AAB"/>
                </a:solidFill>
                <a:latin typeface="Source Sans Pro" panose="020B0503030403020204" pitchFamily="34" charset="0"/>
                <a:ea typeface="+mj-ea"/>
                <a:cs typeface="+mj-cs"/>
              </a:defRPr>
            </a:lvl1pPr>
          </a:lstStyle>
          <a:p>
            <a:r>
              <a:rPr lang="en-GB"/>
              <a:t>Divider 4</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GB" sz="4000" kern="1200" dirty="0" smtClean="0">
                <a:solidFill>
                  <a:srgbClr val="142E4F"/>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sp>
        <p:nvSpPr>
          <p:cNvPr id="17" name="Freeform 16">
            <a:extLst>
              <a:ext uri="{FF2B5EF4-FFF2-40B4-BE49-F238E27FC236}">
                <a16:creationId xmlns:a16="http://schemas.microsoft.com/office/drawing/2014/main" id="{5C1C0FE5-44FB-72D5-08D2-45402CEF1E37}"/>
              </a:ext>
            </a:extLst>
          </p:cNvPr>
          <p:cNvSpPr/>
          <p:nvPr userDrawn="1"/>
        </p:nvSpPr>
        <p:spPr>
          <a:xfrm>
            <a:off x="653086" y="39032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8" name="Freeform 17">
            <a:extLst>
              <a:ext uri="{FF2B5EF4-FFF2-40B4-BE49-F238E27FC236}">
                <a16:creationId xmlns:a16="http://schemas.microsoft.com/office/drawing/2014/main" id="{C5E61D77-3350-1934-C501-11B107E16025}"/>
              </a:ext>
            </a:extLst>
          </p:cNvPr>
          <p:cNvSpPr/>
          <p:nvPr userDrawn="1"/>
        </p:nvSpPr>
        <p:spPr>
          <a:xfrm>
            <a:off x="653086" y="26830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9" name="Freeform 18">
            <a:extLst>
              <a:ext uri="{FF2B5EF4-FFF2-40B4-BE49-F238E27FC236}">
                <a16:creationId xmlns:a16="http://schemas.microsoft.com/office/drawing/2014/main" id="{7172709F-51B0-3CC2-4EFA-524CF2FC919D}"/>
              </a:ext>
            </a:extLst>
          </p:cNvPr>
          <p:cNvSpPr/>
          <p:nvPr userDrawn="1"/>
        </p:nvSpPr>
        <p:spPr>
          <a:xfrm>
            <a:off x="653086" y="14822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Slide Number Placeholder 5">
            <a:extLst>
              <a:ext uri="{FF2B5EF4-FFF2-40B4-BE49-F238E27FC236}">
                <a16:creationId xmlns:a16="http://schemas.microsoft.com/office/drawing/2014/main" id="{A4D8CC7F-D600-AA99-342E-37B4E8A45922}"/>
              </a:ext>
            </a:extLst>
          </p:cNvPr>
          <p:cNvSpPr>
            <a:spLocks noGrp="1"/>
          </p:cNvSpPr>
          <p:nvPr>
            <p:ph type="sldNum" sz="quarter" idx="12"/>
          </p:nvPr>
        </p:nvSpPr>
        <p:spPr>
          <a:xfrm>
            <a:off x="8610600" y="6349301"/>
            <a:ext cx="2743200" cy="365125"/>
          </a:xfrm>
        </p:spPr>
        <p:txBody>
          <a:bodyPr/>
          <a:lstStyle>
            <a:lvl1pPr>
              <a:defRPr lang="en-US" sz="1200" kern="1200" smtClean="0">
                <a:solidFill>
                  <a:schemeClr val="tx1">
                    <a:tint val="75000"/>
                  </a:schemeClr>
                </a:solidFill>
                <a:latin typeface="+mn-lt"/>
                <a:ea typeface="+mn-ea"/>
                <a:cs typeface="+mn-cs"/>
              </a:defRPr>
            </a:lvl1pPr>
          </a:lstStyle>
          <a:p>
            <a:fld id="{5DF5AE18-F94A-B54C-9347-4CAFB5D76058}" type="slidenum">
              <a:rPr lang="en-SG" smtClean="0"/>
              <a:pPr/>
              <a:t>‹#›</a:t>
            </a:fld>
            <a:endParaRPr lang="en-SG"/>
          </a:p>
        </p:txBody>
      </p:sp>
      <p:pic>
        <p:nvPicPr>
          <p:cNvPr id="11" name="Picture 10">
            <a:extLst>
              <a:ext uri="{FF2B5EF4-FFF2-40B4-BE49-F238E27FC236}">
                <a16:creationId xmlns:a16="http://schemas.microsoft.com/office/drawing/2014/main" id="{B36C5303-B951-95C6-DEC6-80731DCA9CB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0015" y="367488"/>
            <a:ext cx="1516545" cy="1516545"/>
          </a:xfrm>
          <a:prstGeom prst="rect">
            <a:avLst/>
          </a:prstGeom>
        </p:spPr>
      </p:pic>
    </p:spTree>
    <p:extLst>
      <p:ext uri="{BB962C8B-B14F-4D97-AF65-F5344CB8AC3E}">
        <p14:creationId xmlns:p14="http://schemas.microsoft.com/office/powerpoint/2010/main" val="1708061626"/>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Divider 5">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C489B7-DBEB-E39D-DD01-FC4E9CEE613F}"/>
              </a:ext>
            </a:extLst>
          </p:cNvPr>
          <p:cNvSpPr/>
          <p:nvPr userDrawn="1"/>
        </p:nvSpPr>
        <p:spPr>
          <a:xfrm>
            <a:off x="0" y="0"/>
            <a:ext cx="12192000" cy="6858000"/>
          </a:xfrm>
          <a:prstGeom prst="rect">
            <a:avLst/>
          </a:prstGeom>
          <a:solidFill>
            <a:srgbClr val="FFD7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1E4F009-1432-A352-6EC9-17153869ACEF}"/>
              </a:ext>
            </a:extLst>
          </p:cNvPr>
          <p:cNvSpPr>
            <a:spLocks noGrp="1"/>
          </p:cNvSpPr>
          <p:nvPr>
            <p:ph type="dt" sz="half" idx="10"/>
          </p:nvPr>
        </p:nvSpPr>
        <p:spPr/>
        <p:txBody>
          <a:bodyPr/>
          <a:lstStyle/>
          <a:p>
            <a:fld id="{2E6E18A1-707A-2543-909F-690E542C927A}" type="datetime1">
              <a:rPr lang="en-SG" smtClean="0"/>
              <a:t>15/5/2026</a:t>
            </a:fld>
            <a:endParaRPr lang="en-US"/>
          </a:p>
        </p:txBody>
      </p:sp>
      <p:sp>
        <p:nvSpPr>
          <p:cNvPr id="5" name="Footer Placeholder 4">
            <a:extLst>
              <a:ext uri="{FF2B5EF4-FFF2-40B4-BE49-F238E27FC236}">
                <a16:creationId xmlns:a16="http://schemas.microsoft.com/office/drawing/2014/main" id="{A76823E7-6346-08F9-11A3-EDAF0AB660BA}"/>
              </a:ext>
            </a:extLst>
          </p:cNvPr>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55E07EA-2624-DA0C-56A8-7A2358C1E0E8}"/>
              </a:ext>
            </a:extLst>
          </p:cNvPr>
          <p:cNvSpPr>
            <a:spLocks noGrp="1"/>
          </p:cNvSpPr>
          <p:nvPr>
            <p:ph type="ctrTitle" hasCustomPrompt="1"/>
          </p:nvPr>
        </p:nvSpPr>
        <p:spPr>
          <a:xfrm>
            <a:off x="2521699" y="2582425"/>
            <a:ext cx="7239810" cy="1039234"/>
          </a:xfrm>
        </p:spPr>
        <p:txBody>
          <a:bodyPr anchor="b">
            <a:normAutofit/>
          </a:bodyPr>
          <a:lstStyle>
            <a:lvl1pPr algn="l">
              <a:defRPr lang="en-GB" sz="5400" b="1" kern="1200" dirty="0" smtClean="0">
                <a:solidFill>
                  <a:srgbClr val="005AAB"/>
                </a:solidFill>
                <a:latin typeface="Source Sans Pro" panose="020B0503030403020204" pitchFamily="34" charset="0"/>
                <a:ea typeface="+mj-ea"/>
                <a:cs typeface="+mj-cs"/>
              </a:defRPr>
            </a:lvl1pPr>
          </a:lstStyle>
          <a:p>
            <a:r>
              <a:rPr lang="en-GB"/>
              <a:t>Divider</a:t>
            </a:r>
            <a:r>
              <a:rPr lang="en-US" sz="5400" b="1">
                <a:solidFill>
                  <a:srgbClr val="005AAB"/>
                </a:solidFill>
                <a:latin typeface="Source Sans Pro" panose="020B0503030403020204" pitchFamily="34" charset="0"/>
              </a:rPr>
              <a:t> </a:t>
            </a:r>
            <a:r>
              <a:rPr lang="en-GB"/>
              <a:t>5</a:t>
            </a:r>
            <a:endParaRPr lang="en-US"/>
          </a:p>
        </p:txBody>
      </p:sp>
      <p:sp>
        <p:nvSpPr>
          <p:cNvPr id="3" name="Subtitle 2">
            <a:extLst>
              <a:ext uri="{FF2B5EF4-FFF2-40B4-BE49-F238E27FC236}">
                <a16:creationId xmlns:a16="http://schemas.microsoft.com/office/drawing/2014/main" id="{356F579F-4E51-84A3-A582-021E1C11D202}"/>
              </a:ext>
            </a:extLst>
          </p:cNvPr>
          <p:cNvSpPr>
            <a:spLocks noGrp="1"/>
          </p:cNvSpPr>
          <p:nvPr>
            <p:ph type="subTitle" idx="1" hasCustomPrompt="1"/>
          </p:nvPr>
        </p:nvSpPr>
        <p:spPr>
          <a:xfrm>
            <a:off x="2538824" y="3652044"/>
            <a:ext cx="2856136" cy="990661"/>
          </a:xfrm>
        </p:spPr>
        <p:txBody>
          <a:bodyPr>
            <a:normAutofit/>
          </a:bodyPr>
          <a:lstStyle>
            <a:lvl1pPr marL="0" indent="0" algn="l">
              <a:buNone/>
              <a:defRPr lang="en-GB" sz="4000" kern="1200" dirty="0" smtClean="0">
                <a:solidFill>
                  <a:srgbClr val="142E4F"/>
                </a:solidFill>
                <a:latin typeface="Source Sans Pro" panose="020B0503030403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Sub-title</a:t>
            </a:r>
            <a:endParaRPr lang="en-US"/>
          </a:p>
        </p:txBody>
      </p:sp>
      <p:pic>
        <p:nvPicPr>
          <p:cNvPr id="8" name="Picture 7">
            <a:extLst>
              <a:ext uri="{FF2B5EF4-FFF2-40B4-BE49-F238E27FC236}">
                <a16:creationId xmlns:a16="http://schemas.microsoft.com/office/drawing/2014/main" id="{8C809E7A-8E45-6A38-5C59-FE1C753BD27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04194" y="420370"/>
            <a:ext cx="1270000" cy="1384300"/>
          </a:xfrm>
          <a:prstGeom prst="rect">
            <a:avLst/>
          </a:prstGeom>
        </p:spPr>
      </p:pic>
      <p:sp>
        <p:nvSpPr>
          <p:cNvPr id="9" name="Freeform 8">
            <a:extLst>
              <a:ext uri="{FF2B5EF4-FFF2-40B4-BE49-F238E27FC236}">
                <a16:creationId xmlns:a16="http://schemas.microsoft.com/office/drawing/2014/main" id="{1EB840C5-1C75-908B-6D53-75E64C211E25}"/>
              </a:ext>
            </a:extLst>
          </p:cNvPr>
          <p:cNvSpPr/>
          <p:nvPr userDrawn="1"/>
        </p:nvSpPr>
        <p:spPr>
          <a:xfrm>
            <a:off x="653086" y="390329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0" name="Freeform 9">
            <a:extLst>
              <a:ext uri="{FF2B5EF4-FFF2-40B4-BE49-F238E27FC236}">
                <a16:creationId xmlns:a16="http://schemas.microsoft.com/office/drawing/2014/main" id="{2ADDA777-2F74-9D20-C1D6-B738411C85D2}"/>
              </a:ext>
            </a:extLst>
          </p:cNvPr>
          <p:cNvSpPr/>
          <p:nvPr userDrawn="1"/>
        </p:nvSpPr>
        <p:spPr>
          <a:xfrm>
            <a:off x="653086" y="2683047"/>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1" name="Freeform 10">
            <a:extLst>
              <a:ext uri="{FF2B5EF4-FFF2-40B4-BE49-F238E27FC236}">
                <a16:creationId xmlns:a16="http://schemas.microsoft.com/office/drawing/2014/main" id="{0FCD4F8A-5CB6-05E7-3C73-8F62A6DA4D5D}"/>
              </a:ext>
            </a:extLst>
          </p:cNvPr>
          <p:cNvSpPr/>
          <p:nvPr userDrawn="1"/>
        </p:nvSpPr>
        <p:spPr>
          <a:xfrm>
            <a:off x="653086" y="1482276"/>
            <a:ext cx="1084274" cy="1084274"/>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16" name="Slide Number Placeholder 5">
            <a:extLst>
              <a:ext uri="{FF2B5EF4-FFF2-40B4-BE49-F238E27FC236}">
                <a16:creationId xmlns:a16="http://schemas.microsoft.com/office/drawing/2014/main" id="{7E53DE04-7F57-BF5C-9664-258C79BB87F2}"/>
              </a:ext>
            </a:extLst>
          </p:cNvPr>
          <p:cNvSpPr>
            <a:spLocks noGrp="1"/>
          </p:cNvSpPr>
          <p:nvPr>
            <p:ph type="sldNum" sz="quarter" idx="12"/>
          </p:nvPr>
        </p:nvSpPr>
        <p:spPr>
          <a:xfrm>
            <a:off x="8610600" y="6349301"/>
            <a:ext cx="2743200" cy="365125"/>
          </a:xfrm>
        </p:spPr>
        <p:txBody>
          <a:bodyPr/>
          <a:lstStyle>
            <a:lvl1pPr>
              <a:defRPr lang="en-US" sz="1200" kern="1200" smtClean="0">
                <a:solidFill>
                  <a:schemeClr val="tx1">
                    <a:tint val="75000"/>
                  </a:schemeClr>
                </a:solidFill>
                <a:latin typeface="+mn-lt"/>
                <a:ea typeface="+mn-ea"/>
                <a:cs typeface="+mn-cs"/>
              </a:defRPr>
            </a:lvl1pPr>
          </a:lstStyle>
          <a:p>
            <a:fld id="{5DF5AE18-F94A-B54C-9347-4CAFB5D76058}" type="slidenum">
              <a:rPr lang="en-SG" smtClean="0"/>
              <a:pPr/>
              <a:t>‹#›</a:t>
            </a:fld>
            <a:endParaRPr lang="en-SG"/>
          </a:p>
        </p:txBody>
      </p:sp>
    </p:spTree>
    <p:extLst>
      <p:ext uri="{BB962C8B-B14F-4D97-AF65-F5344CB8AC3E}">
        <p14:creationId xmlns:p14="http://schemas.microsoft.com/office/powerpoint/2010/main" val="2985882085"/>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ing slid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0A9A32D-7541-ADFB-5A25-CB83D20FED35}"/>
              </a:ext>
            </a:extLst>
          </p:cNvPr>
          <p:cNvSpPr/>
          <p:nvPr userDrawn="1"/>
        </p:nvSpPr>
        <p:spPr>
          <a:xfrm>
            <a:off x="-20750" y="-599632"/>
            <a:ext cx="13315770" cy="7483733"/>
          </a:xfrm>
          <a:prstGeom prst="rect">
            <a:avLst/>
          </a:prstGeom>
          <a:solidFill>
            <a:srgbClr val="005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2EEE51-4C43-2D24-570B-C29FCFFF63E7}"/>
              </a:ext>
            </a:extLst>
          </p:cNvPr>
          <p:cNvSpPr txBox="1"/>
          <p:nvPr userDrawn="1"/>
        </p:nvSpPr>
        <p:spPr>
          <a:xfrm>
            <a:off x="548640" y="5544212"/>
            <a:ext cx="11094719" cy="707886"/>
          </a:xfrm>
          <a:prstGeom prst="rect">
            <a:avLst/>
          </a:prstGeom>
          <a:noFill/>
        </p:spPr>
        <p:txBody>
          <a:bodyPr wrap="square" rtlCol="0">
            <a:spAutoFit/>
          </a:bodyPr>
          <a:lstStyle/>
          <a:p>
            <a:pPr algn="just"/>
            <a:r>
              <a:rPr lang="en-US" sz="1000">
                <a:solidFill>
                  <a:srgbClr val="7FACD9"/>
                </a:solidFill>
                <a:latin typeface="Source Sans Pro" panose="020B0503030403020204" pitchFamily="34" charset="0"/>
                <a:ea typeface="Helvetica Neue" panose="02000503000000020004" pitchFamily="2" charset="0"/>
                <a:cs typeface="Arial" panose="020B0604020202020204" pitchFamily="34" charset="0"/>
              </a:rPr>
              <a:t>The information presented in the slides aims to provide a better general understanding of taxpayers’ tax obligations and is not intended to comprehensively address all possible tax issues that may arise. This information is correct as at the date of presentation. While every effort has been made to ensure that this information is consistent with existing law and practice, should there be any changes, IRAS reserves the right to vary its position accordingly.</a:t>
            </a:r>
          </a:p>
          <a:p>
            <a:pPr algn="just"/>
            <a:endParaRPr lang="en-US" sz="1000">
              <a:solidFill>
                <a:srgbClr val="7FACD9"/>
              </a:solidFill>
              <a:latin typeface="Source Sans Pro" panose="020B0503030403020204" pitchFamily="34" charset="0"/>
              <a:ea typeface="Helvetica Neue" panose="02000503000000020004" pitchFamily="2" charset="0"/>
              <a:cs typeface="Arial" panose="020B0604020202020204" pitchFamily="34" charset="0"/>
            </a:endParaRPr>
          </a:p>
        </p:txBody>
      </p:sp>
      <p:sp>
        <p:nvSpPr>
          <p:cNvPr id="8" name="TextBox 7">
            <a:extLst>
              <a:ext uri="{FF2B5EF4-FFF2-40B4-BE49-F238E27FC236}">
                <a16:creationId xmlns:a16="http://schemas.microsoft.com/office/drawing/2014/main" id="{D4293AA4-0CCB-5AA4-6709-A452A8FD78A5}"/>
              </a:ext>
            </a:extLst>
          </p:cNvPr>
          <p:cNvSpPr txBox="1"/>
          <p:nvPr userDrawn="1"/>
        </p:nvSpPr>
        <p:spPr>
          <a:xfrm>
            <a:off x="548640" y="4630075"/>
            <a:ext cx="6094476" cy="353943"/>
          </a:xfrm>
          <a:prstGeom prst="rect">
            <a:avLst/>
          </a:prstGeom>
          <a:noFill/>
        </p:spPr>
        <p:txBody>
          <a:bodyPr wrap="square">
            <a:spAutoFit/>
          </a:bodyPr>
          <a:lstStyle/>
          <a:p>
            <a:r>
              <a:rPr lang="en-US" sz="1700" b="1">
                <a:solidFill>
                  <a:srgbClr val="7FACD9"/>
                </a:solidFill>
                <a:latin typeface="Source Sans Pro" panose="020B0503030403020204" pitchFamily="34" charset="0"/>
                <a:ea typeface="Helvetica Neue" panose="02000503000000020004" pitchFamily="2" charset="0"/>
                <a:cs typeface="Arial" panose="020B0604020202020204" pitchFamily="34" charset="0"/>
              </a:rPr>
              <a:t>www.iras.gov.sg</a:t>
            </a:r>
            <a:endParaRPr lang="en-SG" sz="1700" b="1">
              <a:solidFill>
                <a:srgbClr val="7FACD9"/>
              </a:solidFill>
              <a:latin typeface="Source Sans Pro" panose="020B0503030403020204" pitchFamily="34" charset="0"/>
              <a:cs typeface="Arial" panose="020B0604020202020204" pitchFamily="34" charset="0"/>
            </a:endParaRPr>
          </a:p>
        </p:txBody>
      </p:sp>
      <p:grpSp>
        <p:nvGrpSpPr>
          <p:cNvPr id="18" name="Group 17">
            <a:extLst>
              <a:ext uri="{FF2B5EF4-FFF2-40B4-BE49-F238E27FC236}">
                <a16:creationId xmlns:a16="http://schemas.microsoft.com/office/drawing/2014/main" id="{BCB0984A-2A3E-9F6D-7FF1-3C2F08B61A9F}"/>
              </a:ext>
            </a:extLst>
          </p:cNvPr>
          <p:cNvGrpSpPr/>
          <p:nvPr userDrawn="1"/>
        </p:nvGrpSpPr>
        <p:grpSpPr>
          <a:xfrm>
            <a:off x="442921" y="634863"/>
            <a:ext cx="1669898" cy="2268933"/>
            <a:chOff x="-868290" y="2603114"/>
            <a:chExt cx="1669898" cy="2268933"/>
          </a:xfrm>
        </p:grpSpPr>
        <p:sp>
          <p:nvSpPr>
            <p:cNvPr id="19" name="Freeform 18">
              <a:extLst>
                <a:ext uri="{FF2B5EF4-FFF2-40B4-BE49-F238E27FC236}">
                  <a16:creationId xmlns:a16="http://schemas.microsoft.com/office/drawing/2014/main" id="{E12B55BC-1D65-590D-842A-B75BF20875B3}"/>
                </a:ext>
              </a:extLst>
            </p:cNvPr>
            <p:cNvSpPr/>
            <p:nvPr/>
          </p:nvSpPr>
          <p:spPr>
            <a:xfrm>
              <a:off x="-21352" y="4049087"/>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0" name="Freeform 19">
              <a:extLst>
                <a:ext uri="{FF2B5EF4-FFF2-40B4-BE49-F238E27FC236}">
                  <a16:creationId xmlns:a16="http://schemas.microsoft.com/office/drawing/2014/main" id="{64C41AF1-1CF2-0563-2ED8-4828235AFD07}"/>
                </a:ext>
              </a:extLst>
            </p:cNvPr>
            <p:cNvSpPr/>
            <p:nvPr/>
          </p:nvSpPr>
          <p:spPr>
            <a:xfrm>
              <a:off x="-45330" y="3105121"/>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1" name="Freeform 20">
              <a:extLst>
                <a:ext uri="{FF2B5EF4-FFF2-40B4-BE49-F238E27FC236}">
                  <a16:creationId xmlns:a16="http://schemas.microsoft.com/office/drawing/2014/main" id="{FE0E580B-BF61-E558-A19E-0EE2F11BF676}"/>
                </a:ext>
              </a:extLst>
            </p:cNvPr>
            <p:cNvSpPr/>
            <p:nvPr/>
          </p:nvSpPr>
          <p:spPr>
            <a:xfrm>
              <a:off x="-868290" y="3542914"/>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sp>
          <p:nvSpPr>
            <p:cNvPr id="22" name="Freeform 21">
              <a:extLst>
                <a:ext uri="{FF2B5EF4-FFF2-40B4-BE49-F238E27FC236}">
                  <a16:creationId xmlns:a16="http://schemas.microsoft.com/office/drawing/2014/main" id="{FE0BC440-80BB-87A0-02E3-3012F4F6D3C5}"/>
                </a:ext>
              </a:extLst>
            </p:cNvPr>
            <p:cNvSpPr/>
            <p:nvPr/>
          </p:nvSpPr>
          <p:spPr>
            <a:xfrm>
              <a:off x="-868290" y="2603114"/>
              <a:ext cx="822960" cy="822960"/>
            </a:xfrm>
            <a:custGeom>
              <a:avLst/>
              <a:gdLst>
                <a:gd name="connsiteX0" fmla="*/ 1205007 w 3617292"/>
                <a:gd name="connsiteY0" fmla="*/ 1215521 h 3617292"/>
                <a:gd name="connsiteX1" fmla="*/ 1205007 w 3617292"/>
                <a:gd name="connsiteY1" fmla="*/ 2416765 h 3617292"/>
                <a:gd name="connsiteX2" fmla="*/ 2406251 w 3617292"/>
                <a:gd name="connsiteY2" fmla="*/ 2416765 h 3617292"/>
                <a:gd name="connsiteX3" fmla="*/ 2406251 w 3617292"/>
                <a:gd name="connsiteY3" fmla="*/ 1215521 h 3617292"/>
                <a:gd name="connsiteX4" fmla="*/ 1808646 w 3617292"/>
                <a:gd name="connsiteY4" fmla="*/ 0 h 3617292"/>
                <a:gd name="connsiteX5" fmla="*/ 3617292 w 3617292"/>
                <a:gd name="connsiteY5" fmla="*/ 1808646 h 3617292"/>
                <a:gd name="connsiteX6" fmla="*/ 1808646 w 3617292"/>
                <a:gd name="connsiteY6" fmla="*/ 3617292 h 3617292"/>
                <a:gd name="connsiteX7" fmla="*/ 0 w 3617292"/>
                <a:gd name="connsiteY7" fmla="*/ 1808646 h 3617292"/>
                <a:gd name="connsiteX8" fmla="*/ 1808646 w 3617292"/>
                <a:gd name="connsiteY8" fmla="*/ 0 h 3617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7292" h="3617292">
                  <a:moveTo>
                    <a:pt x="1205007" y="1215521"/>
                  </a:moveTo>
                  <a:lnTo>
                    <a:pt x="1205007" y="2416765"/>
                  </a:lnTo>
                  <a:lnTo>
                    <a:pt x="2406251" y="2416765"/>
                  </a:lnTo>
                  <a:lnTo>
                    <a:pt x="2406251" y="1215521"/>
                  </a:lnTo>
                  <a:close/>
                  <a:moveTo>
                    <a:pt x="1808646" y="0"/>
                  </a:moveTo>
                  <a:cubicBezTo>
                    <a:pt x="2807534" y="0"/>
                    <a:pt x="3617292" y="809758"/>
                    <a:pt x="3617292" y="1808646"/>
                  </a:cubicBezTo>
                  <a:cubicBezTo>
                    <a:pt x="3617292" y="2807534"/>
                    <a:pt x="2807534" y="3617292"/>
                    <a:pt x="1808646" y="3617292"/>
                  </a:cubicBezTo>
                  <a:cubicBezTo>
                    <a:pt x="809758" y="3617292"/>
                    <a:pt x="0" y="2807534"/>
                    <a:pt x="0" y="1808646"/>
                  </a:cubicBezTo>
                  <a:cubicBezTo>
                    <a:pt x="0" y="809758"/>
                    <a:pt x="809758" y="0"/>
                    <a:pt x="1808646" y="0"/>
                  </a:cubicBezTo>
                  <a:close/>
                </a:path>
              </a:pathLst>
            </a:custGeom>
            <a:noFill/>
            <a:ln>
              <a:solidFill>
                <a:srgbClr val="1173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t> </a:t>
              </a:r>
            </a:p>
          </p:txBody>
        </p:sp>
      </p:grpSp>
      <p:pic>
        <p:nvPicPr>
          <p:cNvPr id="2" name="Picture 1">
            <a:extLst>
              <a:ext uri="{FF2B5EF4-FFF2-40B4-BE49-F238E27FC236}">
                <a16:creationId xmlns:a16="http://schemas.microsoft.com/office/drawing/2014/main" id="{CCB821CC-EDBA-20B2-7B06-2006A1B054B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3641" y="305389"/>
            <a:ext cx="1367600" cy="1367600"/>
          </a:xfrm>
          <a:prstGeom prst="rect">
            <a:avLst/>
          </a:prstGeom>
        </p:spPr>
      </p:pic>
      <p:pic>
        <p:nvPicPr>
          <p:cNvPr id="3" name="Picture 2" descr="A blue and white logo&#10;&#10;Description automatically generated">
            <a:hlinkClick r:id="rId3"/>
            <a:extLst>
              <a:ext uri="{FF2B5EF4-FFF2-40B4-BE49-F238E27FC236}">
                <a16:creationId xmlns:a16="http://schemas.microsoft.com/office/drawing/2014/main" id="{2D585E63-FED3-F71E-16E5-773AA2CE029F}"/>
              </a:ext>
            </a:extLst>
          </p:cNvPr>
          <p:cNvPicPr>
            <a:picLocks noChangeAspect="1"/>
          </p:cNvPicPr>
          <p:nvPr userDrawn="1"/>
        </p:nvPicPr>
        <p:blipFill>
          <a:blip r:embed="rId4"/>
          <a:stretch>
            <a:fillRect/>
          </a:stretch>
        </p:blipFill>
        <p:spPr>
          <a:xfrm>
            <a:off x="631887" y="5103280"/>
            <a:ext cx="306366" cy="310397"/>
          </a:xfrm>
          <a:prstGeom prst="roundRect">
            <a:avLst/>
          </a:prstGeom>
        </p:spPr>
      </p:pic>
      <p:pic>
        <p:nvPicPr>
          <p:cNvPr id="5" name="Picture 4" descr="A blue letter f&#10;&#10;Description automatically generated">
            <a:hlinkClick r:id="rId5"/>
            <a:extLst>
              <a:ext uri="{FF2B5EF4-FFF2-40B4-BE49-F238E27FC236}">
                <a16:creationId xmlns:a16="http://schemas.microsoft.com/office/drawing/2014/main" id="{8912D479-177E-9719-1B99-FC4559F3362E}"/>
              </a:ext>
            </a:extLst>
          </p:cNvPr>
          <p:cNvPicPr>
            <a:picLocks noChangeAspect="1"/>
          </p:cNvPicPr>
          <p:nvPr userDrawn="1"/>
        </p:nvPicPr>
        <p:blipFill>
          <a:blip r:embed="rId6"/>
          <a:stretch>
            <a:fillRect/>
          </a:stretch>
        </p:blipFill>
        <p:spPr>
          <a:xfrm>
            <a:off x="994635" y="5103280"/>
            <a:ext cx="306366" cy="310397"/>
          </a:xfrm>
          <a:prstGeom prst="roundRect">
            <a:avLst/>
          </a:prstGeom>
        </p:spPr>
      </p:pic>
      <p:pic>
        <p:nvPicPr>
          <p:cNvPr id="6" name="Picture 5" descr="A blue and white logo&#10;&#10;Description automatically generated">
            <a:hlinkClick r:id="rId7"/>
            <a:extLst>
              <a:ext uri="{FF2B5EF4-FFF2-40B4-BE49-F238E27FC236}">
                <a16:creationId xmlns:a16="http://schemas.microsoft.com/office/drawing/2014/main" id="{97982942-7969-2AEA-5290-B0A151056C97}"/>
              </a:ext>
            </a:extLst>
          </p:cNvPr>
          <p:cNvPicPr>
            <a:picLocks noChangeAspect="1"/>
          </p:cNvPicPr>
          <p:nvPr userDrawn="1"/>
        </p:nvPicPr>
        <p:blipFill>
          <a:blip r:embed="rId8"/>
          <a:stretch>
            <a:fillRect/>
          </a:stretch>
        </p:blipFill>
        <p:spPr>
          <a:xfrm>
            <a:off x="1357383" y="5103280"/>
            <a:ext cx="306366" cy="310397"/>
          </a:xfrm>
          <a:prstGeom prst="roundRect">
            <a:avLst/>
          </a:prstGeom>
        </p:spPr>
      </p:pic>
      <p:pic>
        <p:nvPicPr>
          <p:cNvPr id="10" name="Picture 9" descr="A blue logo with a white background&#10;&#10;Description automatically generated">
            <a:hlinkClick r:id="rId9"/>
            <a:extLst>
              <a:ext uri="{FF2B5EF4-FFF2-40B4-BE49-F238E27FC236}">
                <a16:creationId xmlns:a16="http://schemas.microsoft.com/office/drawing/2014/main" id="{E2E503EE-8DEC-B5F8-CCC6-A98804AA608F}"/>
              </a:ext>
            </a:extLst>
          </p:cNvPr>
          <p:cNvPicPr>
            <a:picLocks noChangeAspect="1"/>
          </p:cNvPicPr>
          <p:nvPr userDrawn="1"/>
        </p:nvPicPr>
        <p:blipFill>
          <a:blip r:embed="rId10"/>
          <a:stretch>
            <a:fillRect/>
          </a:stretch>
        </p:blipFill>
        <p:spPr>
          <a:xfrm>
            <a:off x="1720131" y="5103280"/>
            <a:ext cx="306366" cy="310397"/>
          </a:xfrm>
          <a:prstGeom prst="roundRect">
            <a:avLst/>
          </a:prstGeom>
        </p:spPr>
      </p:pic>
      <p:pic>
        <p:nvPicPr>
          <p:cNvPr id="14" name="Picture 13" descr="A blue and white x&#10;&#10;Description automatically generated">
            <a:hlinkClick r:id="rId11"/>
            <a:extLst>
              <a:ext uri="{FF2B5EF4-FFF2-40B4-BE49-F238E27FC236}">
                <a16:creationId xmlns:a16="http://schemas.microsoft.com/office/drawing/2014/main" id="{DB676160-988F-BBC4-3D7F-CC5B2CA74115}"/>
              </a:ext>
            </a:extLst>
          </p:cNvPr>
          <p:cNvPicPr>
            <a:picLocks noChangeAspect="1"/>
          </p:cNvPicPr>
          <p:nvPr userDrawn="1"/>
        </p:nvPicPr>
        <p:blipFill>
          <a:blip r:embed="rId12"/>
          <a:stretch>
            <a:fillRect/>
          </a:stretch>
        </p:blipFill>
        <p:spPr>
          <a:xfrm>
            <a:off x="2082879" y="5103280"/>
            <a:ext cx="306366" cy="310397"/>
          </a:xfrm>
          <a:prstGeom prst="roundRect">
            <a:avLst/>
          </a:prstGeom>
        </p:spPr>
      </p:pic>
      <p:pic>
        <p:nvPicPr>
          <p:cNvPr id="16" name="Picture 15" descr="A blue letter on a white background&#10;&#10;Description automatically generated">
            <a:hlinkClick r:id="rId13"/>
            <a:extLst>
              <a:ext uri="{FF2B5EF4-FFF2-40B4-BE49-F238E27FC236}">
                <a16:creationId xmlns:a16="http://schemas.microsoft.com/office/drawing/2014/main" id="{6ECC4F10-6667-5781-65B1-20F3142A841F}"/>
              </a:ext>
            </a:extLst>
          </p:cNvPr>
          <p:cNvPicPr>
            <a:picLocks noChangeAspect="1"/>
          </p:cNvPicPr>
          <p:nvPr userDrawn="1"/>
        </p:nvPicPr>
        <p:blipFill>
          <a:blip r:embed="rId14"/>
          <a:stretch>
            <a:fillRect/>
          </a:stretch>
        </p:blipFill>
        <p:spPr>
          <a:xfrm>
            <a:off x="2445627" y="5103280"/>
            <a:ext cx="306366" cy="310397"/>
          </a:xfrm>
          <a:prstGeom prst="roundRect">
            <a:avLst/>
          </a:prstGeom>
        </p:spPr>
      </p:pic>
      <p:pic>
        <p:nvPicPr>
          <p:cNvPr id="23" name="Picture 22" descr="A blue play button with a white arrow&#10;&#10;Description automatically generated">
            <a:hlinkClick r:id="rId15"/>
            <a:extLst>
              <a:ext uri="{FF2B5EF4-FFF2-40B4-BE49-F238E27FC236}">
                <a16:creationId xmlns:a16="http://schemas.microsoft.com/office/drawing/2014/main" id="{50FA0735-5682-C5F2-406A-0C18773F670B}"/>
              </a:ext>
            </a:extLst>
          </p:cNvPr>
          <p:cNvPicPr>
            <a:picLocks noChangeAspect="1"/>
          </p:cNvPicPr>
          <p:nvPr userDrawn="1"/>
        </p:nvPicPr>
        <p:blipFill>
          <a:blip r:embed="rId16"/>
          <a:stretch>
            <a:fillRect/>
          </a:stretch>
        </p:blipFill>
        <p:spPr>
          <a:xfrm>
            <a:off x="2808375" y="5103280"/>
            <a:ext cx="306366" cy="310397"/>
          </a:xfrm>
          <a:prstGeom prst="roundRect">
            <a:avLst/>
          </a:prstGeom>
        </p:spPr>
      </p:pic>
      <p:pic>
        <p:nvPicPr>
          <p:cNvPr id="24" name="Picture 23" descr="A blue paper plane logo&#10;&#10;Description automatically generated">
            <a:hlinkClick r:id="rId17"/>
            <a:extLst>
              <a:ext uri="{FF2B5EF4-FFF2-40B4-BE49-F238E27FC236}">
                <a16:creationId xmlns:a16="http://schemas.microsoft.com/office/drawing/2014/main" id="{74D8F6D2-5914-1E94-1E77-45EBF847478C}"/>
              </a:ext>
            </a:extLst>
          </p:cNvPr>
          <p:cNvPicPr>
            <a:picLocks noChangeAspect="1"/>
          </p:cNvPicPr>
          <p:nvPr userDrawn="1"/>
        </p:nvPicPr>
        <p:blipFill>
          <a:blip r:embed="rId18"/>
          <a:stretch>
            <a:fillRect/>
          </a:stretch>
        </p:blipFill>
        <p:spPr>
          <a:xfrm>
            <a:off x="3171123" y="5103280"/>
            <a:ext cx="306366" cy="310397"/>
          </a:xfrm>
          <a:prstGeom prst="roundRect">
            <a:avLst/>
          </a:prstGeom>
        </p:spPr>
      </p:pic>
      <p:pic>
        <p:nvPicPr>
          <p:cNvPr id="25" name="Picture 24" descr="A blue and white logo&#10;&#10;Description automatically generated">
            <a:hlinkClick r:id="rId19"/>
            <a:extLst>
              <a:ext uri="{FF2B5EF4-FFF2-40B4-BE49-F238E27FC236}">
                <a16:creationId xmlns:a16="http://schemas.microsoft.com/office/drawing/2014/main" id="{AF0667AA-6DC1-3BF0-FB14-C8DD062B8CD7}"/>
              </a:ext>
            </a:extLst>
          </p:cNvPr>
          <p:cNvPicPr>
            <a:picLocks noChangeAspect="1"/>
          </p:cNvPicPr>
          <p:nvPr userDrawn="1"/>
        </p:nvPicPr>
        <p:blipFill>
          <a:blip r:embed="rId20"/>
          <a:stretch>
            <a:fillRect/>
          </a:stretch>
        </p:blipFill>
        <p:spPr>
          <a:xfrm>
            <a:off x="3533871" y="5103280"/>
            <a:ext cx="306368" cy="310397"/>
          </a:xfrm>
          <a:prstGeom prst="roundRect">
            <a:avLst/>
          </a:prstGeom>
        </p:spPr>
      </p:pic>
    </p:spTree>
    <p:extLst>
      <p:ext uri="{BB962C8B-B14F-4D97-AF65-F5344CB8AC3E}">
        <p14:creationId xmlns:p14="http://schemas.microsoft.com/office/powerpoint/2010/main" val="3679419173"/>
      </p:ext>
    </p:extLst>
  </p:cSld>
  <p:clrMapOvr>
    <a:masterClrMapping/>
  </p:clrMapOvr>
  <p:extLst>
    <p:ext uri="{DCECCB84-F9BA-43D5-87BE-67443E8EF086}">
      <p15:sldGuideLst xmlns:p15="http://schemas.microsoft.com/office/powerpoint/2012/main">
        <p15:guide id="1" orient="horz" pos="2160">
          <p15:clr>
            <a:srgbClr val="FBAE40"/>
          </p15:clr>
        </p15:guide>
        <p15:guide id="2" pos="721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BC94-FA1E-22D8-D4CE-E791BFA1338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4427F96-2243-F3B8-722A-5E5715384B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56745D9-02AB-7A92-28BC-6E0EDD81AC6A}"/>
              </a:ext>
            </a:extLst>
          </p:cNvPr>
          <p:cNvSpPr>
            <a:spLocks noGrp="1"/>
          </p:cNvSpPr>
          <p:nvPr>
            <p:ph type="dt" sz="half" idx="10"/>
          </p:nvPr>
        </p:nvSpPr>
        <p:spPr/>
        <p:txBody>
          <a:bodyPr/>
          <a:lstStyle/>
          <a:p>
            <a:fld id="{08F8C4C5-14AC-CD4E-B858-8D13EE358ED0}" type="datetime1">
              <a:rPr lang="en-SG" smtClean="0"/>
              <a:t>15/5/2026</a:t>
            </a:fld>
            <a:endParaRPr lang="en-US"/>
          </a:p>
        </p:txBody>
      </p:sp>
      <p:sp>
        <p:nvSpPr>
          <p:cNvPr id="5" name="Footer Placeholder 4">
            <a:extLst>
              <a:ext uri="{FF2B5EF4-FFF2-40B4-BE49-F238E27FC236}">
                <a16:creationId xmlns:a16="http://schemas.microsoft.com/office/drawing/2014/main" id="{6DD1058D-F069-009A-602D-C2169AE431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044B6-B605-9495-435A-667DA07F89E4}"/>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30146897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FC8B2-AA0F-4FD8-DE3E-ECD7193EED9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B213DB7-6375-6020-29D9-7E648274E51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7E09403-B1E7-34C2-8F35-AC3BF849E09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B935DFE-04A3-7688-D58A-2468B5370DF5}"/>
              </a:ext>
            </a:extLst>
          </p:cNvPr>
          <p:cNvSpPr>
            <a:spLocks noGrp="1"/>
          </p:cNvSpPr>
          <p:nvPr>
            <p:ph type="dt" sz="half" idx="10"/>
          </p:nvPr>
        </p:nvSpPr>
        <p:spPr/>
        <p:txBody>
          <a:bodyPr/>
          <a:lstStyle/>
          <a:p>
            <a:fld id="{10D53C8B-94E3-E144-AD36-2E68493F7592}" type="datetime1">
              <a:rPr lang="en-SG" smtClean="0"/>
              <a:t>15/5/2026</a:t>
            </a:fld>
            <a:endParaRPr lang="en-US"/>
          </a:p>
        </p:txBody>
      </p:sp>
      <p:sp>
        <p:nvSpPr>
          <p:cNvPr id="6" name="Footer Placeholder 5">
            <a:extLst>
              <a:ext uri="{FF2B5EF4-FFF2-40B4-BE49-F238E27FC236}">
                <a16:creationId xmlns:a16="http://schemas.microsoft.com/office/drawing/2014/main" id="{BDD0CBE7-4EF6-C43A-1D08-E30DE2BFD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D3B28D-5733-C0F0-5976-5CC233F3458A}"/>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843604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8CBD5-4712-A63C-D787-8600248756E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1DBADD3-789C-D9D1-9A30-9AE312D464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1E3122F-D03B-71A7-4F81-DAB2B4C6E72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3C7E347-E89F-12A0-BCE9-6C71CD2E5C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8251682-42ED-43E8-03C8-DB276856D1F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FDA26AF-44F8-A7A0-D334-53343A434608}"/>
              </a:ext>
            </a:extLst>
          </p:cNvPr>
          <p:cNvSpPr>
            <a:spLocks noGrp="1"/>
          </p:cNvSpPr>
          <p:nvPr>
            <p:ph type="dt" sz="half" idx="10"/>
          </p:nvPr>
        </p:nvSpPr>
        <p:spPr/>
        <p:txBody>
          <a:bodyPr/>
          <a:lstStyle/>
          <a:p>
            <a:fld id="{020D5926-59AB-514A-882D-6D1C60A3AA5B}" type="datetime1">
              <a:rPr lang="en-SG" smtClean="0"/>
              <a:t>15/5/2026</a:t>
            </a:fld>
            <a:endParaRPr lang="en-US"/>
          </a:p>
        </p:txBody>
      </p:sp>
      <p:sp>
        <p:nvSpPr>
          <p:cNvPr id="8" name="Footer Placeholder 7">
            <a:extLst>
              <a:ext uri="{FF2B5EF4-FFF2-40B4-BE49-F238E27FC236}">
                <a16:creationId xmlns:a16="http://schemas.microsoft.com/office/drawing/2014/main" id="{AC3812E1-38A7-9F79-7FBA-E48BDAD2DA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924FA8-A98F-C035-726B-013976002FAE}"/>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725087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D0F70-52AB-EE1B-EFFB-A31B0FB44A1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9FF72D2-7F00-9351-00E3-456EBF0296D9}"/>
              </a:ext>
            </a:extLst>
          </p:cNvPr>
          <p:cNvSpPr>
            <a:spLocks noGrp="1"/>
          </p:cNvSpPr>
          <p:nvPr>
            <p:ph type="dt" sz="half" idx="10"/>
          </p:nvPr>
        </p:nvSpPr>
        <p:spPr/>
        <p:txBody>
          <a:bodyPr/>
          <a:lstStyle/>
          <a:p>
            <a:fld id="{C1B3191A-8EDA-3C47-A55C-BE7E6C1C3452}" type="datetime1">
              <a:rPr lang="en-SG" smtClean="0"/>
              <a:t>15/5/2026</a:t>
            </a:fld>
            <a:endParaRPr lang="en-US"/>
          </a:p>
        </p:txBody>
      </p:sp>
      <p:sp>
        <p:nvSpPr>
          <p:cNvPr id="4" name="Footer Placeholder 3">
            <a:extLst>
              <a:ext uri="{FF2B5EF4-FFF2-40B4-BE49-F238E27FC236}">
                <a16:creationId xmlns:a16="http://schemas.microsoft.com/office/drawing/2014/main" id="{143EE16B-1897-27F6-62D0-B1D710D5F5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F91B2E-DCCB-BDF6-2903-FABA602D0C63}"/>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10299509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8B5B0D-9149-E170-FB64-D1BDB742379E}"/>
              </a:ext>
            </a:extLst>
          </p:cNvPr>
          <p:cNvSpPr>
            <a:spLocks noGrp="1"/>
          </p:cNvSpPr>
          <p:nvPr>
            <p:ph type="dt" sz="half" idx="10"/>
          </p:nvPr>
        </p:nvSpPr>
        <p:spPr/>
        <p:txBody>
          <a:bodyPr/>
          <a:lstStyle/>
          <a:p>
            <a:fld id="{0A2AFC1D-6E0C-5548-A79C-6DC0F0673A88}" type="datetime1">
              <a:rPr lang="en-SG" smtClean="0"/>
              <a:t>15/5/2026</a:t>
            </a:fld>
            <a:endParaRPr lang="en-US"/>
          </a:p>
        </p:txBody>
      </p:sp>
      <p:sp>
        <p:nvSpPr>
          <p:cNvPr id="3" name="Footer Placeholder 2">
            <a:extLst>
              <a:ext uri="{FF2B5EF4-FFF2-40B4-BE49-F238E27FC236}">
                <a16:creationId xmlns:a16="http://schemas.microsoft.com/office/drawing/2014/main" id="{743FC931-A83B-C737-D60E-D355F50E99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8057B5-F3DF-4BD5-B2A5-7C0FD88D8F1B}"/>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14896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654D6-72B9-BD25-80E7-5A3B954DD5B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1A27953-28FF-D3AD-FDB9-8FDCF13978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FF4ECDF-6E13-A7C4-3581-CF607150CA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0C0D99-E1A3-E4F4-712D-7DF435AA3B10}"/>
              </a:ext>
            </a:extLst>
          </p:cNvPr>
          <p:cNvSpPr>
            <a:spLocks noGrp="1"/>
          </p:cNvSpPr>
          <p:nvPr>
            <p:ph type="dt" sz="half" idx="10"/>
          </p:nvPr>
        </p:nvSpPr>
        <p:spPr/>
        <p:txBody>
          <a:bodyPr/>
          <a:lstStyle/>
          <a:p>
            <a:fld id="{C2D2DBD9-5EEC-504D-BE85-5A981B58A7B4}" type="datetime1">
              <a:rPr lang="en-SG" smtClean="0"/>
              <a:t>15/5/2026</a:t>
            </a:fld>
            <a:endParaRPr lang="en-US"/>
          </a:p>
        </p:txBody>
      </p:sp>
      <p:sp>
        <p:nvSpPr>
          <p:cNvPr id="6" name="Footer Placeholder 5">
            <a:extLst>
              <a:ext uri="{FF2B5EF4-FFF2-40B4-BE49-F238E27FC236}">
                <a16:creationId xmlns:a16="http://schemas.microsoft.com/office/drawing/2014/main" id="{783703FB-2E22-ABC1-4F91-04A8250C5D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AD39D2-A01A-F7B0-2293-067D81767E8F}"/>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7746724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4A908-B6B4-EF5A-7978-096761A7801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6A08EAC-3A4C-815C-C094-86B61CCE34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0DFD54-2C25-2E82-C172-67525E9E89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D0EA7D-D215-3FEA-3BEB-952005721D5E}"/>
              </a:ext>
            </a:extLst>
          </p:cNvPr>
          <p:cNvSpPr>
            <a:spLocks noGrp="1"/>
          </p:cNvSpPr>
          <p:nvPr>
            <p:ph type="dt" sz="half" idx="10"/>
          </p:nvPr>
        </p:nvSpPr>
        <p:spPr/>
        <p:txBody>
          <a:bodyPr/>
          <a:lstStyle/>
          <a:p>
            <a:fld id="{D63E337C-1D74-9646-919F-283ED9C14D29}" type="datetime1">
              <a:rPr lang="en-SG" smtClean="0"/>
              <a:t>15/5/2026</a:t>
            </a:fld>
            <a:endParaRPr lang="en-US"/>
          </a:p>
        </p:txBody>
      </p:sp>
      <p:sp>
        <p:nvSpPr>
          <p:cNvPr id="6" name="Footer Placeholder 5">
            <a:extLst>
              <a:ext uri="{FF2B5EF4-FFF2-40B4-BE49-F238E27FC236}">
                <a16:creationId xmlns:a16="http://schemas.microsoft.com/office/drawing/2014/main" id="{03C24A47-555E-2812-90E6-95F55DF277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7615B7-5CE0-0ED5-2AC9-570F722AB7A5}"/>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0162025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FAF3-C8E9-E5F1-E78D-B97823C13B5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DBEEAF0-7281-A4B1-1464-1B861AEFAF6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70DEBF-A662-E089-6C57-A822700D0321}"/>
              </a:ext>
            </a:extLst>
          </p:cNvPr>
          <p:cNvSpPr>
            <a:spLocks noGrp="1"/>
          </p:cNvSpPr>
          <p:nvPr>
            <p:ph type="dt" sz="half" idx="10"/>
          </p:nvPr>
        </p:nvSpPr>
        <p:spPr/>
        <p:txBody>
          <a:bodyPr/>
          <a:lstStyle/>
          <a:p>
            <a:fld id="{2DEF6961-09F8-874F-9BA1-C8164B88BA73}" type="datetime1">
              <a:rPr lang="en-SG" smtClean="0"/>
              <a:t>15/5/2026</a:t>
            </a:fld>
            <a:endParaRPr lang="en-US"/>
          </a:p>
        </p:txBody>
      </p:sp>
      <p:sp>
        <p:nvSpPr>
          <p:cNvPr id="5" name="Footer Placeholder 4">
            <a:extLst>
              <a:ext uri="{FF2B5EF4-FFF2-40B4-BE49-F238E27FC236}">
                <a16:creationId xmlns:a16="http://schemas.microsoft.com/office/drawing/2014/main" id="{6D33E3AB-8D44-391D-B3D8-5C5906F94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8E0496-FE43-6F6E-6679-07FB9CDD6042}"/>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36672580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605405-A44C-D214-9134-C498A79D3C4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E1CF0E5-0C77-02CC-CD03-44354AA89F4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539181C-936C-9AD1-9304-5B17F4BE84EF}"/>
              </a:ext>
            </a:extLst>
          </p:cNvPr>
          <p:cNvSpPr>
            <a:spLocks noGrp="1"/>
          </p:cNvSpPr>
          <p:nvPr>
            <p:ph type="dt" sz="half" idx="10"/>
          </p:nvPr>
        </p:nvSpPr>
        <p:spPr/>
        <p:txBody>
          <a:bodyPr/>
          <a:lstStyle/>
          <a:p>
            <a:fld id="{D7D87608-DC0F-E34C-8C1C-8FE1046F38D0}" type="datetime1">
              <a:rPr lang="en-SG" smtClean="0"/>
              <a:t>15/5/2026</a:t>
            </a:fld>
            <a:endParaRPr lang="en-US"/>
          </a:p>
        </p:txBody>
      </p:sp>
      <p:sp>
        <p:nvSpPr>
          <p:cNvPr id="5" name="Footer Placeholder 4">
            <a:extLst>
              <a:ext uri="{FF2B5EF4-FFF2-40B4-BE49-F238E27FC236}">
                <a16:creationId xmlns:a16="http://schemas.microsoft.com/office/drawing/2014/main" id="{6B9A8CA2-FED4-F8BE-FFA9-D19101ED8C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37D0B-898C-8216-79E6-6BC6CFF30663}"/>
              </a:ext>
            </a:extLst>
          </p:cNvPr>
          <p:cNvSpPr>
            <a:spLocks noGrp="1"/>
          </p:cNvSpPr>
          <p:nvPr>
            <p:ph type="sldNum" sz="quarter" idx="12"/>
          </p:nvPr>
        </p:nvSpPr>
        <p:spPr/>
        <p:txBody>
          <a:bodyPr/>
          <a:lstStyle/>
          <a:p>
            <a:fld id="{5DF5AE18-F94A-B54C-9347-4CAFB5D76058}" type="slidenum">
              <a:rPr lang="en-US" smtClean="0"/>
              <a:t>‹#›</a:t>
            </a:fld>
            <a:endParaRPr lang="en-US"/>
          </a:p>
        </p:txBody>
      </p:sp>
    </p:spTree>
    <p:extLst>
      <p:ext uri="{BB962C8B-B14F-4D97-AF65-F5344CB8AC3E}">
        <p14:creationId xmlns:p14="http://schemas.microsoft.com/office/powerpoint/2010/main" val="439700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theme" Target="../theme/theme2.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C33578-C3F3-A36D-000A-6D1988DAFD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066BDC4-DF72-8D08-0372-06ABF24FE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884AF9C-DBF9-1F2E-11BC-ACE867D4A4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35BEEC-C1E2-4B8C-A850-68E75164F492}" type="datetimeFigureOut">
              <a:rPr lang="en-SG" smtClean="0"/>
              <a:t>15/5/2026</a:t>
            </a:fld>
            <a:endParaRPr lang="en-SG"/>
          </a:p>
        </p:txBody>
      </p:sp>
      <p:sp>
        <p:nvSpPr>
          <p:cNvPr id="5" name="Footer Placeholder 4">
            <a:extLst>
              <a:ext uri="{FF2B5EF4-FFF2-40B4-BE49-F238E27FC236}">
                <a16:creationId xmlns:a16="http://schemas.microsoft.com/office/drawing/2014/main" id="{5DF9D5E9-F0A4-782A-1823-1A223DCECC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B4963BFC-8BB1-EACF-4DA4-55CF5DDD21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7117E0-1359-4C0B-83B0-C602786C33F4}" type="slidenum">
              <a:rPr lang="en-SG" smtClean="0"/>
              <a:t>‹#›</a:t>
            </a:fld>
            <a:endParaRPr lang="en-SG"/>
          </a:p>
        </p:txBody>
      </p:sp>
    </p:spTree>
    <p:extLst>
      <p:ext uri="{BB962C8B-B14F-4D97-AF65-F5344CB8AC3E}">
        <p14:creationId xmlns:p14="http://schemas.microsoft.com/office/powerpoint/2010/main" val="9720526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F48C6A-32B6-3A39-5670-D6B3D7DE6C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3FEF6E1-201E-8822-F982-3932E017A0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2B412D3-A0BF-6CA5-434A-7C5C421BBC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B3054-D0FF-6949-B6FD-C363344CA48B}" type="datetime1">
              <a:rPr lang="en-SG" smtClean="0"/>
              <a:t>15/5/2026</a:t>
            </a:fld>
            <a:endParaRPr lang="en-US"/>
          </a:p>
        </p:txBody>
      </p:sp>
      <p:sp>
        <p:nvSpPr>
          <p:cNvPr id="5" name="Footer Placeholder 4">
            <a:extLst>
              <a:ext uri="{FF2B5EF4-FFF2-40B4-BE49-F238E27FC236}">
                <a16:creationId xmlns:a16="http://schemas.microsoft.com/office/drawing/2014/main" id="{7548D4CC-7D63-FA48-F280-1B43408F8F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D52923-63C2-FCA9-56B1-026DC08DB9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F5AE18-F94A-B54C-9347-4CAFB5D76058}" type="slidenum">
              <a:rPr lang="en-US" smtClean="0"/>
              <a:t>‹#›</a:t>
            </a:fld>
            <a:endParaRPr lang="en-US"/>
          </a:p>
        </p:txBody>
      </p:sp>
    </p:spTree>
    <p:extLst>
      <p:ext uri="{BB962C8B-B14F-4D97-AF65-F5344CB8AC3E}">
        <p14:creationId xmlns:p14="http://schemas.microsoft.com/office/powerpoint/2010/main" val="182775796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3" Type="http://schemas.openxmlformats.org/officeDocument/2006/relationships/slide" Target="slide31.xml"/><Relationship Id="rId18" Type="http://schemas.openxmlformats.org/officeDocument/2006/relationships/slide" Target="slide7.xml"/><Relationship Id="rId26" Type="http://schemas.openxmlformats.org/officeDocument/2006/relationships/slide" Target="slide24.xml"/><Relationship Id="rId3" Type="http://schemas.openxmlformats.org/officeDocument/2006/relationships/slide" Target="slide6.xml"/><Relationship Id="rId21" Type="http://schemas.openxmlformats.org/officeDocument/2006/relationships/slide" Target="slide10.xml"/><Relationship Id="rId34" Type="http://schemas.openxmlformats.org/officeDocument/2006/relationships/image" Target="../media/image14.png"/><Relationship Id="rId7" Type="http://schemas.openxmlformats.org/officeDocument/2006/relationships/slide" Target="slide20.xml"/><Relationship Id="rId12" Type="http://schemas.openxmlformats.org/officeDocument/2006/relationships/slide" Target="slide30.xml"/><Relationship Id="rId17" Type="http://schemas.openxmlformats.org/officeDocument/2006/relationships/slide" Target="slide4.xml"/><Relationship Id="rId25" Type="http://schemas.openxmlformats.org/officeDocument/2006/relationships/slide" Target="slide14.xml"/><Relationship Id="rId33" Type="http://schemas.openxmlformats.org/officeDocument/2006/relationships/slide" Target="slide35.xml"/><Relationship Id="rId2" Type="http://schemas.openxmlformats.org/officeDocument/2006/relationships/slide" Target="slide5.xml"/><Relationship Id="rId16" Type="http://schemas.openxmlformats.org/officeDocument/2006/relationships/slide" Target="slide34.xml"/><Relationship Id="rId20" Type="http://schemas.openxmlformats.org/officeDocument/2006/relationships/slide" Target="slide9.xml"/><Relationship Id="rId29" Type="http://schemas.openxmlformats.org/officeDocument/2006/relationships/slide" Target="slide16.xml"/><Relationship Id="rId1" Type="http://schemas.openxmlformats.org/officeDocument/2006/relationships/slideLayout" Target="../slideLayouts/slideLayout12.xml"/><Relationship Id="rId6" Type="http://schemas.openxmlformats.org/officeDocument/2006/relationships/slide" Target="slide19.xml"/><Relationship Id="rId11" Type="http://schemas.openxmlformats.org/officeDocument/2006/relationships/slide" Target="slide29.xml"/><Relationship Id="rId24" Type="http://schemas.openxmlformats.org/officeDocument/2006/relationships/slide" Target="slide13.xml"/><Relationship Id="rId32" Type="http://schemas.openxmlformats.org/officeDocument/2006/relationships/slide" Target="slide27.xml"/><Relationship Id="rId5" Type="http://schemas.openxmlformats.org/officeDocument/2006/relationships/slide" Target="slide18.xml"/><Relationship Id="rId15" Type="http://schemas.openxmlformats.org/officeDocument/2006/relationships/slide" Target="slide33.xml"/><Relationship Id="rId23" Type="http://schemas.openxmlformats.org/officeDocument/2006/relationships/slide" Target="slide12.xml"/><Relationship Id="rId28" Type="http://schemas.openxmlformats.org/officeDocument/2006/relationships/slide" Target="slide28.xml"/><Relationship Id="rId36" Type="http://schemas.openxmlformats.org/officeDocument/2006/relationships/image" Target="../media/image16.png"/><Relationship Id="rId10" Type="http://schemas.openxmlformats.org/officeDocument/2006/relationships/slide" Target="slide26.xml"/><Relationship Id="rId19" Type="http://schemas.openxmlformats.org/officeDocument/2006/relationships/slide" Target="slide8.xml"/><Relationship Id="rId31" Type="http://schemas.openxmlformats.org/officeDocument/2006/relationships/slide" Target="slide22.xml"/><Relationship Id="rId4" Type="http://schemas.openxmlformats.org/officeDocument/2006/relationships/slide" Target="slide15.xml"/><Relationship Id="rId9" Type="http://schemas.openxmlformats.org/officeDocument/2006/relationships/slide" Target="slide23.xml"/><Relationship Id="rId14" Type="http://schemas.openxmlformats.org/officeDocument/2006/relationships/slide" Target="slide32.xml"/><Relationship Id="rId22" Type="http://schemas.openxmlformats.org/officeDocument/2006/relationships/slide" Target="slide11.xml"/><Relationship Id="rId27" Type="http://schemas.openxmlformats.org/officeDocument/2006/relationships/slide" Target="slide25.xml"/><Relationship Id="rId30" Type="http://schemas.openxmlformats.org/officeDocument/2006/relationships/slide" Target="slide17.xml"/><Relationship Id="rId35" Type="http://schemas.openxmlformats.org/officeDocument/2006/relationships/image" Target="../media/image15.png"/><Relationship Id="rId8" Type="http://schemas.openxmlformats.org/officeDocument/2006/relationships/slide" Target="slide21.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25_3F7ED9CE.xml"/><Relationship Id="rId2" Type="http://schemas.openxmlformats.org/officeDocument/2006/relationships/notesSlide" Target="../notesSlides/notesSlide1.xml"/><Relationship Id="rId1" Type="http://schemas.openxmlformats.org/officeDocument/2006/relationships/slideLayout" Target="../slideLayouts/slideLayout17.xml"/><Relationship Id="rId5" Type="http://schemas.openxmlformats.org/officeDocument/2006/relationships/image" Target="../media/image15.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28_C9FD7F69.xml"/><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15.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26_122A5155.xml"/><Relationship Id="rId2" Type="http://schemas.openxmlformats.org/officeDocument/2006/relationships/notesSlide" Target="../notesSlides/notesSlide4.xml"/><Relationship Id="rId1" Type="http://schemas.openxmlformats.org/officeDocument/2006/relationships/slideLayout" Target="../slideLayouts/slideLayout17.xml"/><Relationship Id="rId5" Type="http://schemas.openxmlformats.org/officeDocument/2006/relationships/image" Target="../media/image15.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14.pn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hyperlink" Target="https://www.permit.io/blog/policy-engine-showdown-opa-vs-openfga-vs-cedar" TargetMode="Externa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jpeg"/></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2.png"/><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5CCD6-04A4-8C53-1494-DA0D7707F4FD}"/>
              </a:ext>
            </a:extLst>
          </p:cNvPr>
          <p:cNvSpPr>
            <a:spLocks noGrp="1"/>
          </p:cNvSpPr>
          <p:nvPr>
            <p:ph type="ctrTitle"/>
          </p:nvPr>
        </p:nvSpPr>
        <p:spPr>
          <a:xfrm>
            <a:off x="3029004" y="2401654"/>
            <a:ext cx="7239810" cy="771180"/>
          </a:xfrm>
        </p:spPr>
        <p:txBody>
          <a:bodyPr>
            <a:noAutofit/>
          </a:bodyPr>
          <a:lstStyle/>
          <a:p>
            <a:r>
              <a:rPr lang="en-SG" noProof="0" dirty="0"/>
              <a:t>AI Blueprint</a:t>
            </a:r>
          </a:p>
        </p:txBody>
      </p:sp>
      <p:sp>
        <p:nvSpPr>
          <p:cNvPr id="3" name="Subtitle 2">
            <a:extLst>
              <a:ext uri="{FF2B5EF4-FFF2-40B4-BE49-F238E27FC236}">
                <a16:creationId xmlns:a16="http://schemas.microsoft.com/office/drawing/2014/main" id="{C29EEA22-F71C-B7C4-48EB-7FE6D930F47A}"/>
              </a:ext>
            </a:extLst>
          </p:cNvPr>
          <p:cNvSpPr>
            <a:spLocks noGrp="1"/>
          </p:cNvSpPr>
          <p:nvPr>
            <p:ph type="subTitle" idx="1"/>
          </p:nvPr>
        </p:nvSpPr>
        <p:spPr/>
        <p:txBody>
          <a:bodyPr/>
          <a:lstStyle/>
          <a:p>
            <a:r>
              <a:rPr lang="en-SG" noProof="0" dirty="0"/>
              <a:t>AO</a:t>
            </a:r>
          </a:p>
          <a:p>
            <a:r>
              <a:rPr lang="en-SG" noProof="0" dirty="0"/>
              <a:t>14 May 2026</a:t>
            </a:r>
          </a:p>
        </p:txBody>
      </p:sp>
      <p:sp>
        <p:nvSpPr>
          <p:cNvPr id="4" name="Title 1">
            <a:extLst>
              <a:ext uri="{FF2B5EF4-FFF2-40B4-BE49-F238E27FC236}">
                <a16:creationId xmlns:a16="http://schemas.microsoft.com/office/drawing/2014/main" id="{8C134BB0-1CEF-A60F-25F9-C795E4176039}"/>
              </a:ext>
            </a:extLst>
          </p:cNvPr>
          <p:cNvSpPr txBox="1">
            <a:spLocks/>
          </p:cNvSpPr>
          <p:nvPr/>
        </p:nvSpPr>
        <p:spPr>
          <a:xfrm>
            <a:off x="3029004" y="3172834"/>
            <a:ext cx="7239810" cy="77118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US" sz="5400" b="1" kern="1200" dirty="0">
                <a:solidFill>
                  <a:srgbClr val="ECF6FC"/>
                </a:solidFill>
                <a:latin typeface="Source Sans Pro" panose="020B0503030403020204" pitchFamily="34" charset="0"/>
                <a:ea typeface="+mj-ea"/>
                <a:cs typeface="+mj-cs"/>
              </a:defRPr>
            </a:lvl1pPr>
          </a:lstStyle>
          <a:p>
            <a:r>
              <a:rPr lang="en-SG" noProof="0" dirty="0"/>
              <a:t>Security and Identity</a:t>
            </a:r>
          </a:p>
        </p:txBody>
      </p:sp>
    </p:spTree>
    <p:extLst>
      <p:ext uri="{BB962C8B-B14F-4D97-AF65-F5344CB8AC3E}">
        <p14:creationId xmlns:p14="http://schemas.microsoft.com/office/powerpoint/2010/main" val="266111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3F05-D0E1-5BF3-6361-A278A2CF0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A8EA7-45D2-EA60-53A8-8F46C8137B51}"/>
              </a:ext>
            </a:extLst>
          </p:cNvPr>
          <p:cNvSpPr>
            <a:spLocks noGrp="1"/>
          </p:cNvSpPr>
          <p:nvPr>
            <p:ph type="title"/>
          </p:nvPr>
        </p:nvSpPr>
        <p:spPr>
          <a:xfrm>
            <a:off x="838200" y="548758"/>
            <a:ext cx="10515600" cy="425507"/>
          </a:xfrm>
        </p:spPr>
        <p:txBody>
          <a:bodyPr>
            <a:noAutofit/>
          </a:bodyPr>
          <a:lstStyle/>
          <a:p>
            <a:r>
              <a:rPr lang="en-SG" sz="2800" noProof="0" dirty="0"/>
              <a:t>Assumptions</a:t>
            </a:r>
          </a:p>
        </p:txBody>
      </p:sp>
      <p:sp>
        <p:nvSpPr>
          <p:cNvPr id="4" name="Slide Number Placeholder 3">
            <a:extLst>
              <a:ext uri="{FF2B5EF4-FFF2-40B4-BE49-F238E27FC236}">
                <a16:creationId xmlns:a16="http://schemas.microsoft.com/office/drawing/2014/main" id="{D7D55E48-7596-3A65-446D-A7E14D8F2C83}"/>
              </a:ext>
            </a:extLst>
          </p:cNvPr>
          <p:cNvSpPr>
            <a:spLocks noGrp="1"/>
          </p:cNvSpPr>
          <p:nvPr>
            <p:ph type="sldNum" sz="quarter" idx="12"/>
          </p:nvPr>
        </p:nvSpPr>
        <p:spPr/>
        <p:txBody>
          <a:bodyPr/>
          <a:lstStyle/>
          <a:p>
            <a:fld id="{5DF5AE18-F94A-B54C-9347-4CAFB5D76058}" type="slidenum">
              <a:rPr lang="en-SG" noProof="0" smtClean="0"/>
              <a:pPr/>
              <a:t>2</a:t>
            </a:fld>
            <a:endParaRPr lang="en-SG" noProof="0" dirty="0"/>
          </a:p>
        </p:txBody>
      </p:sp>
      <p:graphicFrame>
        <p:nvGraphicFramePr>
          <p:cNvPr id="5" name="Table 4">
            <a:extLst>
              <a:ext uri="{FF2B5EF4-FFF2-40B4-BE49-F238E27FC236}">
                <a16:creationId xmlns:a16="http://schemas.microsoft.com/office/drawing/2014/main" id="{B5371B82-6BDA-E622-ED5B-20B2A5C6A339}"/>
              </a:ext>
            </a:extLst>
          </p:cNvPr>
          <p:cNvGraphicFramePr>
            <a:graphicFrameLocks noGrp="1"/>
          </p:cNvGraphicFramePr>
          <p:nvPr>
            <p:extLst>
              <p:ext uri="{D42A27DB-BD31-4B8C-83A1-F6EECF244321}">
                <p14:modId xmlns:p14="http://schemas.microsoft.com/office/powerpoint/2010/main" val="418400506"/>
              </p:ext>
            </p:extLst>
          </p:nvPr>
        </p:nvGraphicFramePr>
        <p:xfrm>
          <a:off x="838200" y="1066175"/>
          <a:ext cx="10423089" cy="4574438"/>
        </p:xfrm>
        <a:graphic>
          <a:graphicData uri="http://schemas.openxmlformats.org/drawingml/2006/table">
            <a:tbl>
              <a:tblPr firstRow="1" bandRow="1">
                <a:tableStyleId>{7E9639D4-E3E2-4D34-9284-5A2195B3D0D7}</a:tableStyleId>
              </a:tblPr>
              <a:tblGrid>
                <a:gridCol w="423333">
                  <a:extLst>
                    <a:ext uri="{9D8B030D-6E8A-4147-A177-3AD203B41FA5}">
                      <a16:colId xmlns:a16="http://schemas.microsoft.com/office/drawing/2014/main" val="999396650"/>
                    </a:ext>
                  </a:extLst>
                </a:gridCol>
                <a:gridCol w="3879135">
                  <a:extLst>
                    <a:ext uri="{9D8B030D-6E8A-4147-A177-3AD203B41FA5}">
                      <a16:colId xmlns:a16="http://schemas.microsoft.com/office/drawing/2014/main" val="3553406972"/>
                    </a:ext>
                  </a:extLst>
                </a:gridCol>
                <a:gridCol w="3969387">
                  <a:extLst>
                    <a:ext uri="{9D8B030D-6E8A-4147-A177-3AD203B41FA5}">
                      <a16:colId xmlns:a16="http://schemas.microsoft.com/office/drawing/2014/main" val="1045743690"/>
                    </a:ext>
                  </a:extLst>
                </a:gridCol>
                <a:gridCol w="2151234">
                  <a:extLst>
                    <a:ext uri="{9D8B030D-6E8A-4147-A177-3AD203B41FA5}">
                      <a16:colId xmlns:a16="http://schemas.microsoft.com/office/drawing/2014/main" val="71771983"/>
                    </a:ext>
                  </a:extLst>
                </a:gridCol>
              </a:tblGrid>
              <a:tr h="339292">
                <a:tc>
                  <a:txBody>
                    <a:bodyPr/>
                    <a:lstStyle/>
                    <a:p>
                      <a:r>
                        <a:rPr lang="en-SG" sz="1000" noProof="0" dirty="0"/>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lumOff val="25000"/>
                      </a:schemeClr>
                    </a:solidFill>
                  </a:tcPr>
                </a:tc>
                <a:tc>
                  <a:txBody>
                    <a:bodyPr/>
                    <a:lstStyle/>
                    <a:p>
                      <a:r>
                        <a:rPr lang="en-SG" sz="1000" noProof="0" dirty="0"/>
                        <a:t>Area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lumOff val="25000"/>
                      </a:schemeClr>
                    </a:solidFill>
                  </a:tcPr>
                </a:tc>
                <a:tc>
                  <a:txBody>
                    <a:bodyPr/>
                    <a:lstStyle/>
                    <a:p>
                      <a:r>
                        <a:rPr lang="en-SG" sz="1000" noProof="0" dirty="0"/>
                        <a:t>Assumption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lumOff val="25000"/>
                      </a:schemeClr>
                    </a:solidFill>
                  </a:tcPr>
                </a:tc>
                <a:tc>
                  <a:txBody>
                    <a:bodyPr/>
                    <a:lstStyle/>
                    <a:p>
                      <a:r>
                        <a:rPr lang="en-SG" sz="1000" noProof="0" dirty="0"/>
                        <a:t>Participants Remarks If Any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lumOff val="25000"/>
                      </a:schemeClr>
                    </a:solidFill>
                  </a:tcPr>
                </a:tc>
                <a:extLst>
                  <a:ext uri="{0D108BD9-81ED-4DB2-BD59-A6C34878D82A}">
                    <a16:rowId xmlns:a16="http://schemas.microsoft.com/office/drawing/2014/main" val="1527515995"/>
                  </a:ext>
                </a:extLst>
              </a:tr>
              <a:tr h="1241414">
                <a:tc>
                  <a:txBody>
                    <a:bodyPr/>
                    <a:lstStyle/>
                    <a:p>
                      <a:r>
                        <a:rPr lang="en-SG" sz="1000" noProof="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buNone/>
                      </a:pPr>
                      <a:r>
                        <a:rPr lang="en-SG" sz="1000" noProof="0" dirty="0"/>
                        <a:t>Security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For non-AO and AIGP components, such as other tools that AO may integrate with (for example, SharePoint or a vector database), security considerations may be included in the blueprint for the interaction between AO and these tools, but not for the tools themselves.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SG" sz="1000" noProof="0" dirty="0">
                        <a:solidFill>
                          <a:srgbClr val="33333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59543473"/>
                  </a:ext>
                </a:extLst>
              </a:tr>
              <a:tr h="474113">
                <a:tc>
                  <a:txBody>
                    <a:bodyPr/>
                    <a:lstStyle/>
                    <a:p>
                      <a:r>
                        <a:rPr lang="en-SG" sz="1000" noProof="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App and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Agent design will start with a single agent, and be broken down into multiple agents only when necessary.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SG" sz="1000" noProof="0" dirty="0">
                        <a:solidFill>
                          <a:srgbClr val="33333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24852909"/>
                  </a:ext>
                </a:extLst>
              </a:tr>
              <a:tr h="474113">
                <a:tc>
                  <a:txBody>
                    <a:bodyPr/>
                    <a:lstStyle/>
                    <a:p>
                      <a:r>
                        <a:rPr lang="en-SG" sz="1000" noProof="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Platform and Infra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Agents will be stateless.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SG" sz="1000" noProof="0" dirty="0">
                        <a:solidFill>
                          <a:srgbClr val="33333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42297223"/>
                  </a:ext>
                </a:extLst>
              </a:tr>
              <a:tr h="474113">
                <a:tc>
                  <a:txBody>
                    <a:bodyPr/>
                    <a:lstStyle/>
                    <a:p>
                      <a:r>
                        <a:rPr lang="en-SG" sz="1000" noProof="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Platform and Infra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Infrastructure will use one container or compute unit per agent. This assumption is aligned with security best practices.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SG" sz="1000" noProof="0" dirty="0">
                        <a:solidFill>
                          <a:srgbClr val="33333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55826853"/>
                  </a:ext>
                </a:extLst>
              </a:tr>
              <a:tr h="474113">
                <a:tc>
                  <a:txBody>
                    <a:bodyPr/>
                    <a:lstStyle/>
                    <a:p>
                      <a:r>
                        <a:rPr lang="en-SG" sz="1000" noProof="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Platform and Infra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Within AO, and potentially outside AO but not within AIGP, there may be multiple MCP servers that AO will need to route tool-call requests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SG" sz="1000" noProof="0" dirty="0">
                        <a:solidFill>
                          <a:srgbClr val="33333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55881456"/>
                  </a:ext>
                </a:extLst>
              </a:tr>
              <a:tr h="474113">
                <a:tc>
                  <a:txBody>
                    <a:bodyPr/>
                    <a:lstStyle/>
                    <a:p>
                      <a:r>
                        <a:rPr lang="en-SG" sz="1000" noProof="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Security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Low-level security concepts such as PKCE, RFCs, and similar standards will not be discussed in this document if they are already covered by managed services such as Entra ID and Managed Identity.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SG" sz="1000" noProof="0" dirty="0">
                        <a:solidFill>
                          <a:srgbClr val="33333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18850045"/>
                  </a:ext>
                </a:extLst>
              </a:tr>
              <a:tr h="474113">
                <a:tc>
                  <a:txBody>
                    <a:bodyPr/>
                    <a:lstStyle/>
                    <a:p>
                      <a:r>
                        <a:rPr lang="en-SG" sz="1000" noProof="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Platform and Infra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SG" sz="1000" noProof="0" dirty="0"/>
                        <a:t>Some of the designs mentioned in this document are assumptions made for what may be proposed by App &amp; Data and Platform &amp; Infra.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SG" sz="1000" noProof="0" dirty="0">
                        <a:solidFill>
                          <a:srgbClr val="333333"/>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22255512"/>
                  </a:ext>
                </a:extLst>
              </a:tr>
            </a:tbl>
          </a:graphicData>
        </a:graphic>
      </p:graphicFrame>
    </p:spTree>
    <p:extLst>
      <p:ext uri="{BB962C8B-B14F-4D97-AF65-F5344CB8AC3E}">
        <p14:creationId xmlns:p14="http://schemas.microsoft.com/office/powerpoint/2010/main" val="1815683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55D5-A493-620E-916B-F90A62111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C1EAE-14FC-7B3B-A6CE-5E8675D174B8}"/>
              </a:ext>
            </a:extLst>
          </p:cNvPr>
          <p:cNvSpPr>
            <a:spLocks noGrp="1"/>
          </p:cNvSpPr>
          <p:nvPr>
            <p:ph type="title"/>
          </p:nvPr>
        </p:nvSpPr>
        <p:spPr>
          <a:xfrm>
            <a:off x="838200" y="517769"/>
            <a:ext cx="10515600" cy="425507"/>
          </a:xfrm>
        </p:spPr>
        <p:txBody>
          <a:bodyPr>
            <a:noAutofit/>
          </a:bodyPr>
          <a:lstStyle/>
          <a:p>
            <a:r>
              <a:rPr lang="en-SG" sz="2800" noProof="0" dirty="0"/>
              <a:t>Playing Rules</a:t>
            </a:r>
          </a:p>
        </p:txBody>
      </p:sp>
      <p:sp>
        <p:nvSpPr>
          <p:cNvPr id="4" name="Slide Number Placeholder 3">
            <a:extLst>
              <a:ext uri="{FF2B5EF4-FFF2-40B4-BE49-F238E27FC236}">
                <a16:creationId xmlns:a16="http://schemas.microsoft.com/office/drawing/2014/main" id="{0FB53AFA-A108-7943-374C-55C587615E8B}"/>
              </a:ext>
            </a:extLst>
          </p:cNvPr>
          <p:cNvSpPr>
            <a:spLocks noGrp="1"/>
          </p:cNvSpPr>
          <p:nvPr>
            <p:ph type="sldNum" sz="quarter" idx="12"/>
          </p:nvPr>
        </p:nvSpPr>
        <p:spPr/>
        <p:txBody>
          <a:bodyPr/>
          <a:lstStyle/>
          <a:p>
            <a:fld id="{5DF5AE18-F94A-B54C-9347-4CAFB5D76058}" type="slidenum">
              <a:rPr lang="en-SG" noProof="0" smtClean="0"/>
              <a:pPr/>
              <a:t>3</a:t>
            </a:fld>
            <a:endParaRPr lang="en-SG" noProof="0" dirty="0"/>
          </a:p>
        </p:txBody>
      </p:sp>
      <p:sp>
        <p:nvSpPr>
          <p:cNvPr id="5" name="Title 1">
            <a:extLst>
              <a:ext uri="{FF2B5EF4-FFF2-40B4-BE49-F238E27FC236}">
                <a16:creationId xmlns:a16="http://schemas.microsoft.com/office/drawing/2014/main" id="{90DEF11B-E368-66DF-44C5-F8FD616F7C7E}"/>
              </a:ext>
            </a:extLst>
          </p:cNvPr>
          <p:cNvSpPr txBox="1">
            <a:spLocks/>
          </p:cNvSpPr>
          <p:nvPr/>
        </p:nvSpPr>
        <p:spPr>
          <a:xfrm>
            <a:off x="858522" y="3528635"/>
            <a:ext cx="10627687" cy="28115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For Slide 7-14 on Token Exchange Flow Diagrams:</a:t>
            </a:r>
          </a:p>
          <a:p>
            <a:endParaRPr lang="en-SG" sz="1600" noProof="0" dirty="0"/>
          </a:p>
          <a:p>
            <a:pPr marL="285750" indent="-285750">
              <a:buFont typeface="Arial" panose="020B0604020202020204" pitchFamily="34" charset="0"/>
              <a:buChar char="•"/>
            </a:pPr>
            <a:r>
              <a:rPr lang="en-SG" sz="1600" noProof="0" dirty="0"/>
              <a:t>The token exchange diagrams shown by IRAS are still drafts.</a:t>
            </a:r>
          </a:p>
          <a:p>
            <a:pPr marL="285750" indent="-285750">
              <a:buFont typeface="Arial" panose="020B0604020202020204" pitchFamily="34" charset="0"/>
              <a:buChar char="•"/>
            </a:pPr>
            <a:r>
              <a:rPr lang="en-SG" sz="1600" noProof="0" dirty="0"/>
              <a:t>External Participants may re-imagine, adapt, or redraw them using their own notation or conventions.</a:t>
            </a:r>
          </a:p>
          <a:p>
            <a:pPr marL="285750" indent="-285750">
              <a:buFont typeface="Arial" panose="020B0604020202020204" pitchFamily="34" charset="0"/>
              <a:buChar char="•"/>
            </a:pPr>
            <a:r>
              <a:rPr lang="en-SG" sz="1600" noProof="0" dirty="0"/>
              <a:t>You do not need to follow IRAS’s diagramming style, but your diagram should be as detailed and in-depth.</a:t>
            </a:r>
          </a:p>
          <a:p>
            <a:pPr marL="285750" indent="-285750">
              <a:buFont typeface="Arial" panose="020B0604020202020204" pitchFamily="34" charset="0"/>
              <a:buChar char="•"/>
            </a:pPr>
            <a:r>
              <a:rPr lang="en-SG" sz="1600" noProof="0" dirty="0"/>
              <a:t>A separate skeleton slide has been provided after each diagram for participants who wish to redraw or annotate an alternative flow.</a:t>
            </a:r>
          </a:p>
          <a:p>
            <a:pPr marL="285750" indent="-285750">
              <a:buFont typeface="Arial" panose="020B0604020202020204" pitchFamily="34" charset="0"/>
              <a:buChar char="•"/>
            </a:pPr>
            <a:r>
              <a:rPr lang="en-SG" sz="1600" noProof="0" dirty="0"/>
              <a:t>Participants should also cater for the “unhappy flow”, i.e., If the Officer rejects the HITL request with/without recommendations/reasons</a:t>
            </a:r>
            <a:endParaRPr lang="en-SG" sz="1600" dirty="0"/>
          </a:p>
          <a:p>
            <a:pPr marL="285750" indent="-285750">
              <a:buFont typeface="Arial" panose="020B0604020202020204" pitchFamily="34" charset="0"/>
              <a:buChar char="•"/>
            </a:pPr>
            <a:r>
              <a:rPr lang="en-SG" sz="1600" noProof="0" dirty="0"/>
              <a:t>If participants do not redraw or comment on the draft flow, IRAS will assume there are no major objections to the proposed design at this stage.</a:t>
            </a:r>
          </a:p>
        </p:txBody>
      </p:sp>
      <p:sp>
        <p:nvSpPr>
          <p:cNvPr id="3" name="TextBox 2">
            <a:extLst>
              <a:ext uri="{FF2B5EF4-FFF2-40B4-BE49-F238E27FC236}">
                <a16:creationId xmlns:a16="http://schemas.microsoft.com/office/drawing/2014/main" id="{BF63B17B-E627-B70A-A63D-54A5F80A9E35}"/>
              </a:ext>
            </a:extLst>
          </p:cNvPr>
          <p:cNvSpPr txBox="1"/>
          <p:nvPr/>
        </p:nvSpPr>
        <p:spPr>
          <a:xfrm>
            <a:off x="1263707" y="1201850"/>
            <a:ext cx="8937197"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tx2">
                    <a:lumMod val="75000"/>
                    <a:lumOff val="25000"/>
                  </a:schemeClr>
                </a:solidFill>
                <a:effectLst/>
              </a:rPr>
              <a:t>For Information – Slide </a:t>
            </a:r>
            <a:r>
              <a:rPr lang="en-SG" sz="1600" b="1" i="0" noProof="0" dirty="0">
                <a:solidFill>
                  <a:schemeClr val="tx2">
                    <a:lumMod val="75000"/>
                    <a:lumOff val="25000"/>
                  </a:schemeClr>
                </a:solidFill>
                <a:effectLst/>
                <a:hlinkClick r:id="rId2" action="ppaction://hlinksldjump"/>
              </a:rPr>
              <a:t>5</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3" action="ppaction://hlinksldjump"/>
              </a:rPr>
              <a:t>6</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4" action="ppaction://hlinksldjump"/>
              </a:rPr>
              <a:t>15</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5" action="ppaction://hlinksldjump"/>
              </a:rPr>
              <a:t>18</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6" action="ppaction://hlinksldjump"/>
              </a:rPr>
              <a:t>19</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7" action="ppaction://hlinksldjump"/>
              </a:rPr>
              <a:t>20</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8" action="ppaction://hlinksldjump"/>
              </a:rPr>
              <a:t>21</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9" action="ppaction://hlinksldjump"/>
              </a:rPr>
              <a:t>23</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10" action="ppaction://hlinksldjump"/>
              </a:rPr>
              <a:t>26</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11" action="ppaction://hlinksldjump"/>
              </a:rPr>
              <a:t>29</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12" action="ppaction://hlinksldjump"/>
              </a:rPr>
              <a:t>30</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13" action="ppaction://hlinksldjump"/>
              </a:rPr>
              <a:t>31</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14" action="ppaction://hlinksldjump"/>
              </a:rPr>
              <a:t>32</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15" action="ppaction://hlinksldjump"/>
              </a:rPr>
              <a:t>33</a:t>
            </a:r>
            <a:r>
              <a:rPr lang="en-SG" sz="1600" b="1" i="0" noProof="0" dirty="0">
                <a:solidFill>
                  <a:schemeClr val="tx2">
                    <a:lumMod val="75000"/>
                    <a:lumOff val="25000"/>
                  </a:schemeClr>
                </a:solidFill>
                <a:effectLst/>
              </a:rPr>
              <a:t>, </a:t>
            </a:r>
            <a:r>
              <a:rPr lang="en-SG" sz="1600" b="1" i="0" noProof="0" dirty="0">
                <a:solidFill>
                  <a:schemeClr val="tx2">
                    <a:lumMod val="75000"/>
                    <a:lumOff val="25000"/>
                  </a:schemeClr>
                </a:solidFill>
                <a:effectLst/>
                <a:hlinkClick r:id="rId16" action="ppaction://hlinksldjump"/>
              </a:rPr>
              <a:t>34</a:t>
            </a:r>
            <a:endParaRPr lang="en-SG" sz="1600" b="1" i="0" noProof="0" dirty="0">
              <a:solidFill>
                <a:schemeClr val="tx2">
                  <a:lumMod val="75000"/>
                  <a:lumOff val="25000"/>
                </a:schemeClr>
              </a:solidFill>
              <a:effectLst/>
            </a:endParaRPr>
          </a:p>
        </p:txBody>
      </p:sp>
      <p:sp>
        <p:nvSpPr>
          <p:cNvPr id="6" name="TextBox 5">
            <a:extLst>
              <a:ext uri="{FF2B5EF4-FFF2-40B4-BE49-F238E27FC236}">
                <a16:creationId xmlns:a16="http://schemas.microsoft.com/office/drawing/2014/main" id="{AF607EB0-9A8A-A0C2-E0EA-2ECF163F2D06}"/>
              </a:ext>
            </a:extLst>
          </p:cNvPr>
          <p:cNvSpPr txBox="1"/>
          <p:nvPr/>
        </p:nvSpPr>
        <p:spPr>
          <a:xfrm>
            <a:off x="1263705" y="2622607"/>
            <a:ext cx="10397863"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rPr>
              <a:t>For Confirmation – Slide </a:t>
            </a:r>
            <a:r>
              <a:rPr lang="en-SG" sz="1600" b="1" i="0" noProof="0" dirty="0">
                <a:solidFill>
                  <a:srgbClr val="FF0000"/>
                </a:solidFill>
                <a:effectLst/>
                <a:hlinkClick r:id="rId17" action="ppaction://hlinksldjump"/>
              </a:rPr>
              <a:t>4</a:t>
            </a:r>
            <a:r>
              <a:rPr lang="en-SG" sz="1600" b="1" i="0" noProof="0" dirty="0">
                <a:solidFill>
                  <a:srgbClr val="FF0000"/>
                </a:solidFill>
                <a:effectLst/>
              </a:rPr>
              <a:t>, </a:t>
            </a:r>
            <a:r>
              <a:rPr lang="en-SG" sz="1600" b="1" i="0" noProof="0" dirty="0">
                <a:solidFill>
                  <a:srgbClr val="FF0000"/>
                </a:solidFill>
                <a:effectLst/>
                <a:hlinkClick r:id="rId18" action="ppaction://hlinksldjump"/>
              </a:rPr>
              <a:t>7</a:t>
            </a:r>
            <a:r>
              <a:rPr lang="en-SG" sz="1600" b="1" i="0" noProof="0" dirty="0">
                <a:solidFill>
                  <a:srgbClr val="FF0000"/>
                </a:solidFill>
                <a:effectLst/>
              </a:rPr>
              <a:t>, </a:t>
            </a:r>
            <a:r>
              <a:rPr lang="en-SG" sz="1600" b="1" i="0" noProof="0" dirty="0">
                <a:solidFill>
                  <a:srgbClr val="FF0000"/>
                </a:solidFill>
                <a:effectLst/>
                <a:hlinkClick r:id="rId19" action="ppaction://hlinksldjump"/>
              </a:rPr>
              <a:t>8</a:t>
            </a:r>
            <a:r>
              <a:rPr lang="en-SG" sz="1600" b="1" i="0" noProof="0" dirty="0">
                <a:solidFill>
                  <a:srgbClr val="FF0000"/>
                </a:solidFill>
                <a:effectLst/>
              </a:rPr>
              <a:t>, </a:t>
            </a:r>
            <a:r>
              <a:rPr lang="en-SG" sz="1600" b="1" i="0" noProof="0" dirty="0">
                <a:solidFill>
                  <a:srgbClr val="FF0000"/>
                </a:solidFill>
                <a:effectLst/>
                <a:hlinkClick r:id="rId20" action="ppaction://hlinksldjump"/>
              </a:rPr>
              <a:t>9</a:t>
            </a:r>
            <a:r>
              <a:rPr lang="en-SG" sz="1600" b="1" i="0" noProof="0" dirty="0">
                <a:solidFill>
                  <a:srgbClr val="FF0000"/>
                </a:solidFill>
                <a:effectLst/>
              </a:rPr>
              <a:t>, </a:t>
            </a:r>
            <a:r>
              <a:rPr lang="en-SG" sz="1600" b="1" i="0" noProof="0" dirty="0">
                <a:solidFill>
                  <a:srgbClr val="FF0000"/>
                </a:solidFill>
                <a:effectLst/>
                <a:hlinkClick r:id="rId21" action="ppaction://hlinksldjump"/>
              </a:rPr>
              <a:t>10</a:t>
            </a:r>
            <a:r>
              <a:rPr lang="en-SG" sz="1600" b="1" i="0" noProof="0" dirty="0">
                <a:solidFill>
                  <a:srgbClr val="FF0000"/>
                </a:solidFill>
                <a:effectLst/>
              </a:rPr>
              <a:t>, </a:t>
            </a:r>
            <a:r>
              <a:rPr lang="en-SG" sz="1600" b="1" i="0" noProof="0" dirty="0">
                <a:solidFill>
                  <a:srgbClr val="FF0000"/>
                </a:solidFill>
                <a:effectLst/>
                <a:hlinkClick r:id="rId22" action="ppaction://hlinksldjump"/>
              </a:rPr>
              <a:t>11</a:t>
            </a:r>
            <a:r>
              <a:rPr lang="en-SG" sz="1600" b="1" i="0" noProof="0" dirty="0">
                <a:solidFill>
                  <a:srgbClr val="FF0000"/>
                </a:solidFill>
                <a:effectLst/>
              </a:rPr>
              <a:t>, </a:t>
            </a:r>
            <a:r>
              <a:rPr lang="en-SG" sz="1600" b="1" i="0" noProof="0" dirty="0">
                <a:solidFill>
                  <a:srgbClr val="FF0000"/>
                </a:solidFill>
                <a:effectLst/>
                <a:hlinkClick r:id="rId23" action="ppaction://hlinksldjump"/>
              </a:rPr>
              <a:t>12</a:t>
            </a:r>
            <a:r>
              <a:rPr lang="en-SG" sz="1600" b="1" i="0" noProof="0" dirty="0">
                <a:solidFill>
                  <a:srgbClr val="FF0000"/>
                </a:solidFill>
                <a:effectLst/>
              </a:rPr>
              <a:t>, </a:t>
            </a:r>
            <a:r>
              <a:rPr lang="en-SG" sz="1600" b="1" i="0" noProof="0" dirty="0">
                <a:solidFill>
                  <a:srgbClr val="FF0000"/>
                </a:solidFill>
                <a:effectLst/>
                <a:hlinkClick r:id="rId24" action="ppaction://hlinksldjump"/>
              </a:rPr>
              <a:t>13</a:t>
            </a:r>
            <a:r>
              <a:rPr lang="en-SG" sz="1600" b="1" i="0" noProof="0" dirty="0">
                <a:solidFill>
                  <a:srgbClr val="FF0000"/>
                </a:solidFill>
                <a:effectLst/>
              </a:rPr>
              <a:t>, </a:t>
            </a:r>
            <a:r>
              <a:rPr lang="en-SG" sz="1600" b="1" i="0" noProof="0" dirty="0">
                <a:solidFill>
                  <a:srgbClr val="FF0000"/>
                </a:solidFill>
                <a:effectLst/>
                <a:hlinkClick r:id="rId25" action="ppaction://hlinksldjump"/>
              </a:rPr>
              <a:t>14</a:t>
            </a:r>
            <a:r>
              <a:rPr lang="en-SG" sz="1600" b="1" i="0" noProof="0" dirty="0">
                <a:solidFill>
                  <a:srgbClr val="FF0000"/>
                </a:solidFill>
                <a:effectLst/>
              </a:rPr>
              <a:t>, </a:t>
            </a:r>
            <a:r>
              <a:rPr lang="en-SG" sz="1600" b="1" i="0" noProof="0" dirty="0">
                <a:solidFill>
                  <a:srgbClr val="FF0000"/>
                </a:solidFill>
                <a:effectLst/>
                <a:hlinkClick r:id="rId26" action="ppaction://hlinksldjump"/>
              </a:rPr>
              <a:t>24</a:t>
            </a:r>
            <a:r>
              <a:rPr lang="en-SG" sz="1600" b="1" i="0" noProof="0" dirty="0">
                <a:solidFill>
                  <a:srgbClr val="FF0000"/>
                </a:solidFill>
                <a:effectLst/>
              </a:rPr>
              <a:t>, </a:t>
            </a:r>
            <a:r>
              <a:rPr lang="en-SG" sz="1600" b="1" i="0" noProof="0" dirty="0">
                <a:solidFill>
                  <a:srgbClr val="FF0000"/>
                </a:solidFill>
                <a:effectLst/>
                <a:hlinkClick r:id="rId27" action="ppaction://hlinksldjump"/>
              </a:rPr>
              <a:t>25</a:t>
            </a:r>
            <a:r>
              <a:rPr lang="en-SG" sz="1600" b="1" i="0" noProof="0" dirty="0">
                <a:solidFill>
                  <a:srgbClr val="FF0000"/>
                </a:solidFill>
                <a:effectLst/>
              </a:rPr>
              <a:t>, </a:t>
            </a:r>
            <a:r>
              <a:rPr lang="en-SG" sz="1600" b="1" i="0" noProof="0" dirty="0">
                <a:solidFill>
                  <a:srgbClr val="FF0000"/>
                </a:solidFill>
                <a:effectLst/>
                <a:hlinkClick r:id="rId28" action="ppaction://hlinksldjump"/>
              </a:rPr>
              <a:t>28</a:t>
            </a:r>
            <a:r>
              <a:rPr lang="en-SG" sz="1600" b="1" dirty="0">
                <a:solidFill>
                  <a:srgbClr val="FF0000"/>
                </a:solidFill>
              </a:rPr>
              <a:t> </a:t>
            </a:r>
            <a:endParaRPr lang="en-SG" sz="1600" b="1" i="0" noProof="0" dirty="0">
              <a:solidFill>
                <a:srgbClr val="FF0000"/>
              </a:solidFill>
              <a:effectLst/>
            </a:endParaRPr>
          </a:p>
        </p:txBody>
      </p:sp>
      <p:sp>
        <p:nvSpPr>
          <p:cNvPr id="7" name="TextBox 6">
            <a:extLst>
              <a:ext uri="{FF2B5EF4-FFF2-40B4-BE49-F238E27FC236}">
                <a16:creationId xmlns:a16="http://schemas.microsoft.com/office/drawing/2014/main" id="{0B6C5055-8A30-E162-31D1-0DB0F7165D0E}"/>
              </a:ext>
            </a:extLst>
          </p:cNvPr>
          <p:cNvSpPr txBox="1"/>
          <p:nvPr/>
        </p:nvSpPr>
        <p:spPr>
          <a:xfrm>
            <a:off x="1274906" y="1811842"/>
            <a:ext cx="9971025"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accent2"/>
                </a:solidFill>
                <a:effectLst/>
              </a:rPr>
              <a:t>For Inputs – Slide </a:t>
            </a:r>
            <a:r>
              <a:rPr lang="en-SG" sz="1600" b="1" i="0" noProof="0" dirty="0">
                <a:solidFill>
                  <a:schemeClr val="accent2"/>
                </a:solidFill>
                <a:effectLst/>
                <a:hlinkClick r:id="rId29" action="ppaction://hlinksldjump"/>
              </a:rPr>
              <a:t>16</a:t>
            </a:r>
            <a:r>
              <a:rPr lang="en-SG" sz="1600" b="1" i="0" noProof="0" dirty="0">
                <a:solidFill>
                  <a:schemeClr val="accent2"/>
                </a:solidFill>
                <a:effectLst/>
              </a:rPr>
              <a:t>, </a:t>
            </a:r>
            <a:r>
              <a:rPr lang="en-SG" sz="1600" b="1" i="0" noProof="0" dirty="0">
                <a:solidFill>
                  <a:schemeClr val="accent2"/>
                </a:solidFill>
                <a:effectLst/>
                <a:hlinkClick r:id="rId30" action="ppaction://hlinksldjump"/>
              </a:rPr>
              <a:t>17</a:t>
            </a:r>
            <a:r>
              <a:rPr lang="en-SG" sz="1600" b="1" i="0" noProof="0" dirty="0">
                <a:solidFill>
                  <a:schemeClr val="accent2"/>
                </a:solidFill>
                <a:effectLst/>
              </a:rPr>
              <a:t>, </a:t>
            </a:r>
            <a:r>
              <a:rPr lang="en-SG" sz="1600" b="1" i="0" noProof="0" dirty="0">
                <a:solidFill>
                  <a:schemeClr val="accent2"/>
                </a:solidFill>
                <a:effectLst/>
                <a:hlinkClick r:id="rId31" action="ppaction://hlinksldjump"/>
              </a:rPr>
              <a:t>22</a:t>
            </a:r>
            <a:r>
              <a:rPr lang="en-SG" sz="1600" b="1" i="0" noProof="0" dirty="0">
                <a:solidFill>
                  <a:schemeClr val="accent2"/>
                </a:solidFill>
                <a:effectLst/>
              </a:rPr>
              <a:t>, </a:t>
            </a:r>
            <a:r>
              <a:rPr lang="en-SG" sz="1600" b="1" i="0" noProof="0" dirty="0">
                <a:solidFill>
                  <a:schemeClr val="accent2"/>
                </a:solidFill>
                <a:effectLst/>
                <a:hlinkClick r:id="rId32" action="ppaction://hlinksldjump"/>
              </a:rPr>
              <a:t>27</a:t>
            </a:r>
            <a:r>
              <a:rPr lang="en-SG" sz="1600" b="1" i="0" noProof="0" dirty="0">
                <a:solidFill>
                  <a:schemeClr val="accent2"/>
                </a:solidFill>
                <a:effectLst/>
              </a:rPr>
              <a:t>, </a:t>
            </a:r>
            <a:r>
              <a:rPr lang="en-SG" sz="1600" b="1" i="0" noProof="0" dirty="0">
                <a:solidFill>
                  <a:schemeClr val="accent2"/>
                </a:solidFill>
                <a:effectLst/>
                <a:hlinkClick r:id="rId33" action="ppaction://hlinksldjump"/>
              </a:rPr>
              <a:t>35</a:t>
            </a:r>
            <a:r>
              <a:rPr lang="en-SG" sz="1600" b="1" i="0" noProof="0" dirty="0">
                <a:solidFill>
                  <a:schemeClr val="accent2"/>
                </a:solidFill>
                <a:effectLst/>
              </a:rPr>
              <a:t> </a:t>
            </a:r>
          </a:p>
        </p:txBody>
      </p:sp>
      <p:pic>
        <p:nvPicPr>
          <p:cNvPr id="2052" name="Picture 4" descr="Confirm Generic Blue icon | Freepik">
            <a:extLst>
              <a:ext uri="{FF2B5EF4-FFF2-40B4-BE49-F238E27FC236}">
                <a16:creationId xmlns:a16="http://schemas.microsoft.com/office/drawing/2014/main" id="{59515181-C26F-8F14-7758-0805337309E1}"/>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838200" y="1200414"/>
            <a:ext cx="425507" cy="42550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Icon Of A Rounded Red Exclamation Sign In, Excitement, Caution, Beware PNG  Transparent Image and Clipart for Free Download">
            <a:extLst>
              <a:ext uri="{FF2B5EF4-FFF2-40B4-BE49-F238E27FC236}">
                <a16:creationId xmlns:a16="http://schemas.microsoft.com/office/drawing/2014/main" id="{4F3D41BF-6E2C-BEC9-0DC4-79513C325DA5}"/>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858522" y="2654751"/>
            <a:ext cx="396000" cy="39600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Question mark - Free ui icons">
            <a:extLst>
              <a:ext uri="{FF2B5EF4-FFF2-40B4-BE49-F238E27FC236}">
                <a16:creationId xmlns:a16="http://schemas.microsoft.com/office/drawing/2014/main" id="{16569210-3FFC-6997-67E4-EAA29463488C}"/>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838200" y="1815316"/>
            <a:ext cx="436707" cy="436707"/>
          </a:xfrm>
          <a:prstGeom prst="rect">
            <a:avLst/>
          </a:prstGeom>
          <a:noFill/>
          <a:extLst>
            <a:ext uri="{909E8E84-426E-40DD-AFC4-6F175D3DCCD1}">
              <a14:hiddenFill xmlns:a14="http://schemas.microsoft.com/office/drawing/2010/main">
                <a:solidFill>
                  <a:srgbClr val="FFFFFF"/>
                </a:solidFill>
              </a14:hiddenFill>
            </a:ext>
          </a:extLst>
        </p:spPr>
      </p:pic>
      <p:sp>
        <p:nvSpPr>
          <p:cNvPr id="11" name="Footer Placeholder 3">
            <a:extLst>
              <a:ext uri="{FF2B5EF4-FFF2-40B4-BE49-F238E27FC236}">
                <a16:creationId xmlns:a16="http://schemas.microsoft.com/office/drawing/2014/main" id="{32AEC50C-7C8C-0578-DFC8-664F69C90E6F}"/>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12" name="Title 1">
            <a:extLst>
              <a:ext uri="{FF2B5EF4-FFF2-40B4-BE49-F238E27FC236}">
                <a16:creationId xmlns:a16="http://schemas.microsoft.com/office/drawing/2014/main" id="{9CB350FC-E416-D3B3-645C-35194D5FD6A1}"/>
              </a:ext>
            </a:extLst>
          </p:cNvPr>
          <p:cNvSpPr txBox="1">
            <a:spLocks/>
          </p:cNvSpPr>
          <p:nvPr/>
        </p:nvSpPr>
        <p:spPr>
          <a:xfrm>
            <a:off x="1263708" y="1408353"/>
            <a:ext cx="10314268" cy="3960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b="0" noProof="0" dirty="0"/>
              <a:t>Reading is optional. Participants may review the slide if useful, but no response is expected by IRAS.</a:t>
            </a:r>
            <a:endParaRPr lang="en-SG" b="0" noProof="0" dirty="0"/>
          </a:p>
        </p:txBody>
      </p:sp>
      <p:sp>
        <p:nvSpPr>
          <p:cNvPr id="13" name="Title 1">
            <a:extLst>
              <a:ext uri="{FF2B5EF4-FFF2-40B4-BE49-F238E27FC236}">
                <a16:creationId xmlns:a16="http://schemas.microsoft.com/office/drawing/2014/main" id="{577FB6ED-BA2C-23D8-E0CD-277330E2B873}"/>
              </a:ext>
            </a:extLst>
          </p:cNvPr>
          <p:cNvSpPr txBox="1">
            <a:spLocks/>
          </p:cNvSpPr>
          <p:nvPr/>
        </p:nvSpPr>
        <p:spPr>
          <a:xfrm>
            <a:off x="1263707" y="2922766"/>
            <a:ext cx="10164561" cy="4367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b="0" noProof="0" dirty="0">
                <a:solidFill>
                  <a:srgbClr val="FF0000"/>
                </a:solidFill>
              </a:rPr>
              <a:t>Participants are expected to review the slide and provide a response or comments, as IRAS is seeking confirmation of the proposed position or design.</a:t>
            </a:r>
            <a:endParaRPr lang="en-SG" b="0" noProof="0" dirty="0">
              <a:solidFill>
                <a:srgbClr val="FF0000"/>
              </a:solidFill>
            </a:endParaRPr>
          </a:p>
        </p:txBody>
      </p:sp>
      <p:sp>
        <p:nvSpPr>
          <p:cNvPr id="14" name="Title 1">
            <a:extLst>
              <a:ext uri="{FF2B5EF4-FFF2-40B4-BE49-F238E27FC236}">
                <a16:creationId xmlns:a16="http://schemas.microsoft.com/office/drawing/2014/main" id="{1838FA57-7B77-C5D0-1BB8-FE8E5A74257F}"/>
              </a:ext>
            </a:extLst>
          </p:cNvPr>
          <p:cNvSpPr txBox="1">
            <a:spLocks/>
          </p:cNvSpPr>
          <p:nvPr/>
        </p:nvSpPr>
        <p:spPr>
          <a:xfrm>
            <a:off x="1274907" y="2095900"/>
            <a:ext cx="10164561" cy="4367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b="0" noProof="0" dirty="0">
                <a:solidFill>
                  <a:schemeClr val="accent2"/>
                </a:solidFill>
              </a:rPr>
              <a:t>Participants are encouraged to review the slide and provide comments, suggestions, or validation if they have any, but a response is not strictly required by IRAS.</a:t>
            </a:r>
            <a:endParaRPr lang="en-SG" b="0" noProof="0" dirty="0">
              <a:solidFill>
                <a:schemeClr val="accent2"/>
              </a:solidFill>
            </a:endParaRPr>
          </a:p>
        </p:txBody>
      </p:sp>
    </p:spTree>
    <p:extLst>
      <p:ext uri="{BB962C8B-B14F-4D97-AF65-F5344CB8AC3E}">
        <p14:creationId xmlns:p14="http://schemas.microsoft.com/office/powerpoint/2010/main" val="911620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E06FF-8F6A-46CB-615B-CEEB1A0E9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57983-8C9A-0276-0222-D1065BEC00B7}"/>
              </a:ext>
            </a:extLst>
          </p:cNvPr>
          <p:cNvSpPr>
            <a:spLocks noGrp="1"/>
          </p:cNvSpPr>
          <p:nvPr>
            <p:ph type="title"/>
          </p:nvPr>
        </p:nvSpPr>
        <p:spPr>
          <a:xfrm>
            <a:off x="838200" y="517769"/>
            <a:ext cx="10515600" cy="425507"/>
          </a:xfrm>
        </p:spPr>
        <p:txBody>
          <a:bodyPr>
            <a:noAutofit/>
          </a:bodyPr>
          <a:lstStyle/>
          <a:p>
            <a:r>
              <a:rPr lang="en-SG" sz="2800" noProof="0" dirty="0"/>
              <a:t>Topic Coverage / Scope Validation</a:t>
            </a:r>
          </a:p>
        </p:txBody>
      </p:sp>
      <p:sp>
        <p:nvSpPr>
          <p:cNvPr id="4" name="Slide Number Placeholder 3">
            <a:extLst>
              <a:ext uri="{FF2B5EF4-FFF2-40B4-BE49-F238E27FC236}">
                <a16:creationId xmlns:a16="http://schemas.microsoft.com/office/drawing/2014/main" id="{971ED886-6941-1E0B-6765-61584D3C0E2E}"/>
              </a:ext>
            </a:extLst>
          </p:cNvPr>
          <p:cNvSpPr>
            <a:spLocks noGrp="1"/>
          </p:cNvSpPr>
          <p:nvPr>
            <p:ph type="sldNum" sz="quarter" idx="12"/>
          </p:nvPr>
        </p:nvSpPr>
        <p:spPr/>
        <p:txBody>
          <a:bodyPr/>
          <a:lstStyle/>
          <a:p>
            <a:fld id="{5DF5AE18-F94A-B54C-9347-4CAFB5D76058}" type="slidenum">
              <a:rPr lang="en-SG" noProof="0" smtClean="0"/>
              <a:pPr/>
              <a:t>4</a:t>
            </a:fld>
            <a:endParaRPr lang="en-SG" noProof="0" dirty="0"/>
          </a:p>
        </p:txBody>
      </p:sp>
      <p:sp>
        <p:nvSpPr>
          <p:cNvPr id="5" name="Title 1">
            <a:extLst>
              <a:ext uri="{FF2B5EF4-FFF2-40B4-BE49-F238E27FC236}">
                <a16:creationId xmlns:a16="http://schemas.microsoft.com/office/drawing/2014/main" id="{BFA0DCCA-8F8A-A007-012A-DB6398698473}"/>
              </a:ext>
            </a:extLst>
          </p:cNvPr>
          <p:cNvSpPr txBox="1">
            <a:spLocks/>
          </p:cNvSpPr>
          <p:nvPr/>
        </p:nvSpPr>
        <p:spPr>
          <a:xfrm>
            <a:off x="838200" y="1723024"/>
            <a:ext cx="4679950" cy="228496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US" sz="1600" dirty="0"/>
              <a:t>Token Exchange Flow</a:t>
            </a:r>
          </a:p>
          <a:p>
            <a:r>
              <a:rPr lang="en-US" sz="1600" dirty="0"/>
              <a:t>Agent Identity</a:t>
            </a:r>
          </a:p>
          <a:p>
            <a:r>
              <a:rPr lang="en-US" sz="1600" dirty="0"/>
              <a:t>Identity Governance and Administration (IGA)</a:t>
            </a:r>
          </a:p>
          <a:p>
            <a:r>
              <a:rPr lang="en-US" sz="1600" dirty="0"/>
              <a:t>Identity Bootstrapping</a:t>
            </a:r>
          </a:p>
          <a:p>
            <a:r>
              <a:rPr lang="en-US" sz="1600" dirty="0"/>
              <a:t>Workload Identity Federation</a:t>
            </a:r>
          </a:p>
          <a:p>
            <a:r>
              <a:rPr lang="en-US" sz="1600" dirty="0"/>
              <a:t>Agent Identification / Implementation Approach</a:t>
            </a:r>
          </a:p>
          <a:p>
            <a:r>
              <a:rPr lang="en-US" sz="1600" dirty="0"/>
              <a:t>IRIN3 Access Management</a:t>
            </a:r>
          </a:p>
          <a:p>
            <a:r>
              <a:rPr lang="en-US" sz="1600" dirty="0"/>
              <a:t>Agent-Tool ABAC Policy</a:t>
            </a:r>
          </a:p>
          <a:p>
            <a:r>
              <a:rPr lang="en-US" sz="1600" dirty="0"/>
              <a:t>Custom App Roles for Non-IRIN3 tools</a:t>
            </a:r>
          </a:p>
          <a:p>
            <a:r>
              <a:rPr lang="en-US" sz="1600" dirty="0"/>
              <a:t>Agent-to-Agent (A2A) Security</a:t>
            </a:r>
          </a:p>
        </p:txBody>
      </p:sp>
      <p:sp>
        <p:nvSpPr>
          <p:cNvPr id="11" name="Footer Placeholder 3">
            <a:extLst>
              <a:ext uri="{FF2B5EF4-FFF2-40B4-BE49-F238E27FC236}">
                <a16:creationId xmlns:a16="http://schemas.microsoft.com/office/drawing/2014/main" id="{E19AD58F-5479-CCAF-E2E7-7DE9B78B52E7}"/>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8" name="TextBox 7">
            <a:extLst>
              <a:ext uri="{FF2B5EF4-FFF2-40B4-BE49-F238E27FC236}">
                <a16:creationId xmlns:a16="http://schemas.microsoft.com/office/drawing/2014/main" id="{8C106ACD-4565-33F4-43CB-3AB6D1813821}"/>
              </a:ext>
            </a:extLst>
          </p:cNvPr>
          <p:cNvSpPr txBox="1"/>
          <p:nvPr/>
        </p:nvSpPr>
        <p:spPr>
          <a:xfrm>
            <a:off x="1248020" y="4787740"/>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rPr>
              <a:t>For Confirmation</a:t>
            </a:r>
          </a:p>
        </p:txBody>
      </p:sp>
      <p:pic>
        <p:nvPicPr>
          <p:cNvPr id="9" name="Picture 14" descr="Icon Of A Rounded Red Exclamation Sign In, Excitement, Caution, Beware PNG  Transparent Image and Clipart for Free Download">
            <a:extLst>
              <a:ext uri="{FF2B5EF4-FFF2-40B4-BE49-F238E27FC236}">
                <a16:creationId xmlns:a16="http://schemas.microsoft.com/office/drawing/2014/main" id="{47F0D318-FC25-4CD6-52E8-DF206B6A2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722438"/>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215B0A76-0A2E-AD5D-77A5-534BC9A7DD77}"/>
              </a:ext>
            </a:extLst>
          </p:cNvPr>
          <p:cNvSpPr txBox="1">
            <a:spLocks/>
          </p:cNvSpPr>
          <p:nvPr/>
        </p:nvSpPr>
        <p:spPr>
          <a:xfrm>
            <a:off x="6820216" y="1555800"/>
            <a:ext cx="4122341" cy="28143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US" sz="1600" dirty="0"/>
              <a:t>Proof-of-Possession (</a:t>
            </a:r>
            <a:r>
              <a:rPr lang="en-US" sz="1600" dirty="0" err="1"/>
              <a:t>DPoP</a:t>
            </a:r>
            <a:r>
              <a:rPr lang="en-US" sz="1600" dirty="0"/>
              <a:t>)</a:t>
            </a:r>
          </a:p>
          <a:p>
            <a:r>
              <a:rPr lang="en-US" sz="1600" dirty="0"/>
              <a:t>Proof of </a:t>
            </a:r>
            <a:r>
              <a:rPr lang="en-US" sz="1600" dirty="0" err="1"/>
              <a:t>Authorisation</a:t>
            </a:r>
            <a:r>
              <a:rPr lang="en-US" sz="1600" dirty="0"/>
              <a:t> (</a:t>
            </a:r>
            <a:r>
              <a:rPr lang="en-US" sz="1600" dirty="0" err="1"/>
              <a:t>DPoA</a:t>
            </a:r>
            <a:r>
              <a:rPr lang="en-US" sz="1600" dirty="0"/>
              <a:t>) for HITL</a:t>
            </a:r>
          </a:p>
          <a:p>
            <a:r>
              <a:rPr lang="en-US" sz="1600" dirty="0"/>
              <a:t>Persistent Storage Encryption</a:t>
            </a:r>
            <a:br>
              <a:rPr lang="en-US" sz="1600" dirty="0"/>
            </a:br>
            <a:r>
              <a:rPr lang="en-US" sz="1600" dirty="0"/>
              <a:t>Persistent Storage Encryption</a:t>
            </a:r>
          </a:p>
          <a:p>
            <a:r>
              <a:rPr lang="en-US" sz="1600" dirty="0"/>
              <a:t>Trace Store / Observability</a:t>
            </a:r>
          </a:p>
          <a:p>
            <a:r>
              <a:rPr lang="en-US" sz="1600" dirty="0"/>
              <a:t>State Store / Agent Checkpoints</a:t>
            </a:r>
          </a:p>
          <a:p>
            <a:r>
              <a:rPr lang="en-US" sz="1600" dirty="0"/>
              <a:t>Policy and Guardrails</a:t>
            </a:r>
          </a:p>
          <a:p>
            <a:r>
              <a:rPr lang="en-US" sz="1600" dirty="0"/>
              <a:t>OWASP LLM Security Control Mapping</a:t>
            </a:r>
          </a:p>
          <a:p>
            <a:r>
              <a:rPr lang="en-US" sz="1600" dirty="0"/>
              <a:t>OWASP Agentic Security Control Mapping</a:t>
            </a:r>
          </a:p>
          <a:p>
            <a:r>
              <a:rPr lang="en-US" sz="1600" dirty="0"/>
              <a:t>AI Security Posture and Testing</a:t>
            </a:r>
          </a:p>
          <a:p>
            <a:r>
              <a:rPr lang="en-US" sz="1600" dirty="0"/>
              <a:t>Request Structure from AO to AIGP</a:t>
            </a:r>
            <a:endParaRPr lang="en-SG" sz="1600" noProof="0" dirty="0"/>
          </a:p>
        </p:txBody>
      </p:sp>
      <p:sp>
        <p:nvSpPr>
          <p:cNvPr id="16" name="TextBox 15">
            <a:extLst>
              <a:ext uri="{FF2B5EF4-FFF2-40B4-BE49-F238E27FC236}">
                <a16:creationId xmlns:a16="http://schemas.microsoft.com/office/drawing/2014/main" id="{F72E30C5-B65A-A21D-52BF-EBCA7388535D}"/>
              </a:ext>
            </a:extLst>
          </p:cNvPr>
          <p:cNvSpPr txBox="1"/>
          <p:nvPr/>
        </p:nvSpPr>
        <p:spPr>
          <a:xfrm>
            <a:off x="838200" y="5126294"/>
            <a:ext cx="10655314" cy="830997"/>
          </a:xfrm>
          <a:prstGeom prst="rect">
            <a:avLst/>
          </a:prstGeom>
          <a:noFill/>
        </p:spPr>
        <p:txBody>
          <a:bodyPr wrap="square">
            <a:spAutoFit/>
          </a:bodyPr>
          <a:lstStyle/>
          <a:p>
            <a:r>
              <a:rPr lang="en-US" sz="1600" b="1" noProof="0" dirty="0">
                <a:solidFill>
                  <a:srgbClr val="FF0000"/>
                </a:solidFill>
                <a:latin typeface="Source Sans Pro" panose="020B0503030403020204" pitchFamily="34" charset="0"/>
                <a:ea typeface="Source Sans Pro" panose="020B0503030403020204" pitchFamily="34" charset="0"/>
              </a:rPr>
              <a:t>Has IRAS covered all the security and identity topics for AO that should be included in the Blueprint?</a:t>
            </a:r>
          </a:p>
          <a:p>
            <a:r>
              <a:rPr lang="en-US" sz="1600" b="1" noProof="0" dirty="0">
                <a:solidFill>
                  <a:srgbClr val="FF0000"/>
                </a:solidFill>
                <a:latin typeface="Source Sans Pro" panose="020B0503030403020204" pitchFamily="34" charset="0"/>
                <a:ea typeface="Source Sans Pro" panose="020B0503030403020204" pitchFamily="34" charset="0"/>
              </a:rPr>
              <a:t>Yes / No</a:t>
            </a:r>
          </a:p>
          <a:p>
            <a:r>
              <a:rPr lang="en-US" sz="1600" b="1" noProof="0" dirty="0">
                <a:solidFill>
                  <a:srgbClr val="FF0000"/>
                </a:solidFill>
                <a:latin typeface="Source Sans Pro" panose="020B0503030403020204" pitchFamily="34" charset="0"/>
                <a:ea typeface="Source Sans Pro" panose="020B0503030403020204" pitchFamily="34" charset="0"/>
              </a:rPr>
              <a:t>If No: Please indicate the topics or areas that have not yet been included.</a:t>
            </a:r>
            <a:endParaRPr lang="en-SG" sz="1600" b="1" noProof="0" dirty="0">
              <a:solidFill>
                <a:srgbClr val="FF0000"/>
              </a:solidFill>
              <a:latin typeface="Source Sans Pro" panose="020B0503030403020204" pitchFamily="34" charset="0"/>
              <a:ea typeface="Source Sans Pro" panose="020B0503030403020204" pitchFamily="34" charset="0"/>
            </a:endParaRPr>
          </a:p>
        </p:txBody>
      </p:sp>
      <p:sp>
        <p:nvSpPr>
          <p:cNvPr id="17" name="Title 1">
            <a:extLst>
              <a:ext uri="{FF2B5EF4-FFF2-40B4-BE49-F238E27FC236}">
                <a16:creationId xmlns:a16="http://schemas.microsoft.com/office/drawing/2014/main" id="{F03C2C20-6AB3-1875-1A94-C3D6818972CE}"/>
              </a:ext>
            </a:extLst>
          </p:cNvPr>
          <p:cNvSpPr txBox="1">
            <a:spLocks/>
          </p:cNvSpPr>
          <p:nvPr/>
        </p:nvSpPr>
        <p:spPr>
          <a:xfrm>
            <a:off x="838199" y="1141119"/>
            <a:ext cx="9410205" cy="3377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2000" dirty="0"/>
              <a:t>Topics Covered For AO Security &amp; Identity so far</a:t>
            </a:r>
          </a:p>
        </p:txBody>
      </p:sp>
    </p:spTree>
    <p:extLst>
      <p:ext uri="{BB962C8B-B14F-4D97-AF65-F5344CB8AC3E}">
        <p14:creationId xmlns:p14="http://schemas.microsoft.com/office/powerpoint/2010/main" val="2449268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9573C-3447-FB8C-12A1-65B11457B2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38FD7-2B4A-3F4C-79AC-185E26859960}"/>
              </a:ext>
            </a:extLst>
          </p:cNvPr>
          <p:cNvSpPr>
            <a:spLocks noGrp="1"/>
          </p:cNvSpPr>
          <p:nvPr>
            <p:ph type="title"/>
          </p:nvPr>
        </p:nvSpPr>
        <p:spPr>
          <a:xfrm>
            <a:off x="901766" y="10620"/>
            <a:ext cx="10515600" cy="329254"/>
          </a:xfrm>
        </p:spPr>
        <p:txBody>
          <a:bodyPr>
            <a:normAutofit/>
          </a:bodyPr>
          <a:lstStyle/>
          <a:p>
            <a:r>
              <a:rPr lang="en-SG" sz="1200" noProof="0" dirty="0"/>
              <a:t>End-to-End Security Architecture/Flow – AO Perspective</a:t>
            </a:r>
          </a:p>
        </p:txBody>
      </p:sp>
      <p:sp>
        <p:nvSpPr>
          <p:cNvPr id="7" name="Rectangle 6">
            <a:extLst>
              <a:ext uri="{FF2B5EF4-FFF2-40B4-BE49-F238E27FC236}">
                <a16:creationId xmlns:a16="http://schemas.microsoft.com/office/drawing/2014/main" id="{1F479787-9B95-38A9-C449-B91A41E028B1}"/>
              </a:ext>
            </a:extLst>
          </p:cNvPr>
          <p:cNvSpPr/>
          <p:nvPr/>
        </p:nvSpPr>
        <p:spPr>
          <a:xfrm>
            <a:off x="990410" y="339874"/>
            <a:ext cx="7877997" cy="57817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 name="TextBox 7">
            <a:extLst>
              <a:ext uri="{FF2B5EF4-FFF2-40B4-BE49-F238E27FC236}">
                <a16:creationId xmlns:a16="http://schemas.microsoft.com/office/drawing/2014/main" id="{F4D30AD3-1C92-88C2-C88E-5A6E2310035F}"/>
              </a:ext>
            </a:extLst>
          </p:cNvPr>
          <p:cNvSpPr txBox="1"/>
          <p:nvPr/>
        </p:nvSpPr>
        <p:spPr>
          <a:xfrm>
            <a:off x="996409" y="339874"/>
            <a:ext cx="442750" cy="246221"/>
          </a:xfrm>
          <a:prstGeom prst="rect">
            <a:avLst/>
          </a:prstGeom>
          <a:noFill/>
        </p:spPr>
        <p:txBody>
          <a:bodyPr wrap="none" rtlCol="0">
            <a:spAutoFit/>
          </a:bodyPr>
          <a:lstStyle/>
          <a:p>
            <a:r>
              <a:rPr lang="en-SG" sz="1000" b="1" noProof="0" dirty="0">
                <a:solidFill>
                  <a:sysClr val="windowText" lastClr="000000"/>
                </a:solidFill>
              </a:rPr>
              <a:t>UDP</a:t>
            </a:r>
          </a:p>
        </p:txBody>
      </p:sp>
      <p:sp>
        <p:nvSpPr>
          <p:cNvPr id="9" name="Rectangle 8">
            <a:extLst>
              <a:ext uri="{FF2B5EF4-FFF2-40B4-BE49-F238E27FC236}">
                <a16:creationId xmlns:a16="http://schemas.microsoft.com/office/drawing/2014/main" id="{5BEB15FA-79B0-8372-D9D4-8E0842F5D83E}"/>
              </a:ext>
            </a:extLst>
          </p:cNvPr>
          <p:cNvSpPr/>
          <p:nvPr/>
        </p:nvSpPr>
        <p:spPr>
          <a:xfrm>
            <a:off x="2253570" y="415747"/>
            <a:ext cx="6561784" cy="5610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 name="TextBox 9">
            <a:extLst>
              <a:ext uri="{FF2B5EF4-FFF2-40B4-BE49-F238E27FC236}">
                <a16:creationId xmlns:a16="http://schemas.microsoft.com/office/drawing/2014/main" id="{DF2CF67C-EBD6-D461-6C80-49FB7CAF31D8}"/>
              </a:ext>
            </a:extLst>
          </p:cNvPr>
          <p:cNvSpPr txBox="1"/>
          <p:nvPr/>
        </p:nvSpPr>
        <p:spPr>
          <a:xfrm>
            <a:off x="2332349" y="415747"/>
            <a:ext cx="359394" cy="246221"/>
          </a:xfrm>
          <a:prstGeom prst="rect">
            <a:avLst/>
          </a:prstGeom>
          <a:noFill/>
        </p:spPr>
        <p:txBody>
          <a:bodyPr wrap="none" rtlCol="0">
            <a:spAutoFit/>
          </a:bodyPr>
          <a:lstStyle/>
          <a:p>
            <a:r>
              <a:rPr lang="en-SG" sz="1000" b="1" noProof="0" dirty="0"/>
              <a:t>AO</a:t>
            </a:r>
          </a:p>
        </p:txBody>
      </p:sp>
      <p:sp>
        <p:nvSpPr>
          <p:cNvPr id="11" name="Rectangle 10">
            <a:extLst>
              <a:ext uri="{FF2B5EF4-FFF2-40B4-BE49-F238E27FC236}">
                <a16:creationId xmlns:a16="http://schemas.microsoft.com/office/drawing/2014/main" id="{1E2E3F27-F336-126A-7D95-A55161AC6EF7}"/>
              </a:ext>
            </a:extLst>
          </p:cNvPr>
          <p:cNvSpPr/>
          <p:nvPr/>
        </p:nvSpPr>
        <p:spPr>
          <a:xfrm>
            <a:off x="9185967" y="2645628"/>
            <a:ext cx="2496349" cy="1244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2" name="TextBox 11">
            <a:extLst>
              <a:ext uri="{FF2B5EF4-FFF2-40B4-BE49-F238E27FC236}">
                <a16:creationId xmlns:a16="http://schemas.microsoft.com/office/drawing/2014/main" id="{D9EE6052-E983-56BD-E051-C0073C84B0C1}"/>
              </a:ext>
            </a:extLst>
          </p:cNvPr>
          <p:cNvSpPr txBox="1"/>
          <p:nvPr/>
        </p:nvSpPr>
        <p:spPr>
          <a:xfrm>
            <a:off x="9154991" y="2654969"/>
            <a:ext cx="471604" cy="246221"/>
          </a:xfrm>
          <a:prstGeom prst="rect">
            <a:avLst/>
          </a:prstGeom>
          <a:noFill/>
        </p:spPr>
        <p:txBody>
          <a:bodyPr wrap="none" rtlCol="0">
            <a:spAutoFit/>
          </a:bodyPr>
          <a:lstStyle/>
          <a:p>
            <a:r>
              <a:rPr lang="en-SG" sz="1000" b="1" noProof="0" dirty="0">
                <a:solidFill>
                  <a:sysClr val="windowText" lastClr="000000"/>
                </a:solidFill>
              </a:rPr>
              <a:t>AIGP</a:t>
            </a:r>
          </a:p>
        </p:txBody>
      </p:sp>
      <p:sp>
        <p:nvSpPr>
          <p:cNvPr id="13" name="Rectangle 12">
            <a:extLst>
              <a:ext uri="{FF2B5EF4-FFF2-40B4-BE49-F238E27FC236}">
                <a16:creationId xmlns:a16="http://schemas.microsoft.com/office/drawing/2014/main" id="{73E54825-7038-C434-CC3C-9AF711AB8206}"/>
              </a:ext>
            </a:extLst>
          </p:cNvPr>
          <p:cNvSpPr/>
          <p:nvPr/>
        </p:nvSpPr>
        <p:spPr>
          <a:xfrm>
            <a:off x="10082626" y="1574524"/>
            <a:ext cx="947604" cy="47473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4" name="TextBox 13">
            <a:extLst>
              <a:ext uri="{FF2B5EF4-FFF2-40B4-BE49-F238E27FC236}">
                <a16:creationId xmlns:a16="http://schemas.microsoft.com/office/drawing/2014/main" id="{F8C9959F-C8BC-D4ED-2E58-AC2966A0D908}"/>
              </a:ext>
            </a:extLst>
          </p:cNvPr>
          <p:cNvSpPr txBox="1"/>
          <p:nvPr/>
        </p:nvSpPr>
        <p:spPr>
          <a:xfrm>
            <a:off x="10167335" y="1668971"/>
            <a:ext cx="806631" cy="246221"/>
          </a:xfrm>
          <a:prstGeom prst="rect">
            <a:avLst/>
          </a:prstGeom>
          <a:noFill/>
        </p:spPr>
        <p:txBody>
          <a:bodyPr wrap="none" rtlCol="0">
            <a:spAutoFit/>
          </a:bodyPr>
          <a:lstStyle/>
          <a:p>
            <a:r>
              <a:rPr lang="en-SG" sz="1000" b="1" noProof="0" dirty="0">
                <a:solidFill>
                  <a:sysClr val="windowText" lastClr="000000"/>
                </a:solidFill>
              </a:rPr>
              <a:t>ForgeRock</a:t>
            </a:r>
          </a:p>
        </p:txBody>
      </p:sp>
      <p:sp>
        <p:nvSpPr>
          <p:cNvPr id="15" name="Rectangle 14">
            <a:extLst>
              <a:ext uri="{FF2B5EF4-FFF2-40B4-BE49-F238E27FC236}">
                <a16:creationId xmlns:a16="http://schemas.microsoft.com/office/drawing/2014/main" id="{475B6C1E-C45A-8092-EDBE-C5E456668977}"/>
              </a:ext>
            </a:extLst>
          </p:cNvPr>
          <p:cNvSpPr/>
          <p:nvPr/>
        </p:nvSpPr>
        <p:spPr>
          <a:xfrm>
            <a:off x="10082626" y="4666046"/>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6" name="TextBox 15">
            <a:extLst>
              <a:ext uri="{FF2B5EF4-FFF2-40B4-BE49-F238E27FC236}">
                <a16:creationId xmlns:a16="http://schemas.microsoft.com/office/drawing/2014/main" id="{0F33CA7C-8ECB-FDB3-1B3B-1E5A4B67B5F6}"/>
              </a:ext>
            </a:extLst>
          </p:cNvPr>
          <p:cNvSpPr txBox="1"/>
          <p:nvPr/>
        </p:nvSpPr>
        <p:spPr>
          <a:xfrm>
            <a:off x="10082626" y="4666046"/>
            <a:ext cx="994183" cy="246221"/>
          </a:xfrm>
          <a:prstGeom prst="rect">
            <a:avLst/>
          </a:prstGeom>
          <a:noFill/>
        </p:spPr>
        <p:txBody>
          <a:bodyPr wrap="none" rtlCol="0">
            <a:spAutoFit/>
          </a:bodyPr>
          <a:lstStyle/>
          <a:p>
            <a:r>
              <a:rPr lang="en-SG" sz="1000" noProof="0" dirty="0">
                <a:solidFill>
                  <a:sysClr val="windowText" lastClr="000000"/>
                </a:solidFill>
              </a:rPr>
              <a:t>Microservice A</a:t>
            </a:r>
          </a:p>
        </p:txBody>
      </p:sp>
      <p:sp>
        <p:nvSpPr>
          <p:cNvPr id="17" name="Rectangle 16">
            <a:extLst>
              <a:ext uri="{FF2B5EF4-FFF2-40B4-BE49-F238E27FC236}">
                <a16:creationId xmlns:a16="http://schemas.microsoft.com/office/drawing/2014/main" id="{4A469431-58FD-C189-C568-8E57B002D3BC}"/>
              </a:ext>
            </a:extLst>
          </p:cNvPr>
          <p:cNvSpPr/>
          <p:nvPr/>
        </p:nvSpPr>
        <p:spPr>
          <a:xfrm>
            <a:off x="10082626" y="5018116"/>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8" name="TextBox 17">
            <a:extLst>
              <a:ext uri="{FF2B5EF4-FFF2-40B4-BE49-F238E27FC236}">
                <a16:creationId xmlns:a16="http://schemas.microsoft.com/office/drawing/2014/main" id="{F9AC3A96-8885-F91E-8E8E-79FE9B76FCAA}"/>
              </a:ext>
            </a:extLst>
          </p:cNvPr>
          <p:cNvSpPr txBox="1"/>
          <p:nvPr/>
        </p:nvSpPr>
        <p:spPr>
          <a:xfrm>
            <a:off x="10082626" y="5018116"/>
            <a:ext cx="995785" cy="246221"/>
          </a:xfrm>
          <a:prstGeom prst="rect">
            <a:avLst/>
          </a:prstGeom>
          <a:noFill/>
        </p:spPr>
        <p:txBody>
          <a:bodyPr wrap="none" rtlCol="0">
            <a:spAutoFit/>
          </a:bodyPr>
          <a:lstStyle/>
          <a:p>
            <a:r>
              <a:rPr lang="en-SG" sz="1000" noProof="0" dirty="0">
                <a:solidFill>
                  <a:sysClr val="windowText" lastClr="000000"/>
                </a:solidFill>
              </a:rPr>
              <a:t>Microservice B</a:t>
            </a:r>
          </a:p>
        </p:txBody>
      </p:sp>
      <p:sp>
        <p:nvSpPr>
          <p:cNvPr id="19" name="Rectangle 18">
            <a:extLst>
              <a:ext uri="{FF2B5EF4-FFF2-40B4-BE49-F238E27FC236}">
                <a16:creationId xmlns:a16="http://schemas.microsoft.com/office/drawing/2014/main" id="{9D63A255-9825-9D7D-183C-69CEDBC7E072}"/>
              </a:ext>
            </a:extLst>
          </p:cNvPr>
          <p:cNvSpPr/>
          <p:nvPr/>
        </p:nvSpPr>
        <p:spPr>
          <a:xfrm>
            <a:off x="10082626" y="5370186"/>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0" name="TextBox 19">
            <a:extLst>
              <a:ext uri="{FF2B5EF4-FFF2-40B4-BE49-F238E27FC236}">
                <a16:creationId xmlns:a16="http://schemas.microsoft.com/office/drawing/2014/main" id="{D314E49B-1F03-30F6-05B2-0461AE43FE4D}"/>
              </a:ext>
            </a:extLst>
          </p:cNvPr>
          <p:cNvSpPr txBox="1"/>
          <p:nvPr/>
        </p:nvSpPr>
        <p:spPr>
          <a:xfrm>
            <a:off x="10082626" y="5370186"/>
            <a:ext cx="1007007" cy="246221"/>
          </a:xfrm>
          <a:prstGeom prst="rect">
            <a:avLst/>
          </a:prstGeom>
          <a:noFill/>
        </p:spPr>
        <p:txBody>
          <a:bodyPr wrap="none" rtlCol="0">
            <a:spAutoFit/>
          </a:bodyPr>
          <a:lstStyle/>
          <a:p>
            <a:r>
              <a:rPr lang="en-SG" sz="1000" noProof="0" dirty="0">
                <a:solidFill>
                  <a:sysClr val="windowText" lastClr="000000"/>
                </a:solidFill>
              </a:rPr>
              <a:t>Microservice C</a:t>
            </a:r>
          </a:p>
        </p:txBody>
      </p:sp>
      <p:pic>
        <p:nvPicPr>
          <p:cNvPr id="21" name="Picture 2" descr="User - Free social icons">
            <a:extLst>
              <a:ext uri="{FF2B5EF4-FFF2-40B4-BE49-F238E27FC236}">
                <a16:creationId xmlns:a16="http://schemas.microsoft.com/office/drawing/2014/main" id="{6456B29F-97C6-C9EE-A852-6034364A9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58" y="1673472"/>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F25A5A3B-C047-4F46-DDB3-7591217E2515}"/>
              </a:ext>
            </a:extLst>
          </p:cNvPr>
          <p:cNvSpPr txBox="1"/>
          <p:nvPr/>
        </p:nvSpPr>
        <p:spPr>
          <a:xfrm>
            <a:off x="200938" y="2067184"/>
            <a:ext cx="657552" cy="246221"/>
          </a:xfrm>
          <a:prstGeom prst="rect">
            <a:avLst/>
          </a:prstGeom>
          <a:noFill/>
        </p:spPr>
        <p:txBody>
          <a:bodyPr wrap="none" rtlCol="0">
            <a:spAutoFit/>
          </a:bodyPr>
          <a:lstStyle/>
          <a:p>
            <a:r>
              <a:rPr lang="en-SG" sz="1000" noProof="0" dirty="0"/>
              <a:t>TP Email</a:t>
            </a:r>
          </a:p>
        </p:txBody>
      </p:sp>
      <p:sp>
        <p:nvSpPr>
          <p:cNvPr id="24" name="Rectangle 23">
            <a:extLst>
              <a:ext uri="{FF2B5EF4-FFF2-40B4-BE49-F238E27FC236}">
                <a16:creationId xmlns:a16="http://schemas.microsoft.com/office/drawing/2014/main" id="{27054D51-3EA9-AD2B-F3AB-38B281B438B3}"/>
              </a:ext>
            </a:extLst>
          </p:cNvPr>
          <p:cNvSpPr/>
          <p:nvPr/>
        </p:nvSpPr>
        <p:spPr>
          <a:xfrm>
            <a:off x="2332350" y="1356161"/>
            <a:ext cx="2927211" cy="14891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9" name="Rectangle 28">
            <a:extLst>
              <a:ext uri="{FF2B5EF4-FFF2-40B4-BE49-F238E27FC236}">
                <a16:creationId xmlns:a16="http://schemas.microsoft.com/office/drawing/2014/main" id="{40BCC82A-CDBE-AC46-4F81-5026F482314D}"/>
              </a:ext>
            </a:extLst>
          </p:cNvPr>
          <p:cNvSpPr/>
          <p:nvPr/>
        </p:nvSpPr>
        <p:spPr>
          <a:xfrm>
            <a:off x="8959795" y="339874"/>
            <a:ext cx="3062158" cy="577811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0" name="TextBox 29">
            <a:extLst>
              <a:ext uri="{FF2B5EF4-FFF2-40B4-BE49-F238E27FC236}">
                <a16:creationId xmlns:a16="http://schemas.microsoft.com/office/drawing/2014/main" id="{171F59CA-116C-804C-6C42-322FA34DED47}"/>
              </a:ext>
            </a:extLst>
          </p:cNvPr>
          <p:cNvSpPr txBox="1"/>
          <p:nvPr/>
        </p:nvSpPr>
        <p:spPr>
          <a:xfrm>
            <a:off x="8959795" y="349215"/>
            <a:ext cx="505267" cy="246221"/>
          </a:xfrm>
          <a:prstGeom prst="rect">
            <a:avLst/>
          </a:prstGeom>
          <a:noFill/>
        </p:spPr>
        <p:txBody>
          <a:bodyPr wrap="none" rtlCol="0">
            <a:spAutoFit/>
          </a:bodyPr>
          <a:lstStyle/>
          <a:p>
            <a:r>
              <a:rPr lang="en-SG" sz="1000" b="1" noProof="0" dirty="0">
                <a:solidFill>
                  <a:sysClr val="windowText" lastClr="000000"/>
                </a:solidFill>
              </a:rPr>
              <a:t>IRIN3</a:t>
            </a:r>
          </a:p>
        </p:txBody>
      </p:sp>
      <p:sp>
        <p:nvSpPr>
          <p:cNvPr id="31" name="Rectangle 30">
            <a:extLst>
              <a:ext uri="{FF2B5EF4-FFF2-40B4-BE49-F238E27FC236}">
                <a16:creationId xmlns:a16="http://schemas.microsoft.com/office/drawing/2014/main" id="{E889B758-58CE-F911-8721-CBEE4581038E}"/>
              </a:ext>
            </a:extLst>
          </p:cNvPr>
          <p:cNvSpPr/>
          <p:nvPr/>
        </p:nvSpPr>
        <p:spPr>
          <a:xfrm>
            <a:off x="2677960" y="1793274"/>
            <a:ext cx="864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2" name="TextBox 31">
            <a:extLst>
              <a:ext uri="{FF2B5EF4-FFF2-40B4-BE49-F238E27FC236}">
                <a16:creationId xmlns:a16="http://schemas.microsoft.com/office/drawing/2014/main" id="{82F54AE4-430D-8D9F-99FD-50C04B5AAF1F}"/>
              </a:ext>
            </a:extLst>
          </p:cNvPr>
          <p:cNvSpPr txBox="1"/>
          <p:nvPr/>
        </p:nvSpPr>
        <p:spPr>
          <a:xfrm>
            <a:off x="2855547" y="1797640"/>
            <a:ext cx="542024" cy="215444"/>
          </a:xfrm>
          <a:prstGeom prst="rect">
            <a:avLst/>
          </a:prstGeom>
          <a:noFill/>
        </p:spPr>
        <p:txBody>
          <a:bodyPr wrap="square" rtlCol="0">
            <a:spAutoFit/>
          </a:bodyPr>
          <a:lstStyle/>
          <a:p>
            <a:r>
              <a:rPr lang="en-SG" sz="800" noProof="0" dirty="0">
                <a:solidFill>
                  <a:sysClr val="windowText" lastClr="000000"/>
                </a:solidFill>
              </a:rPr>
              <a:t>Agent A</a:t>
            </a:r>
          </a:p>
        </p:txBody>
      </p:sp>
      <p:sp>
        <p:nvSpPr>
          <p:cNvPr id="35" name="Rectangle 34">
            <a:extLst>
              <a:ext uri="{FF2B5EF4-FFF2-40B4-BE49-F238E27FC236}">
                <a16:creationId xmlns:a16="http://schemas.microsoft.com/office/drawing/2014/main" id="{5890849C-13D2-B1C0-CF8E-B79079022792}"/>
              </a:ext>
            </a:extLst>
          </p:cNvPr>
          <p:cNvSpPr/>
          <p:nvPr/>
        </p:nvSpPr>
        <p:spPr>
          <a:xfrm>
            <a:off x="1212975" y="2559030"/>
            <a:ext cx="964640" cy="31540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6" name="TextBox 35">
            <a:extLst>
              <a:ext uri="{FF2B5EF4-FFF2-40B4-BE49-F238E27FC236}">
                <a16:creationId xmlns:a16="http://schemas.microsoft.com/office/drawing/2014/main" id="{416D8BD7-092D-AD98-9A50-7E9B8F3354B8}"/>
              </a:ext>
            </a:extLst>
          </p:cNvPr>
          <p:cNvSpPr txBox="1"/>
          <p:nvPr/>
        </p:nvSpPr>
        <p:spPr>
          <a:xfrm>
            <a:off x="1300349" y="2595263"/>
            <a:ext cx="768160" cy="261610"/>
          </a:xfrm>
          <a:prstGeom prst="rect">
            <a:avLst/>
          </a:prstGeom>
          <a:noFill/>
        </p:spPr>
        <p:txBody>
          <a:bodyPr wrap="square" rtlCol="0">
            <a:spAutoFit/>
          </a:bodyPr>
          <a:lstStyle/>
          <a:p>
            <a:pPr algn="ctr"/>
            <a:r>
              <a:rPr lang="en-SG" sz="1100" noProof="0" dirty="0"/>
              <a:t>SWEE 2.0</a:t>
            </a:r>
          </a:p>
        </p:txBody>
      </p:sp>
      <p:cxnSp>
        <p:nvCxnSpPr>
          <p:cNvPr id="43" name="Connector: Elbow 42">
            <a:extLst>
              <a:ext uri="{FF2B5EF4-FFF2-40B4-BE49-F238E27FC236}">
                <a16:creationId xmlns:a16="http://schemas.microsoft.com/office/drawing/2014/main" id="{097B1F82-CCDA-CDB5-A0B3-670CF123B12A}"/>
              </a:ext>
            </a:extLst>
          </p:cNvPr>
          <p:cNvCxnSpPr>
            <a:stCxn id="22" idx="2"/>
            <a:endCxn id="35" idx="1"/>
          </p:cNvCxnSpPr>
          <p:nvPr/>
        </p:nvCxnSpPr>
        <p:spPr>
          <a:xfrm rot="16200000" flipH="1">
            <a:off x="669680" y="2173438"/>
            <a:ext cx="403328" cy="683261"/>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44" name="Connector: Elbow 43">
            <a:extLst>
              <a:ext uri="{FF2B5EF4-FFF2-40B4-BE49-F238E27FC236}">
                <a16:creationId xmlns:a16="http://schemas.microsoft.com/office/drawing/2014/main" id="{6232ED01-065F-ABD3-5B99-6139F6E110CF}"/>
              </a:ext>
            </a:extLst>
          </p:cNvPr>
          <p:cNvCxnSpPr>
            <a:cxnSpLocks/>
          </p:cNvCxnSpPr>
          <p:nvPr/>
        </p:nvCxnSpPr>
        <p:spPr>
          <a:xfrm rot="16200000" flipH="1">
            <a:off x="2119491" y="2443889"/>
            <a:ext cx="2198908" cy="3060000"/>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pic>
        <p:nvPicPr>
          <p:cNvPr id="49" name="Picture 2" descr="User - Free social icons">
            <a:extLst>
              <a:ext uri="{FF2B5EF4-FFF2-40B4-BE49-F238E27FC236}">
                <a16:creationId xmlns:a16="http://schemas.microsoft.com/office/drawing/2014/main" id="{62996B73-4F87-051A-9915-38B50ECE59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57" y="5401421"/>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CA8ADCF7-EEDF-42A8-252A-C588728F588B}"/>
              </a:ext>
            </a:extLst>
          </p:cNvPr>
          <p:cNvSpPr txBox="1"/>
          <p:nvPr/>
        </p:nvSpPr>
        <p:spPr>
          <a:xfrm>
            <a:off x="253658" y="5795133"/>
            <a:ext cx="564578" cy="246221"/>
          </a:xfrm>
          <a:prstGeom prst="rect">
            <a:avLst/>
          </a:prstGeom>
          <a:noFill/>
        </p:spPr>
        <p:txBody>
          <a:bodyPr wrap="none" rtlCol="0">
            <a:spAutoFit/>
          </a:bodyPr>
          <a:lstStyle/>
          <a:p>
            <a:r>
              <a:rPr lang="en-SG" sz="1000" noProof="0" dirty="0"/>
              <a:t>Officer</a:t>
            </a:r>
          </a:p>
        </p:txBody>
      </p:sp>
      <p:sp>
        <p:nvSpPr>
          <p:cNvPr id="51" name="Rectangle 50">
            <a:extLst>
              <a:ext uri="{FF2B5EF4-FFF2-40B4-BE49-F238E27FC236}">
                <a16:creationId xmlns:a16="http://schemas.microsoft.com/office/drawing/2014/main" id="{BB6DD119-99D7-6430-D0AB-5B45A45F5B36}"/>
              </a:ext>
            </a:extLst>
          </p:cNvPr>
          <p:cNvSpPr/>
          <p:nvPr/>
        </p:nvSpPr>
        <p:spPr>
          <a:xfrm>
            <a:off x="10607356" y="3007185"/>
            <a:ext cx="975386" cy="6107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2" name="TextBox 51">
            <a:extLst>
              <a:ext uri="{FF2B5EF4-FFF2-40B4-BE49-F238E27FC236}">
                <a16:creationId xmlns:a16="http://schemas.microsoft.com/office/drawing/2014/main" id="{E72308B7-768D-B06A-F3B7-8F59D817E424}"/>
              </a:ext>
            </a:extLst>
          </p:cNvPr>
          <p:cNvSpPr txBox="1"/>
          <p:nvPr/>
        </p:nvSpPr>
        <p:spPr>
          <a:xfrm>
            <a:off x="10683310" y="3189460"/>
            <a:ext cx="894965" cy="246221"/>
          </a:xfrm>
          <a:prstGeom prst="rect">
            <a:avLst/>
          </a:prstGeom>
          <a:noFill/>
        </p:spPr>
        <p:txBody>
          <a:bodyPr wrap="square" rtlCol="0">
            <a:spAutoFit/>
          </a:bodyPr>
          <a:lstStyle/>
          <a:p>
            <a:r>
              <a:rPr lang="en-SG" sz="1000" b="1" noProof="0" dirty="0">
                <a:solidFill>
                  <a:sysClr val="windowText" lastClr="000000"/>
                </a:solidFill>
              </a:rPr>
              <a:t>MCP Server</a:t>
            </a:r>
          </a:p>
        </p:txBody>
      </p:sp>
      <p:cxnSp>
        <p:nvCxnSpPr>
          <p:cNvPr id="53" name="Connector: Elbow 52">
            <a:extLst>
              <a:ext uri="{FF2B5EF4-FFF2-40B4-BE49-F238E27FC236}">
                <a16:creationId xmlns:a16="http://schemas.microsoft.com/office/drawing/2014/main" id="{3A1BBD22-7187-8FCC-6BAF-B27AB4AD0A9F}"/>
              </a:ext>
            </a:extLst>
          </p:cNvPr>
          <p:cNvCxnSpPr>
            <a:cxnSpLocks/>
          </p:cNvCxnSpPr>
          <p:nvPr/>
        </p:nvCxnSpPr>
        <p:spPr>
          <a:xfrm flipH="1">
            <a:off x="11078411" y="3278707"/>
            <a:ext cx="504331" cy="1828655"/>
          </a:xfrm>
          <a:prstGeom prst="bentConnector3">
            <a:avLst>
              <a:gd name="adj1" fmla="val -45327"/>
            </a:avLst>
          </a:prstGeom>
          <a:ln w="3175">
            <a:tailEnd type="triangle"/>
          </a:ln>
        </p:spPr>
        <p:style>
          <a:lnRef idx="2">
            <a:schemeClr val="dk1"/>
          </a:lnRef>
          <a:fillRef idx="0">
            <a:schemeClr val="dk1"/>
          </a:fillRef>
          <a:effectRef idx="1">
            <a:schemeClr val="dk1"/>
          </a:effectRef>
          <a:fontRef idx="minor">
            <a:schemeClr val="tx1"/>
          </a:fontRef>
        </p:style>
      </p:cxnSp>
      <p:sp>
        <p:nvSpPr>
          <p:cNvPr id="54" name="Rectangle 53">
            <a:extLst>
              <a:ext uri="{FF2B5EF4-FFF2-40B4-BE49-F238E27FC236}">
                <a16:creationId xmlns:a16="http://schemas.microsoft.com/office/drawing/2014/main" id="{BCB83F15-0DF7-BB35-887A-A598E11BBD76}"/>
              </a:ext>
            </a:extLst>
          </p:cNvPr>
          <p:cNvSpPr/>
          <p:nvPr/>
        </p:nvSpPr>
        <p:spPr>
          <a:xfrm>
            <a:off x="2847600" y="5347677"/>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5" name="TextBox 54">
            <a:extLst>
              <a:ext uri="{FF2B5EF4-FFF2-40B4-BE49-F238E27FC236}">
                <a16:creationId xmlns:a16="http://schemas.microsoft.com/office/drawing/2014/main" id="{3F8C4D30-A214-4A98-9907-31093385A9FC}"/>
              </a:ext>
            </a:extLst>
          </p:cNvPr>
          <p:cNvSpPr txBox="1"/>
          <p:nvPr/>
        </p:nvSpPr>
        <p:spPr>
          <a:xfrm>
            <a:off x="2794724" y="5474411"/>
            <a:ext cx="1353256" cy="246221"/>
          </a:xfrm>
          <a:prstGeom prst="rect">
            <a:avLst/>
          </a:prstGeom>
          <a:noFill/>
        </p:spPr>
        <p:txBody>
          <a:bodyPr wrap="none" rtlCol="0">
            <a:spAutoFit/>
          </a:bodyPr>
          <a:lstStyle/>
          <a:p>
            <a:pPr algn="ctr"/>
            <a:r>
              <a:rPr lang="en-SG" sz="1000" noProof="0" dirty="0"/>
              <a:t>HITL Approval Queue</a:t>
            </a:r>
          </a:p>
        </p:txBody>
      </p:sp>
      <p:sp>
        <p:nvSpPr>
          <p:cNvPr id="60" name="Oval 59">
            <a:extLst>
              <a:ext uri="{FF2B5EF4-FFF2-40B4-BE49-F238E27FC236}">
                <a16:creationId xmlns:a16="http://schemas.microsoft.com/office/drawing/2014/main" id="{C445DF48-CC76-31B9-6392-40EF391AD1AA}"/>
              </a:ext>
            </a:extLst>
          </p:cNvPr>
          <p:cNvSpPr/>
          <p:nvPr/>
        </p:nvSpPr>
        <p:spPr>
          <a:xfrm>
            <a:off x="1124476" y="3759552"/>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1</a:t>
            </a:r>
          </a:p>
        </p:txBody>
      </p:sp>
      <p:sp>
        <p:nvSpPr>
          <p:cNvPr id="61" name="TextBox 60">
            <a:extLst>
              <a:ext uri="{FF2B5EF4-FFF2-40B4-BE49-F238E27FC236}">
                <a16:creationId xmlns:a16="http://schemas.microsoft.com/office/drawing/2014/main" id="{7D0A78E4-FBAA-65FC-EFB9-D8337BF82609}"/>
              </a:ext>
            </a:extLst>
          </p:cNvPr>
          <p:cNvSpPr txBox="1"/>
          <p:nvPr/>
        </p:nvSpPr>
        <p:spPr>
          <a:xfrm>
            <a:off x="1379169" y="3785662"/>
            <a:ext cx="898003" cy="261610"/>
          </a:xfrm>
          <a:prstGeom prst="rect">
            <a:avLst/>
          </a:prstGeom>
          <a:noFill/>
        </p:spPr>
        <p:txBody>
          <a:bodyPr wrap="none" rtlCol="0">
            <a:spAutoFit/>
          </a:bodyPr>
          <a:lstStyle/>
          <a:p>
            <a:pPr algn="ctr"/>
            <a:r>
              <a:rPr lang="en-SG" sz="1100" noProof="0" dirty="0"/>
              <a:t>AO Gateway</a:t>
            </a:r>
          </a:p>
        </p:txBody>
      </p:sp>
      <p:sp>
        <p:nvSpPr>
          <p:cNvPr id="63" name="Oval 62">
            <a:extLst>
              <a:ext uri="{FF2B5EF4-FFF2-40B4-BE49-F238E27FC236}">
                <a16:creationId xmlns:a16="http://schemas.microsoft.com/office/drawing/2014/main" id="{7FF12B19-3F98-C8E2-5BC8-9BC715447D8C}"/>
              </a:ext>
            </a:extLst>
          </p:cNvPr>
          <p:cNvSpPr/>
          <p:nvPr/>
        </p:nvSpPr>
        <p:spPr>
          <a:xfrm>
            <a:off x="3822185" y="1643245"/>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noProof="0" dirty="0"/>
              <a:t>2</a:t>
            </a:r>
          </a:p>
        </p:txBody>
      </p:sp>
      <p:sp>
        <p:nvSpPr>
          <p:cNvPr id="64" name="TextBox 63">
            <a:extLst>
              <a:ext uri="{FF2B5EF4-FFF2-40B4-BE49-F238E27FC236}">
                <a16:creationId xmlns:a16="http://schemas.microsoft.com/office/drawing/2014/main" id="{A71A29C3-A5DB-034D-FE3C-260EEDD79A4E}"/>
              </a:ext>
            </a:extLst>
          </p:cNvPr>
          <p:cNvSpPr txBox="1"/>
          <p:nvPr/>
        </p:nvSpPr>
        <p:spPr>
          <a:xfrm>
            <a:off x="3975235" y="1610514"/>
            <a:ext cx="1284326" cy="230832"/>
          </a:xfrm>
          <a:prstGeom prst="rect">
            <a:avLst/>
          </a:prstGeom>
          <a:noFill/>
        </p:spPr>
        <p:txBody>
          <a:bodyPr wrap="none" rtlCol="0">
            <a:spAutoFit/>
          </a:bodyPr>
          <a:lstStyle/>
          <a:p>
            <a:pPr algn="ctr"/>
            <a:r>
              <a:rPr lang="en-SG" sz="900" noProof="0" dirty="0"/>
              <a:t>Identity Bootstrapping</a:t>
            </a:r>
          </a:p>
        </p:txBody>
      </p:sp>
      <p:sp>
        <p:nvSpPr>
          <p:cNvPr id="75" name="TextBox 74">
            <a:extLst>
              <a:ext uri="{FF2B5EF4-FFF2-40B4-BE49-F238E27FC236}">
                <a16:creationId xmlns:a16="http://schemas.microsoft.com/office/drawing/2014/main" id="{F2524562-6301-6579-7C96-0E9C31213E86}"/>
              </a:ext>
            </a:extLst>
          </p:cNvPr>
          <p:cNvSpPr txBox="1"/>
          <p:nvPr/>
        </p:nvSpPr>
        <p:spPr>
          <a:xfrm>
            <a:off x="946693" y="5253591"/>
            <a:ext cx="1383876" cy="338554"/>
          </a:xfrm>
          <a:prstGeom prst="rect">
            <a:avLst/>
          </a:prstGeom>
          <a:noFill/>
        </p:spPr>
        <p:txBody>
          <a:bodyPr wrap="square" rtlCol="0">
            <a:spAutoFit/>
          </a:bodyPr>
          <a:lstStyle/>
          <a:p>
            <a:pPr algn="ctr"/>
            <a:r>
              <a:rPr lang="en-SG" sz="800" noProof="0" dirty="0">
                <a:solidFill>
                  <a:schemeClr val="bg2">
                    <a:lumMod val="50000"/>
                  </a:schemeClr>
                </a:solidFill>
              </a:rPr>
              <a:t>8.a.3. Officer approves via SWEE UI</a:t>
            </a:r>
          </a:p>
        </p:txBody>
      </p:sp>
      <p:sp>
        <p:nvSpPr>
          <p:cNvPr id="82" name="TextBox 81">
            <a:extLst>
              <a:ext uri="{FF2B5EF4-FFF2-40B4-BE49-F238E27FC236}">
                <a16:creationId xmlns:a16="http://schemas.microsoft.com/office/drawing/2014/main" id="{98221D80-AF2E-EB7F-8101-DBE32EC92B71}"/>
              </a:ext>
            </a:extLst>
          </p:cNvPr>
          <p:cNvSpPr txBox="1"/>
          <p:nvPr/>
        </p:nvSpPr>
        <p:spPr>
          <a:xfrm>
            <a:off x="3995911" y="1751195"/>
            <a:ext cx="1226330" cy="415498"/>
          </a:xfrm>
          <a:prstGeom prst="rect">
            <a:avLst/>
          </a:prstGeom>
          <a:noFill/>
        </p:spPr>
        <p:txBody>
          <a:bodyPr wrap="square" rtlCol="0">
            <a:spAutoFit/>
          </a:bodyPr>
          <a:lstStyle/>
          <a:p>
            <a:r>
              <a:rPr lang="en-SG" sz="700" noProof="0" dirty="0">
                <a:solidFill>
                  <a:schemeClr val="bg2">
                    <a:lumMod val="50000"/>
                  </a:schemeClr>
                </a:solidFill>
              </a:rPr>
              <a:t>Local IMDS endpoint attests to container’s managed identity</a:t>
            </a:r>
          </a:p>
        </p:txBody>
      </p:sp>
      <p:sp>
        <p:nvSpPr>
          <p:cNvPr id="100" name="TextBox 99">
            <a:extLst>
              <a:ext uri="{FF2B5EF4-FFF2-40B4-BE49-F238E27FC236}">
                <a16:creationId xmlns:a16="http://schemas.microsoft.com/office/drawing/2014/main" id="{1205DB8E-63AE-6958-1CE6-2979378A2104}"/>
              </a:ext>
            </a:extLst>
          </p:cNvPr>
          <p:cNvSpPr txBox="1"/>
          <p:nvPr/>
        </p:nvSpPr>
        <p:spPr>
          <a:xfrm>
            <a:off x="2780732" y="1927613"/>
            <a:ext cx="696024" cy="184666"/>
          </a:xfrm>
          <a:prstGeom prst="rect">
            <a:avLst/>
          </a:prstGeom>
          <a:noFill/>
        </p:spPr>
        <p:txBody>
          <a:bodyPr wrap="none" rtlCol="0">
            <a:spAutoFit/>
          </a:bodyPr>
          <a:lstStyle/>
          <a:p>
            <a:r>
              <a:rPr lang="en-SG" sz="600" noProof="0" dirty="0">
                <a:solidFill>
                  <a:schemeClr val="bg2">
                    <a:lumMod val="50000"/>
                  </a:schemeClr>
                </a:solidFill>
              </a:rPr>
              <a:t>Container App*</a:t>
            </a:r>
          </a:p>
        </p:txBody>
      </p:sp>
      <p:sp>
        <p:nvSpPr>
          <p:cNvPr id="101" name="Rectangle 100">
            <a:extLst>
              <a:ext uri="{FF2B5EF4-FFF2-40B4-BE49-F238E27FC236}">
                <a16:creationId xmlns:a16="http://schemas.microsoft.com/office/drawing/2014/main" id="{A16FBF4A-F618-5D28-A8E6-11C08E6A5C1D}"/>
              </a:ext>
            </a:extLst>
          </p:cNvPr>
          <p:cNvSpPr/>
          <p:nvPr/>
        </p:nvSpPr>
        <p:spPr>
          <a:xfrm>
            <a:off x="2643318" y="2344579"/>
            <a:ext cx="931718"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2" name="TextBox 101">
            <a:extLst>
              <a:ext uri="{FF2B5EF4-FFF2-40B4-BE49-F238E27FC236}">
                <a16:creationId xmlns:a16="http://schemas.microsoft.com/office/drawing/2014/main" id="{594AE12D-3D7D-150F-C7B8-B567259B86C0}"/>
              </a:ext>
            </a:extLst>
          </p:cNvPr>
          <p:cNvSpPr txBox="1"/>
          <p:nvPr/>
        </p:nvSpPr>
        <p:spPr>
          <a:xfrm>
            <a:off x="2727787" y="2347547"/>
            <a:ext cx="798325" cy="338554"/>
          </a:xfrm>
          <a:prstGeom prst="rect">
            <a:avLst/>
          </a:prstGeom>
          <a:noFill/>
        </p:spPr>
        <p:txBody>
          <a:bodyPr wrap="square" rtlCol="0">
            <a:spAutoFit/>
          </a:bodyPr>
          <a:lstStyle/>
          <a:p>
            <a:pPr algn="ctr"/>
            <a:r>
              <a:rPr lang="en-SG" sz="800" noProof="0" dirty="0">
                <a:solidFill>
                  <a:sysClr val="windowText" lastClr="000000"/>
                </a:solidFill>
              </a:rPr>
              <a:t>Orchestrator</a:t>
            </a:r>
            <a:br>
              <a:rPr lang="en-SG" sz="800" noProof="0" dirty="0">
                <a:solidFill>
                  <a:sysClr val="windowText" lastClr="000000"/>
                </a:solidFill>
              </a:rPr>
            </a:br>
            <a:r>
              <a:rPr lang="en-SG" sz="800" noProof="0" dirty="0">
                <a:solidFill>
                  <a:sysClr val="windowText" lastClr="000000"/>
                </a:solidFill>
              </a:rPr>
              <a:t>Agent</a:t>
            </a:r>
          </a:p>
        </p:txBody>
      </p:sp>
      <p:pic>
        <p:nvPicPr>
          <p:cNvPr id="1026" name="Picture 2" descr="Secure SSO connection to Kontainer with Entra ID">
            <a:extLst>
              <a:ext uri="{FF2B5EF4-FFF2-40B4-BE49-F238E27FC236}">
                <a16:creationId xmlns:a16="http://schemas.microsoft.com/office/drawing/2014/main" id="{11DE672B-10CC-3E20-DD4E-7066B22C07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1718" y="582692"/>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106" name="TextBox 105">
            <a:extLst>
              <a:ext uri="{FF2B5EF4-FFF2-40B4-BE49-F238E27FC236}">
                <a16:creationId xmlns:a16="http://schemas.microsoft.com/office/drawing/2014/main" id="{A63A54DF-46C8-2023-A452-5A62F62D721C}"/>
              </a:ext>
            </a:extLst>
          </p:cNvPr>
          <p:cNvSpPr txBox="1"/>
          <p:nvPr/>
        </p:nvSpPr>
        <p:spPr>
          <a:xfrm>
            <a:off x="2681378" y="958709"/>
            <a:ext cx="861133" cy="338554"/>
          </a:xfrm>
          <a:prstGeom prst="rect">
            <a:avLst/>
          </a:prstGeom>
          <a:noFill/>
        </p:spPr>
        <p:txBody>
          <a:bodyPr wrap="square" rtlCol="0">
            <a:spAutoFit/>
          </a:bodyPr>
          <a:lstStyle/>
          <a:p>
            <a:pPr algn="ctr"/>
            <a:r>
              <a:rPr lang="en-SG" sz="800" noProof="0" dirty="0"/>
              <a:t>Microsoft Entra</a:t>
            </a:r>
          </a:p>
          <a:p>
            <a:pPr algn="ctr"/>
            <a:r>
              <a:rPr lang="en-SG" sz="800" noProof="0" dirty="0"/>
              <a:t>Agent Blueprint</a:t>
            </a:r>
          </a:p>
        </p:txBody>
      </p:sp>
      <p:pic>
        <p:nvPicPr>
          <p:cNvPr id="4" name="Picture 2" descr="Secure SSO connection to Kontainer with Entra ID">
            <a:extLst>
              <a:ext uri="{FF2B5EF4-FFF2-40B4-BE49-F238E27FC236}">
                <a16:creationId xmlns:a16="http://schemas.microsoft.com/office/drawing/2014/main" id="{A50073FC-B886-6BA6-C44F-5E30E2D9D2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9567" y="582481"/>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FEABEE7-7267-D4EB-E6A3-D8BE95F9A109}"/>
              </a:ext>
            </a:extLst>
          </p:cNvPr>
          <p:cNvSpPr txBox="1"/>
          <p:nvPr/>
        </p:nvSpPr>
        <p:spPr>
          <a:xfrm>
            <a:off x="3759227" y="958498"/>
            <a:ext cx="861133" cy="338554"/>
          </a:xfrm>
          <a:prstGeom prst="rect">
            <a:avLst/>
          </a:prstGeom>
          <a:noFill/>
        </p:spPr>
        <p:txBody>
          <a:bodyPr wrap="none" rtlCol="0">
            <a:spAutoFit/>
          </a:bodyPr>
          <a:lstStyle/>
          <a:p>
            <a:pPr algn="ctr"/>
            <a:r>
              <a:rPr lang="en-SG" sz="800" noProof="0" dirty="0"/>
              <a:t>Microsoft Entra</a:t>
            </a:r>
          </a:p>
          <a:p>
            <a:pPr algn="ctr"/>
            <a:r>
              <a:rPr lang="en-SG" sz="800" noProof="0" dirty="0"/>
              <a:t>Agent Id</a:t>
            </a:r>
          </a:p>
        </p:txBody>
      </p:sp>
      <p:cxnSp>
        <p:nvCxnSpPr>
          <p:cNvPr id="6" name="Straight Arrow Connector 5">
            <a:extLst>
              <a:ext uri="{FF2B5EF4-FFF2-40B4-BE49-F238E27FC236}">
                <a16:creationId xmlns:a16="http://schemas.microsoft.com/office/drawing/2014/main" id="{5FCB1FC4-F6AF-2E8E-E269-6615B1326581}"/>
              </a:ext>
            </a:extLst>
          </p:cNvPr>
          <p:cNvCxnSpPr>
            <a:cxnSpLocks/>
            <a:stCxn id="1026" idx="3"/>
            <a:endCxn id="4" idx="1"/>
          </p:cNvCxnSpPr>
          <p:nvPr/>
        </p:nvCxnSpPr>
        <p:spPr>
          <a:xfrm flipV="1">
            <a:off x="3284982" y="779113"/>
            <a:ext cx="684585" cy="211"/>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1F530D27-B2A6-B5AB-B2CD-D7644F616BD4}"/>
              </a:ext>
            </a:extLst>
          </p:cNvPr>
          <p:cNvSpPr txBox="1"/>
          <p:nvPr/>
        </p:nvSpPr>
        <p:spPr>
          <a:xfrm>
            <a:off x="3456757" y="589196"/>
            <a:ext cx="340158" cy="215444"/>
          </a:xfrm>
          <a:prstGeom prst="rect">
            <a:avLst/>
          </a:prstGeom>
          <a:noFill/>
        </p:spPr>
        <p:txBody>
          <a:bodyPr wrap="none" rtlCol="0">
            <a:spAutoFit/>
          </a:bodyPr>
          <a:lstStyle/>
          <a:p>
            <a:r>
              <a:rPr lang="en-SG" sz="800" noProof="0" dirty="0">
                <a:solidFill>
                  <a:schemeClr val="bg2">
                    <a:lumMod val="50000"/>
                  </a:schemeClr>
                </a:solidFill>
              </a:rPr>
              <a:t>1:N</a:t>
            </a:r>
          </a:p>
        </p:txBody>
      </p:sp>
      <p:cxnSp>
        <p:nvCxnSpPr>
          <p:cNvPr id="39" name="Straight Arrow Connector 38">
            <a:extLst>
              <a:ext uri="{FF2B5EF4-FFF2-40B4-BE49-F238E27FC236}">
                <a16:creationId xmlns:a16="http://schemas.microsoft.com/office/drawing/2014/main" id="{7FE8FE74-A611-9AEE-D182-223FA5D22088}"/>
              </a:ext>
            </a:extLst>
          </p:cNvPr>
          <p:cNvCxnSpPr>
            <a:cxnSpLocks/>
            <a:stCxn id="106" idx="2"/>
            <a:endCxn id="31" idx="0"/>
          </p:cNvCxnSpPr>
          <p:nvPr/>
        </p:nvCxnSpPr>
        <p:spPr>
          <a:xfrm flipH="1">
            <a:off x="3109960" y="1297263"/>
            <a:ext cx="1985" cy="496011"/>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6B984AE2-C4E6-F165-DC78-C515908BD6DD}"/>
              </a:ext>
            </a:extLst>
          </p:cNvPr>
          <p:cNvSpPr txBox="1"/>
          <p:nvPr/>
        </p:nvSpPr>
        <p:spPr>
          <a:xfrm>
            <a:off x="3292395" y="1347249"/>
            <a:ext cx="1967166" cy="276999"/>
          </a:xfrm>
          <a:prstGeom prst="rect">
            <a:avLst/>
          </a:prstGeom>
          <a:noFill/>
        </p:spPr>
        <p:txBody>
          <a:bodyPr wrap="square" rtlCol="0">
            <a:spAutoFit/>
          </a:bodyPr>
          <a:lstStyle/>
          <a:p>
            <a:r>
              <a:rPr lang="en-SG" sz="600" noProof="0" dirty="0">
                <a:solidFill>
                  <a:schemeClr val="bg2">
                    <a:lumMod val="50000"/>
                  </a:schemeClr>
                </a:solidFill>
              </a:rPr>
              <a:t>*Federated Identity Credential (FIC) is set up from Blueprint to Managed Identity</a:t>
            </a:r>
          </a:p>
        </p:txBody>
      </p:sp>
      <p:sp>
        <p:nvSpPr>
          <p:cNvPr id="48" name="Oval 47">
            <a:extLst>
              <a:ext uri="{FF2B5EF4-FFF2-40B4-BE49-F238E27FC236}">
                <a16:creationId xmlns:a16="http://schemas.microsoft.com/office/drawing/2014/main" id="{08A641AD-40FA-409A-D8BC-4D5D39453006}"/>
              </a:ext>
            </a:extLst>
          </p:cNvPr>
          <p:cNvSpPr/>
          <p:nvPr/>
        </p:nvSpPr>
        <p:spPr>
          <a:xfrm>
            <a:off x="4488000" y="604461"/>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3</a:t>
            </a:r>
          </a:p>
        </p:txBody>
      </p:sp>
      <p:sp>
        <p:nvSpPr>
          <p:cNvPr id="62" name="TextBox 61">
            <a:extLst>
              <a:ext uri="{FF2B5EF4-FFF2-40B4-BE49-F238E27FC236}">
                <a16:creationId xmlns:a16="http://schemas.microsoft.com/office/drawing/2014/main" id="{E7BE0AF4-550F-3F45-F063-02F4C2863ED5}"/>
              </a:ext>
            </a:extLst>
          </p:cNvPr>
          <p:cNvSpPr txBox="1"/>
          <p:nvPr/>
        </p:nvSpPr>
        <p:spPr>
          <a:xfrm>
            <a:off x="4747468" y="589279"/>
            <a:ext cx="1370889" cy="261610"/>
          </a:xfrm>
          <a:prstGeom prst="rect">
            <a:avLst/>
          </a:prstGeom>
          <a:noFill/>
        </p:spPr>
        <p:txBody>
          <a:bodyPr wrap="none" rtlCol="0">
            <a:spAutoFit/>
          </a:bodyPr>
          <a:lstStyle/>
          <a:p>
            <a:pPr algn="ctr"/>
            <a:r>
              <a:rPr lang="en-SG" sz="1100" noProof="0" dirty="0"/>
              <a:t>Agent Identification</a:t>
            </a:r>
          </a:p>
        </p:txBody>
      </p:sp>
      <p:sp>
        <p:nvSpPr>
          <p:cNvPr id="65" name="TextBox 64">
            <a:extLst>
              <a:ext uri="{FF2B5EF4-FFF2-40B4-BE49-F238E27FC236}">
                <a16:creationId xmlns:a16="http://schemas.microsoft.com/office/drawing/2014/main" id="{164BFD4E-2297-0AEC-E86D-03E9C33A018A}"/>
              </a:ext>
            </a:extLst>
          </p:cNvPr>
          <p:cNvSpPr txBox="1"/>
          <p:nvPr/>
        </p:nvSpPr>
        <p:spPr>
          <a:xfrm>
            <a:off x="4755519" y="781151"/>
            <a:ext cx="1517572" cy="461665"/>
          </a:xfrm>
          <a:prstGeom prst="rect">
            <a:avLst/>
          </a:prstGeom>
          <a:noFill/>
        </p:spPr>
        <p:txBody>
          <a:bodyPr wrap="square" rtlCol="0">
            <a:spAutoFit/>
          </a:bodyPr>
          <a:lstStyle/>
          <a:p>
            <a:r>
              <a:rPr lang="en-SG" sz="800" noProof="0" dirty="0">
                <a:solidFill>
                  <a:schemeClr val="bg2">
                    <a:lumMod val="50000"/>
                  </a:schemeClr>
                </a:solidFill>
              </a:rPr>
              <a:t>The Blueprint parent authenticates and returns the agent identity token</a:t>
            </a:r>
          </a:p>
        </p:txBody>
      </p:sp>
      <p:sp>
        <p:nvSpPr>
          <p:cNvPr id="27" name="TextBox 26">
            <a:extLst>
              <a:ext uri="{FF2B5EF4-FFF2-40B4-BE49-F238E27FC236}">
                <a16:creationId xmlns:a16="http://schemas.microsoft.com/office/drawing/2014/main" id="{5AE2AE3F-433B-3B7B-F8D3-7185A0F2A48C}"/>
              </a:ext>
            </a:extLst>
          </p:cNvPr>
          <p:cNvSpPr txBox="1"/>
          <p:nvPr/>
        </p:nvSpPr>
        <p:spPr>
          <a:xfrm>
            <a:off x="2279578" y="1321646"/>
            <a:ext cx="1005404" cy="246221"/>
          </a:xfrm>
          <a:prstGeom prst="rect">
            <a:avLst/>
          </a:prstGeom>
          <a:noFill/>
        </p:spPr>
        <p:txBody>
          <a:bodyPr wrap="none" rtlCol="0">
            <a:spAutoFit/>
          </a:bodyPr>
          <a:lstStyle/>
          <a:p>
            <a:pPr algn="ctr"/>
            <a:r>
              <a:rPr lang="en-SG" sz="1000" b="1" noProof="0" dirty="0"/>
              <a:t>Agent runtime</a:t>
            </a:r>
          </a:p>
        </p:txBody>
      </p:sp>
      <p:cxnSp>
        <p:nvCxnSpPr>
          <p:cNvPr id="66" name="Connector: Elbow 65">
            <a:extLst>
              <a:ext uri="{FF2B5EF4-FFF2-40B4-BE49-F238E27FC236}">
                <a16:creationId xmlns:a16="http://schemas.microsoft.com/office/drawing/2014/main" id="{36AF20FE-794B-1E3B-0327-03819963129B}"/>
              </a:ext>
            </a:extLst>
          </p:cNvPr>
          <p:cNvCxnSpPr>
            <a:cxnSpLocks/>
            <a:stCxn id="31" idx="3"/>
            <a:endCxn id="1055" idx="1"/>
          </p:cNvCxnSpPr>
          <p:nvPr/>
        </p:nvCxnSpPr>
        <p:spPr>
          <a:xfrm>
            <a:off x="3541960" y="1967554"/>
            <a:ext cx="1205508" cy="2529272"/>
          </a:xfrm>
          <a:prstGeom prst="bentConnector3">
            <a:avLst>
              <a:gd name="adj1" fmla="val 15024"/>
            </a:avLst>
          </a:prstGeom>
          <a:ln w="3175">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12" name="TextBox 111">
            <a:extLst>
              <a:ext uri="{FF2B5EF4-FFF2-40B4-BE49-F238E27FC236}">
                <a16:creationId xmlns:a16="http://schemas.microsoft.com/office/drawing/2014/main" id="{A0AE3806-B8E5-8374-0FFE-574162DA7AEF}"/>
              </a:ext>
            </a:extLst>
          </p:cNvPr>
          <p:cNvSpPr txBox="1"/>
          <p:nvPr/>
        </p:nvSpPr>
        <p:spPr>
          <a:xfrm>
            <a:off x="4253777" y="3092926"/>
            <a:ext cx="1611033" cy="246221"/>
          </a:xfrm>
          <a:prstGeom prst="rect">
            <a:avLst/>
          </a:prstGeom>
          <a:noFill/>
        </p:spPr>
        <p:txBody>
          <a:bodyPr wrap="square" rtlCol="0">
            <a:spAutoFit/>
          </a:bodyPr>
          <a:lstStyle/>
          <a:p>
            <a:r>
              <a:rPr lang="en-SG" sz="500" noProof="0" dirty="0">
                <a:solidFill>
                  <a:schemeClr val="bg2">
                    <a:lumMod val="50000"/>
                  </a:schemeClr>
                </a:solidFill>
              </a:rPr>
              <a:t>AO Gateway checks whether tool call requires HITL escalation and if agent has the necessary permissions</a:t>
            </a:r>
          </a:p>
        </p:txBody>
      </p:sp>
      <p:sp>
        <p:nvSpPr>
          <p:cNvPr id="113" name="Oval 112">
            <a:extLst>
              <a:ext uri="{FF2B5EF4-FFF2-40B4-BE49-F238E27FC236}">
                <a16:creationId xmlns:a16="http://schemas.microsoft.com/office/drawing/2014/main" id="{8E5255C1-5AE6-6AEB-A2B6-EC3F724868D6}"/>
              </a:ext>
            </a:extLst>
          </p:cNvPr>
          <p:cNvSpPr/>
          <p:nvPr/>
        </p:nvSpPr>
        <p:spPr>
          <a:xfrm>
            <a:off x="4081793" y="2969102"/>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4</a:t>
            </a:r>
          </a:p>
        </p:txBody>
      </p:sp>
      <p:sp>
        <p:nvSpPr>
          <p:cNvPr id="114" name="TextBox 113">
            <a:extLst>
              <a:ext uri="{FF2B5EF4-FFF2-40B4-BE49-F238E27FC236}">
                <a16:creationId xmlns:a16="http://schemas.microsoft.com/office/drawing/2014/main" id="{021A775A-0E19-AD6B-27E4-1CF28E41A772}"/>
              </a:ext>
            </a:extLst>
          </p:cNvPr>
          <p:cNvSpPr txBox="1"/>
          <p:nvPr/>
        </p:nvSpPr>
        <p:spPr>
          <a:xfrm>
            <a:off x="4247639" y="2939625"/>
            <a:ext cx="1377300" cy="230832"/>
          </a:xfrm>
          <a:prstGeom prst="rect">
            <a:avLst/>
          </a:prstGeom>
          <a:noFill/>
        </p:spPr>
        <p:txBody>
          <a:bodyPr wrap="none" rtlCol="0">
            <a:spAutoFit/>
          </a:bodyPr>
          <a:lstStyle/>
          <a:p>
            <a:pPr algn="ctr"/>
            <a:r>
              <a:rPr lang="en-SG" sz="900" noProof="0" dirty="0"/>
              <a:t>Agent-Tool ABAC Check</a:t>
            </a:r>
          </a:p>
        </p:txBody>
      </p:sp>
      <p:sp>
        <p:nvSpPr>
          <p:cNvPr id="122" name="Rectangle 121">
            <a:extLst>
              <a:ext uri="{FF2B5EF4-FFF2-40B4-BE49-F238E27FC236}">
                <a16:creationId xmlns:a16="http://schemas.microsoft.com/office/drawing/2014/main" id="{8AB5BC57-BBCF-284B-DA0B-48BB65E3446C}"/>
              </a:ext>
            </a:extLst>
          </p:cNvPr>
          <p:cNvSpPr/>
          <p:nvPr/>
        </p:nvSpPr>
        <p:spPr>
          <a:xfrm>
            <a:off x="3956023" y="2325437"/>
            <a:ext cx="599368" cy="37705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23" name="TextBox 122">
            <a:extLst>
              <a:ext uri="{FF2B5EF4-FFF2-40B4-BE49-F238E27FC236}">
                <a16:creationId xmlns:a16="http://schemas.microsoft.com/office/drawing/2014/main" id="{0C07DAC2-123D-F25C-4AC3-E7E55E3C6BFA}"/>
              </a:ext>
            </a:extLst>
          </p:cNvPr>
          <p:cNvSpPr txBox="1"/>
          <p:nvPr/>
        </p:nvSpPr>
        <p:spPr>
          <a:xfrm>
            <a:off x="3997164" y="2388106"/>
            <a:ext cx="561371" cy="246221"/>
          </a:xfrm>
          <a:prstGeom prst="rect">
            <a:avLst/>
          </a:prstGeom>
          <a:noFill/>
        </p:spPr>
        <p:txBody>
          <a:bodyPr wrap="none" rtlCol="0">
            <a:spAutoFit/>
          </a:bodyPr>
          <a:lstStyle/>
          <a:p>
            <a:pPr algn="ctr"/>
            <a:r>
              <a:rPr lang="en-SG" sz="1000" b="1" noProof="0" dirty="0"/>
              <a:t>State^</a:t>
            </a:r>
          </a:p>
        </p:txBody>
      </p:sp>
      <p:cxnSp>
        <p:nvCxnSpPr>
          <p:cNvPr id="124" name="Connector: Elbow 123">
            <a:extLst>
              <a:ext uri="{FF2B5EF4-FFF2-40B4-BE49-F238E27FC236}">
                <a16:creationId xmlns:a16="http://schemas.microsoft.com/office/drawing/2014/main" id="{E3D30C63-25FF-25D2-0B93-9FEC2C0AE9FB}"/>
              </a:ext>
            </a:extLst>
          </p:cNvPr>
          <p:cNvCxnSpPr>
            <a:cxnSpLocks/>
          </p:cNvCxnSpPr>
          <p:nvPr/>
        </p:nvCxnSpPr>
        <p:spPr>
          <a:xfrm rot="16200000" flipV="1">
            <a:off x="2555627" y="2882178"/>
            <a:ext cx="2387243" cy="1995088"/>
          </a:xfrm>
          <a:prstGeom prst="bentConnector3">
            <a:avLst>
              <a:gd name="adj1" fmla="val 2386"/>
            </a:avLst>
          </a:prstGeom>
          <a:ln w="3175">
            <a:tailEnd type="triangle"/>
          </a:ln>
        </p:spPr>
        <p:style>
          <a:lnRef idx="2">
            <a:schemeClr val="dk1"/>
          </a:lnRef>
          <a:fillRef idx="0">
            <a:schemeClr val="dk1"/>
          </a:fillRef>
          <a:effectRef idx="1">
            <a:schemeClr val="dk1"/>
          </a:effectRef>
          <a:fontRef idx="minor">
            <a:schemeClr val="tx1"/>
          </a:fontRef>
        </p:style>
      </p:cxnSp>
      <p:cxnSp>
        <p:nvCxnSpPr>
          <p:cNvPr id="1032" name="Straight Arrow Connector 1031">
            <a:extLst>
              <a:ext uri="{FF2B5EF4-FFF2-40B4-BE49-F238E27FC236}">
                <a16:creationId xmlns:a16="http://schemas.microsoft.com/office/drawing/2014/main" id="{92FE48A4-C4A6-D682-69B2-70DFF0F56283}"/>
              </a:ext>
            </a:extLst>
          </p:cNvPr>
          <p:cNvCxnSpPr>
            <a:cxnSpLocks/>
            <a:stCxn id="101" idx="0"/>
            <a:endCxn id="31" idx="2"/>
          </p:cNvCxnSpPr>
          <p:nvPr/>
        </p:nvCxnSpPr>
        <p:spPr>
          <a:xfrm flipV="1">
            <a:off x="3109177" y="2141833"/>
            <a:ext cx="783" cy="202746"/>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35" name="TextBox 1034">
            <a:extLst>
              <a:ext uri="{FF2B5EF4-FFF2-40B4-BE49-F238E27FC236}">
                <a16:creationId xmlns:a16="http://schemas.microsoft.com/office/drawing/2014/main" id="{2B621576-9575-CBD4-855F-C75328EA79D0}"/>
              </a:ext>
            </a:extLst>
          </p:cNvPr>
          <p:cNvSpPr txBox="1"/>
          <p:nvPr/>
        </p:nvSpPr>
        <p:spPr>
          <a:xfrm>
            <a:off x="0" y="6672383"/>
            <a:ext cx="9310036" cy="215444"/>
          </a:xfrm>
          <a:prstGeom prst="rect">
            <a:avLst/>
          </a:prstGeom>
          <a:noFill/>
        </p:spPr>
        <p:txBody>
          <a:bodyPr wrap="square">
            <a:spAutoFit/>
          </a:bodyPr>
          <a:lstStyle/>
          <a:p>
            <a:r>
              <a:rPr lang="en-SG" sz="800" noProof="0" dirty="0"/>
              <a:t>*Assuming Platform &amp; Infra team proposes Azure Container Apps, can be other compute/hosting services too</a:t>
            </a:r>
          </a:p>
        </p:txBody>
      </p:sp>
      <p:sp>
        <p:nvSpPr>
          <p:cNvPr id="1037" name="TextBox 1036">
            <a:extLst>
              <a:ext uri="{FF2B5EF4-FFF2-40B4-BE49-F238E27FC236}">
                <a16:creationId xmlns:a16="http://schemas.microsoft.com/office/drawing/2014/main" id="{8A696EDB-E108-6128-E9FF-60AA966E4FE6}"/>
              </a:ext>
            </a:extLst>
          </p:cNvPr>
          <p:cNvSpPr txBox="1"/>
          <p:nvPr/>
        </p:nvSpPr>
        <p:spPr>
          <a:xfrm>
            <a:off x="4786999" y="6537874"/>
            <a:ext cx="1435103" cy="215444"/>
          </a:xfrm>
          <a:prstGeom prst="rect">
            <a:avLst/>
          </a:prstGeom>
          <a:noFill/>
        </p:spPr>
        <p:txBody>
          <a:bodyPr wrap="square" rtlCol="0">
            <a:spAutoFit/>
          </a:bodyPr>
          <a:lstStyle/>
          <a:p>
            <a:pPr algn="ctr"/>
            <a:r>
              <a:rPr lang="en-SG" sz="800" noProof="0" dirty="0"/>
              <a:t>Other tools that AO may call</a:t>
            </a:r>
          </a:p>
        </p:txBody>
      </p:sp>
      <p:sp>
        <p:nvSpPr>
          <p:cNvPr id="1049" name="Rectangle 1048">
            <a:extLst>
              <a:ext uri="{FF2B5EF4-FFF2-40B4-BE49-F238E27FC236}">
                <a16:creationId xmlns:a16="http://schemas.microsoft.com/office/drawing/2014/main" id="{1E2D40DF-2C04-32E2-D02E-4F7CDB2DB8E2}"/>
              </a:ext>
            </a:extLst>
          </p:cNvPr>
          <p:cNvSpPr/>
          <p:nvPr/>
        </p:nvSpPr>
        <p:spPr>
          <a:xfrm>
            <a:off x="9374788" y="3013308"/>
            <a:ext cx="945984" cy="6107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50" name="TextBox 1049">
            <a:extLst>
              <a:ext uri="{FF2B5EF4-FFF2-40B4-BE49-F238E27FC236}">
                <a16:creationId xmlns:a16="http://schemas.microsoft.com/office/drawing/2014/main" id="{DDC29F3F-E960-A149-5AEE-E4D60D66F850}"/>
              </a:ext>
            </a:extLst>
          </p:cNvPr>
          <p:cNvSpPr txBox="1"/>
          <p:nvPr/>
        </p:nvSpPr>
        <p:spPr>
          <a:xfrm>
            <a:off x="9374788" y="3189460"/>
            <a:ext cx="1026512" cy="246221"/>
          </a:xfrm>
          <a:prstGeom prst="rect">
            <a:avLst/>
          </a:prstGeom>
          <a:noFill/>
        </p:spPr>
        <p:txBody>
          <a:bodyPr wrap="square" rtlCol="0">
            <a:spAutoFit/>
          </a:bodyPr>
          <a:lstStyle/>
          <a:p>
            <a:r>
              <a:rPr lang="en-SG" sz="1000" b="1" noProof="0" dirty="0">
                <a:solidFill>
                  <a:sysClr val="windowText" lastClr="000000"/>
                </a:solidFill>
              </a:rPr>
              <a:t>MCP Gateway</a:t>
            </a:r>
          </a:p>
        </p:txBody>
      </p:sp>
      <p:cxnSp>
        <p:nvCxnSpPr>
          <p:cNvPr id="1052" name="Straight Arrow Connector 1051">
            <a:extLst>
              <a:ext uri="{FF2B5EF4-FFF2-40B4-BE49-F238E27FC236}">
                <a16:creationId xmlns:a16="http://schemas.microsoft.com/office/drawing/2014/main" id="{FEEE375E-151A-F800-F690-F3318C91C591}"/>
              </a:ext>
            </a:extLst>
          </p:cNvPr>
          <p:cNvCxnSpPr>
            <a:cxnSpLocks/>
            <a:stCxn id="1049" idx="3"/>
            <a:endCxn id="51" idx="1"/>
          </p:cNvCxnSpPr>
          <p:nvPr/>
        </p:nvCxnSpPr>
        <p:spPr>
          <a:xfrm flipV="1">
            <a:off x="10320772" y="3312572"/>
            <a:ext cx="286584" cy="6123"/>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55" name="Rectangle 1054">
            <a:extLst>
              <a:ext uri="{FF2B5EF4-FFF2-40B4-BE49-F238E27FC236}">
                <a16:creationId xmlns:a16="http://schemas.microsoft.com/office/drawing/2014/main" id="{A2BB4DD9-6490-78D3-67D7-B620597E0850}"/>
              </a:ext>
            </a:extLst>
          </p:cNvPr>
          <p:cNvSpPr/>
          <p:nvPr/>
        </p:nvSpPr>
        <p:spPr>
          <a:xfrm>
            <a:off x="4747468" y="3684498"/>
            <a:ext cx="2743200" cy="162465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62" name="Diamond 1061">
            <a:extLst>
              <a:ext uri="{FF2B5EF4-FFF2-40B4-BE49-F238E27FC236}">
                <a16:creationId xmlns:a16="http://schemas.microsoft.com/office/drawing/2014/main" id="{6973466A-72C3-4104-2EB3-5871FC72262C}"/>
              </a:ext>
            </a:extLst>
          </p:cNvPr>
          <p:cNvSpPr/>
          <p:nvPr/>
        </p:nvSpPr>
        <p:spPr>
          <a:xfrm>
            <a:off x="6068102" y="3856552"/>
            <a:ext cx="794799" cy="540000"/>
          </a:xfrm>
          <a:prstGeom prst="diamond">
            <a:avLst/>
          </a:prstGeom>
          <a:ln w="12700"/>
        </p:spPr>
        <p:style>
          <a:lnRef idx="2">
            <a:schemeClr val="dk1"/>
          </a:lnRef>
          <a:fillRef idx="1">
            <a:schemeClr val="lt1"/>
          </a:fillRef>
          <a:effectRef idx="0">
            <a:schemeClr val="dk1"/>
          </a:effectRef>
          <a:fontRef idx="minor">
            <a:schemeClr val="dk1"/>
          </a:fontRef>
        </p:style>
        <p:txBody>
          <a:bodyPr rtlCol="0" anchor="ctr"/>
          <a:lstStyle/>
          <a:p>
            <a:pPr algn="ctr"/>
            <a:endParaRPr lang="en-SG" sz="800" noProof="0" dirty="0"/>
          </a:p>
        </p:txBody>
      </p:sp>
      <p:sp>
        <p:nvSpPr>
          <p:cNvPr id="1063" name="TextBox 1062">
            <a:extLst>
              <a:ext uri="{FF2B5EF4-FFF2-40B4-BE49-F238E27FC236}">
                <a16:creationId xmlns:a16="http://schemas.microsoft.com/office/drawing/2014/main" id="{F0F19824-A4EF-8010-F244-B41EB3E1E67B}"/>
              </a:ext>
            </a:extLst>
          </p:cNvPr>
          <p:cNvSpPr txBox="1"/>
          <p:nvPr/>
        </p:nvSpPr>
        <p:spPr>
          <a:xfrm>
            <a:off x="6127334" y="4031857"/>
            <a:ext cx="688009" cy="184666"/>
          </a:xfrm>
          <a:prstGeom prst="rect">
            <a:avLst/>
          </a:prstGeom>
          <a:noFill/>
        </p:spPr>
        <p:txBody>
          <a:bodyPr wrap="none" rtlCol="0">
            <a:spAutoFit/>
          </a:bodyPr>
          <a:lstStyle/>
          <a:p>
            <a:pPr algn="ctr"/>
            <a:r>
              <a:rPr lang="en-SG" sz="600" noProof="0" dirty="0"/>
              <a:t>HITL Required?</a:t>
            </a:r>
          </a:p>
        </p:txBody>
      </p:sp>
      <p:sp>
        <p:nvSpPr>
          <p:cNvPr id="1075" name="TextBox 1074">
            <a:extLst>
              <a:ext uri="{FF2B5EF4-FFF2-40B4-BE49-F238E27FC236}">
                <a16:creationId xmlns:a16="http://schemas.microsoft.com/office/drawing/2014/main" id="{588CC7C5-928E-5289-0EA6-7D485F350578}"/>
              </a:ext>
            </a:extLst>
          </p:cNvPr>
          <p:cNvSpPr txBox="1"/>
          <p:nvPr/>
        </p:nvSpPr>
        <p:spPr>
          <a:xfrm>
            <a:off x="6418111" y="4347151"/>
            <a:ext cx="905487" cy="246221"/>
          </a:xfrm>
          <a:prstGeom prst="rect">
            <a:avLst/>
          </a:prstGeom>
          <a:noFill/>
        </p:spPr>
        <p:txBody>
          <a:bodyPr wrap="square" rtlCol="0">
            <a:spAutoFit/>
          </a:bodyPr>
          <a:lstStyle/>
          <a:p>
            <a:pPr algn="ctr"/>
            <a:r>
              <a:rPr lang="en-SG" sz="500" noProof="0" dirty="0">
                <a:solidFill>
                  <a:schemeClr val="bg2">
                    <a:lumMod val="50000"/>
                  </a:schemeClr>
                </a:solidFill>
              </a:rPr>
              <a:t>No: use agent’s own identity access</a:t>
            </a:r>
          </a:p>
        </p:txBody>
      </p:sp>
      <p:sp>
        <p:nvSpPr>
          <p:cNvPr id="1116" name="TextBox 1115">
            <a:extLst>
              <a:ext uri="{FF2B5EF4-FFF2-40B4-BE49-F238E27FC236}">
                <a16:creationId xmlns:a16="http://schemas.microsoft.com/office/drawing/2014/main" id="{4982C868-A6E9-E0A1-87FB-296FEF8CC6CD}"/>
              </a:ext>
            </a:extLst>
          </p:cNvPr>
          <p:cNvSpPr txBox="1"/>
          <p:nvPr/>
        </p:nvSpPr>
        <p:spPr>
          <a:xfrm>
            <a:off x="4751151" y="3675997"/>
            <a:ext cx="849913" cy="246221"/>
          </a:xfrm>
          <a:prstGeom prst="rect">
            <a:avLst/>
          </a:prstGeom>
          <a:noFill/>
        </p:spPr>
        <p:txBody>
          <a:bodyPr wrap="none" rtlCol="0">
            <a:spAutoFit/>
          </a:bodyPr>
          <a:lstStyle/>
          <a:p>
            <a:pPr algn="ctr"/>
            <a:r>
              <a:rPr lang="en-SG" sz="1000" b="1" noProof="0" dirty="0"/>
              <a:t>AO Gateway</a:t>
            </a:r>
          </a:p>
        </p:txBody>
      </p:sp>
      <p:sp>
        <p:nvSpPr>
          <p:cNvPr id="96" name="Diamond 95">
            <a:extLst>
              <a:ext uri="{FF2B5EF4-FFF2-40B4-BE49-F238E27FC236}">
                <a16:creationId xmlns:a16="http://schemas.microsoft.com/office/drawing/2014/main" id="{835D2958-4295-549F-F1F0-BD93DFEE157F}"/>
              </a:ext>
            </a:extLst>
          </p:cNvPr>
          <p:cNvSpPr/>
          <p:nvPr/>
        </p:nvSpPr>
        <p:spPr>
          <a:xfrm>
            <a:off x="6068010" y="4683387"/>
            <a:ext cx="794799" cy="540000"/>
          </a:xfrm>
          <a:prstGeom prst="diamond">
            <a:avLst/>
          </a:prstGeom>
          <a:ln w="12700"/>
        </p:spPr>
        <p:style>
          <a:lnRef idx="2">
            <a:schemeClr val="dk1"/>
          </a:lnRef>
          <a:fillRef idx="1">
            <a:schemeClr val="lt1"/>
          </a:fillRef>
          <a:effectRef idx="0">
            <a:schemeClr val="dk1"/>
          </a:effectRef>
          <a:fontRef idx="minor">
            <a:schemeClr val="dk1"/>
          </a:fontRef>
        </p:style>
        <p:txBody>
          <a:bodyPr rtlCol="0" anchor="ctr"/>
          <a:lstStyle/>
          <a:p>
            <a:pPr algn="ctr"/>
            <a:endParaRPr lang="en-SG" sz="800" noProof="0" dirty="0"/>
          </a:p>
        </p:txBody>
      </p:sp>
      <p:sp>
        <p:nvSpPr>
          <p:cNvPr id="99" name="TextBox 98">
            <a:extLst>
              <a:ext uri="{FF2B5EF4-FFF2-40B4-BE49-F238E27FC236}">
                <a16:creationId xmlns:a16="http://schemas.microsoft.com/office/drawing/2014/main" id="{A30915DD-DD5E-F0F0-6D96-B9CBF153C1FC}"/>
              </a:ext>
            </a:extLst>
          </p:cNvPr>
          <p:cNvSpPr txBox="1"/>
          <p:nvPr/>
        </p:nvSpPr>
        <p:spPr>
          <a:xfrm>
            <a:off x="6167591" y="4835553"/>
            <a:ext cx="617477" cy="276999"/>
          </a:xfrm>
          <a:prstGeom prst="rect">
            <a:avLst/>
          </a:prstGeom>
          <a:noFill/>
        </p:spPr>
        <p:txBody>
          <a:bodyPr wrap="none" rtlCol="0">
            <a:spAutoFit/>
          </a:bodyPr>
          <a:lstStyle/>
          <a:p>
            <a:pPr algn="ctr"/>
            <a:r>
              <a:rPr lang="en-SG" sz="600" noProof="0" dirty="0"/>
              <a:t>Synchronous</a:t>
            </a:r>
          </a:p>
          <a:p>
            <a:pPr algn="ctr"/>
            <a:r>
              <a:rPr lang="en-SG" sz="600" noProof="0" dirty="0"/>
              <a:t>Call?</a:t>
            </a:r>
          </a:p>
        </p:txBody>
      </p:sp>
      <p:sp>
        <p:nvSpPr>
          <p:cNvPr id="104" name="TextBox 103">
            <a:extLst>
              <a:ext uri="{FF2B5EF4-FFF2-40B4-BE49-F238E27FC236}">
                <a16:creationId xmlns:a16="http://schemas.microsoft.com/office/drawing/2014/main" id="{AF3375BE-C826-E76A-3B85-370EE5A16FE8}"/>
              </a:ext>
            </a:extLst>
          </p:cNvPr>
          <p:cNvSpPr txBox="1"/>
          <p:nvPr/>
        </p:nvSpPr>
        <p:spPr>
          <a:xfrm>
            <a:off x="5733232" y="4355019"/>
            <a:ext cx="720000" cy="216000"/>
          </a:xfrm>
          <a:prstGeom prst="rect">
            <a:avLst/>
          </a:prstGeom>
          <a:noFill/>
        </p:spPr>
        <p:txBody>
          <a:bodyPr wrap="square" rtlCol="0">
            <a:spAutoFit/>
          </a:bodyPr>
          <a:lstStyle/>
          <a:p>
            <a:pPr algn="ctr"/>
            <a:r>
              <a:rPr lang="en-SG" sz="500" noProof="0" dirty="0">
                <a:solidFill>
                  <a:schemeClr val="bg2">
                    <a:lumMod val="50000"/>
                  </a:schemeClr>
                </a:solidFill>
              </a:rPr>
              <a:t>Yes: ask for User’s On-Behalf-Of</a:t>
            </a:r>
          </a:p>
        </p:txBody>
      </p:sp>
      <p:cxnSp>
        <p:nvCxnSpPr>
          <p:cNvPr id="110" name="Straight Arrow Connector 109">
            <a:extLst>
              <a:ext uri="{FF2B5EF4-FFF2-40B4-BE49-F238E27FC236}">
                <a16:creationId xmlns:a16="http://schemas.microsoft.com/office/drawing/2014/main" id="{73B0F07E-C6E6-1B94-250A-89C2C9C224C6}"/>
              </a:ext>
            </a:extLst>
          </p:cNvPr>
          <p:cNvCxnSpPr>
            <a:cxnSpLocks/>
            <a:stCxn id="1062" idx="2"/>
            <a:endCxn id="96" idx="0"/>
          </p:cNvCxnSpPr>
          <p:nvPr/>
        </p:nvCxnSpPr>
        <p:spPr>
          <a:xfrm flipH="1">
            <a:off x="6465410" y="4396552"/>
            <a:ext cx="92" cy="286835"/>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29" name="TextBox 1028">
            <a:extLst>
              <a:ext uri="{FF2B5EF4-FFF2-40B4-BE49-F238E27FC236}">
                <a16:creationId xmlns:a16="http://schemas.microsoft.com/office/drawing/2014/main" id="{C6F6A628-EF7F-A0C5-20BA-381BD9736EE5}"/>
              </a:ext>
            </a:extLst>
          </p:cNvPr>
          <p:cNvSpPr txBox="1"/>
          <p:nvPr/>
        </p:nvSpPr>
        <p:spPr>
          <a:xfrm>
            <a:off x="39351" y="6403579"/>
            <a:ext cx="3816000" cy="215444"/>
          </a:xfrm>
          <a:prstGeom prst="rect">
            <a:avLst/>
          </a:prstGeom>
          <a:noFill/>
        </p:spPr>
        <p:txBody>
          <a:bodyPr wrap="square">
            <a:spAutoFit/>
          </a:bodyPr>
          <a:lstStyle/>
          <a:p>
            <a:r>
              <a:rPr lang="en-SG" sz="800" noProof="0" dirty="0"/>
              <a:t>Interrupt &amp; Halt = tell orchestrator to stop process/workflow, to resume state later </a:t>
            </a:r>
          </a:p>
        </p:txBody>
      </p:sp>
      <p:sp>
        <p:nvSpPr>
          <p:cNvPr id="1047" name="Rectangle 1046">
            <a:extLst>
              <a:ext uri="{FF2B5EF4-FFF2-40B4-BE49-F238E27FC236}">
                <a16:creationId xmlns:a16="http://schemas.microsoft.com/office/drawing/2014/main" id="{71841267-62B8-01BA-55A1-F12D8F9E3E0D}"/>
              </a:ext>
            </a:extLst>
          </p:cNvPr>
          <p:cNvSpPr/>
          <p:nvPr/>
        </p:nvSpPr>
        <p:spPr>
          <a:xfrm>
            <a:off x="6703892" y="1408934"/>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48" name="TextBox 1047">
            <a:extLst>
              <a:ext uri="{FF2B5EF4-FFF2-40B4-BE49-F238E27FC236}">
                <a16:creationId xmlns:a16="http://schemas.microsoft.com/office/drawing/2014/main" id="{FB558306-4934-5DCB-9578-7D80CC58627A}"/>
              </a:ext>
            </a:extLst>
          </p:cNvPr>
          <p:cNvSpPr txBox="1"/>
          <p:nvPr/>
        </p:nvSpPr>
        <p:spPr>
          <a:xfrm>
            <a:off x="6709488" y="1521803"/>
            <a:ext cx="1228220" cy="246221"/>
          </a:xfrm>
          <a:prstGeom prst="rect">
            <a:avLst/>
          </a:prstGeom>
          <a:noFill/>
        </p:spPr>
        <p:txBody>
          <a:bodyPr wrap="none" rtlCol="0">
            <a:spAutoFit/>
          </a:bodyPr>
          <a:lstStyle/>
          <a:p>
            <a:pPr algn="ctr"/>
            <a:r>
              <a:rPr lang="en-SG" sz="1000" b="1" noProof="0" dirty="0"/>
              <a:t>AO Message Broker</a:t>
            </a:r>
          </a:p>
        </p:txBody>
      </p:sp>
      <p:sp>
        <p:nvSpPr>
          <p:cNvPr id="1067" name="TextBox 1066">
            <a:extLst>
              <a:ext uri="{FF2B5EF4-FFF2-40B4-BE49-F238E27FC236}">
                <a16:creationId xmlns:a16="http://schemas.microsoft.com/office/drawing/2014/main" id="{7E926512-EA30-E4DB-F7D8-A8E70FB8ED38}"/>
              </a:ext>
            </a:extLst>
          </p:cNvPr>
          <p:cNvSpPr txBox="1"/>
          <p:nvPr/>
        </p:nvSpPr>
        <p:spPr>
          <a:xfrm>
            <a:off x="8066014" y="1302037"/>
            <a:ext cx="1245202" cy="323165"/>
          </a:xfrm>
          <a:prstGeom prst="rect">
            <a:avLst/>
          </a:prstGeom>
          <a:noFill/>
        </p:spPr>
        <p:txBody>
          <a:bodyPr wrap="square" rtlCol="0">
            <a:spAutoFit/>
          </a:bodyPr>
          <a:lstStyle/>
          <a:p>
            <a:r>
              <a:rPr lang="en-SG" sz="500" noProof="0" dirty="0">
                <a:solidFill>
                  <a:schemeClr val="bg2">
                    <a:lumMod val="50000"/>
                  </a:schemeClr>
                </a:solidFill>
              </a:rPr>
              <a:t>9.b.a.3. AIGP</a:t>
            </a:r>
          </a:p>
          <a:p>
            <a:r>
              <a:rPr lang="en-SG" sz="500" noProof="0" dirty="0">
                <a:solidFill>
                  <a:schemeClr val="bg2">
                    <a:lumMod val="50000"/>
                  </a:schemeClr>
                </a:solidFill>
              </a:rPr>
              <a:t>publishes response to</a:t>
            </a:r>
          </a:p>
          <a:p>
            <a:r>
              <a:rPr lang="en-SG" sz="500" noProof="0" dirty="0">
                <a:solidFill>
                  <a:schemeClr val="bg2">
                    <a:lumMod val="50000"/>
                  </a:schemeClr>
                </a:solidFill>
              </a:rPr>
              <a:t>AO’s AI Message broker</a:t>
            </a:r>
          </a:p>
        </p:txBody>
      </p:sp>
      <p:cxnSp>
        <p:nvCxnSpPr>
          <p:cNvPr id="1069" name="Connector: Elbow 1068">
            <a:extLst>
              <a:ext uri="{FF2B5EF4-FFF2-40B4-BE49-F238E27FC236}">
                <a16:creationId xmlns:a16="http://schemas.microsoft.com/office/drawing/2014/main" id="{B1C92C6F-D292-B470-AE50-5F6916DEF5AB}"/>
              </a:ext>
            </a:extLst>
          </p:cNvPr>
          <p:cNvCxnSpPr>
            <a:cxnSpLocks/>
            <a:stCxn id="18" idx="1"/>
          </p:cNvCxnSpPr>
          <p:nvPr/>
        </p:nvCxnSpPr>
        <p:spPr>
          <a:xfrm rot="10800000">
            <a:off x="9761338" y="3890515"/>
            <a:ext cx="321288" cy="1250713"/>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83" name="TextBox 82">
            <a:extLst>
              <a:ext uri="{FF2B5EF4-FFF2-40B4-BE49-F238E27FC236}">
                <a16:creationId xmlns:a16="http://schemas.microsoft.com/office/drawing/2014/main" id="{F60A1037-7806-9A3E-62D0-F7B7BD09B8AD}"/>
              </a:ext>
            </a:extLst>
          </p:cNvPr>
          <p:cNvSpPr txBox="1"/>
          <p:nvPr/>
        </p:nvSpPr>
        <p:spPr>
          <a:xfrm>
            <a:off x="6799643" y="4794437"/>
            <a:ext cx="303288" cy="184666"/>
          </a:xfrm>
          <a:prstGeom prst="rect">
            <a:avLst/>
          </a:prstGeom>
          <a:noFill/>
        </p:spPr>
        <p:txBody>
          <a:bodyPr wrap="none" rtlCol="0">
            <a:spAutoFit/>
          </a:bodyPr>
          <a:lstStyle/>
          <a:p>
            <a:pPr algn="ctr"/>
            <a:r>
              <a:rPr lang="en-SG" sz="600" noProof="0" dirty="0">
                <a:solidFill>
                  <a:schemeClr val="bg2">
                    <a:lumMod val="50000"/>
                  </a:schemeClr>
                </a:solidFill>
              </a:rPr>
              <a:t>Yes</a:t>
            </a:r>
          </a:p>
        </p:txBody>
      </p:sp>
      <p:sp>
        <p:nvSpPr>
          <p:cNvPr id="126" name="TextBox 125">
            <a:extLst>
              <a:ext uri="{FF2B5EF4-FFF2-40B4-BE49-F238E27FC236}">
                <a16:creationId xmlns:a16="http://schemas.microsoft.com/office/drawing/2014/main" id="{053E6862-1EFB-6E2C-F059-02CCE810359D}"/>
              </a:ext>
            </a:extLst>
          </p:cNvPr>
          <p:cNvSpPr txBox="1"/>
          <p:nvPr/>
        </p:nvSpPr>
        <p:spPr>
          <a:xfrm>
            <a:off x="5817324" y="4794437"/>
            <a:ext cx="280846" cy="184666"/>
          </a:xfrm>
          <a:prstGeom prst="rect">
            <a:avLst/>
          </a:prstGeom>
          <a:noFill/>
        </p:spPr>
        <p:txBody>
          <a:bodyPr wrap="none" rtlCol="0">
            <a:spAutoFit/>
          </a:bodyPr>
          <a:lstStyle/>
          <a:p>
            <a:pPr algn="ctr"/>
            <a:r>
              <a:rPr lang="en-SG" sz="600" noProof="0" dirty="0">
                <a:solidFill>
                  <a:schemeClr val="bg2">
                    <a:lumMod val="50000"/>
                  </a:schemeClr>
                </a:solidFill>
              </a:rPr>
              <a:t>No</a:t>
            </a:r>
          </a:p>
        </p:txBody>
      </p:sp>
      <p:cxnSp>
        <p:nvCxnSpPr>
          <p:cNvPr id="1065" name="Connector: Elbow 1064">
            <a:extLst>
              <a:ext uri="{FF2B5EF4-FFF2-40B4-BE49-F238E27FC236}">
                <a16:creationId xmlns:a16="http://schemas.microsoft.com/office/drawing/2014/main" id="{B5236E0B-F95F-2543-8E50-E5D2D1A6F170}"/>
              </a:ext>
            </a:extLst>
          </p:cNvPr>
          <p:cNvCxnSpPr>
            <a:cxnSpLocks/>
          </p:cNvCxnSpPr>
          <p:nvPr/>
        </p:nvCxnSpPr>
        <p:spPr>
          <a:xfrm rot="5400000" flipH="1" flipV="1">
            <a:off x="10438729" y="3857517"/>
            <a:ext cx="1782092" cy="505934"/>
          </a:xfrm>
          <a:prstGeom prst="bentConnector4">
            <a:avLst>
              <a:gd name="adj1" fmla="val -10828"/>
              <a:gd name="adj2" fmla="val 161919"/>
            </a:avLst>
          </a:prstGeom>
          <a:ln w="3175">
            <a:tailEnd type="triangle"/>
          </a:ln>
        </p:spPr>
        <p:style>
          <a:lnRef idx="2">
            <a:schemeClr val="dk1"/>
          </a:lnRef>
          <a:fillRef idx="0">
            <a:schemeClr val="dk1"/>
          </a:fillRef>
          <a:effectRef idx="1">
            <a:schemeClr val="dk1"/>
          </a:effectRef>
          <a:fontRef idx="minor">
            <a:schemeClr val="tx1"/>
          </a:fontRef>
        </p:style>
      </p:cxnSp>
      <p:cxnSp>
        <p:nvCxnSpPr>
          <p:cNvPr id="1081" name="Connector: Elbow 1080">
            <a:extLst>
              <a:ext uri="{FF2B5EF4-FFF2-40B4-BE49-F238E27FC236}">
                <a16:creationId xmlns:a16="http://schemas.microsoft.com/office/drawing/2014/main" id="{429273CE-B753-EF4D-0580-06A6DD7B34EF}"/>
              </a:ext>
            </a:extLst>
          </p:cNvPr>
          <p:cNvCxnSpPr>
            <a:cxnSpLocks/>
            <a:endCxn id="1055" idx="3"/>
          </p:cNvCxnSpPr>
          <p:nvPr/>
        </p:nvCxnSpPr>
        <p:spPr>
          <a:xfrm rot="10800000" flipV="1">
            <a:off x="7490668" y="3453436"/>
            <a:ext cx="1884120" cy="1043389"/>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sp>
        <p:nvSpPr>
          <p:cNvPr id="3" name="Oval 2">
            <a:extLst>
              <a:ext uri="{FF2B5EF4-FFF2-40B4-BE49-F238E27FC236}">
                <a16:creationId xmlns:a16="http://schemas.microsoft.com/office/drawing/2014/main" id="{415A89BE-8FA7-EA69-F774-B6EB72D7D381}"/>
              </a:ext>
            </a:extLst>
          </p:cNvPr>
          <p:cNvSpPr/>
          <p:nvPr/>
        </p:nvSpPr>
        <p:spPr>
          <a:xfrm>
            <a:off x="6484719" y="2462434"/>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6</a:t>
            </a:r>
          </a:p>
        </p:txBody>
      </p:sp>
      <p:sp>
        <p:nvSpPr>
          <p:cNvPr id="23" name="TextBox 22">
            <a:extLst>
              <a:ext uri="{FF2B5EF4-FFF2-40B4-BE49-F238E27FC236}">
                <a16:creationId xmlns:a16="http://schemas.microsoft.com/office/drawing/2014/main" id="{57871639-B403-83B9-3718-22878E6C17E6}"/>
              </a:ext>
            </a:extLst>
          </p:cNvPr>
          <p:cNvSpPr txBox="1"/>
          <p:nvPr/>
        </p:nvSpPr>
        <p:spPr>
          <a:xfrm>
            <a:off x="6733191" y="2474126"/>
            <a:ext cx="2089033" cy="261610"/>
          </a:xfrm>
          <a:prstGeom prst="rect">
            <a:avLst/>
          </a:prstGeom>
          <a:noFill/>
        </p:spPr>
        <p:txBody>
          <a:bodyPr wrap="none" rtlCol="0">
            <a:spAutoFit/>
          </a:bodyPr>
          <a:lstStyle/>
          <a:p>
            <a:pPr algn="ctr"/>
            <a:r>
              <a:rPr lang="en-SG" sz="1100" noProof="0" dirty="0"/>
              <a:t>Token Exchange &amp; Propagation </a:t>
            </a:r>
          </a:p>
        </p:txBody>
      </p:sp>
      <p:sp>
        <p:nvSpPr>
          <p:cNvPr id="25" name="TextBox 24">
            <a:extLst>
              <a:ext uri="{FF2B5EF4-FFF2-40B4-BE49-F238E27FC236}">
                <a16:creationId xmlns:a16="http://schemas.microsoft.com/office/drawing/2014/main" id="{172EAB2F-D44C-4564-2EAE-7A4B799454FD}"/>
              </a:ext>
            </a:extLst>
          </p:cNvPr>
          <p:cNvSpPr txBox="1"/>
          <p:nvPr/>
        </p:nvSpPr>
        <p:spPr>
          <a:xfrm>
            <a:off x="6750898" y="2645628"/>
            <a:ext cx="1814920" cy="338554"/>
          </a:xfrm>
          <a:prstGeom prst="rect">
            <a:avLst/>
          </a:prstGeom>
          <a:noFill/>
        </p:spPr>
        <p:txBody>
          <a:bodyPr wrap="none" rtlCol="0">
            <a:spAutoFit/>
          </a:bodyPr>
          <a:lstStyle/>
          <a:p>
            <a:r>
              <a:rPr lang="en-SG" sz="800" noProof="0" dirty="0">
                <a:solidFill>
                  <a:schemeClr val="bg2">
                    <a:lumMod val="50000"/>
                  </a:schemeClr>
                </a:solidFill>
              </a:rPr>
              <a:t>Communication between AO &amp; AIGP </a:t>
            </a:r>
          </a:p>
          <a:p>
            <a:r>
              <a:rPr lang="en-SG" sz="800" noProof="0" dirty="0">
                <a:solidFill>
                  <a:schemeClr val="bg2">
                    <a:lumMod val="50000"/>
                  </a:schemeClr>
                </a:solidFill>
              </a:rPr>
              <a:t>will use standardised formats</a:t>
            </a:r>
          </a:p>
        </p:txBody>
      </p:sp>
      <p:sp>
        <p:nvSpPr>
          <p:cNvPr id="68" name="TextBox 67">
            <a:extLst>
              <a:ext uri="{FF2B5EF4-FFF2-40B4-BE49-F238E27FC236}">
                <a16:creationId xmlns:a16="http://schemas.microsoft.com/office/drawing/2014/main" id="{98121E63-AB3E-672D-7AA0-160F5B733862}"/>
              </a:ext>
            </a:extLst>
          </p:cNvPr>
          <p:cNvSpPr txBox="1"/>
          <p:nvPr/>
        </p:nvSpPr>
        <p:spPr>
          <a:xfrm>
            <a:off x="7942173" y="3026136"/>
            <a:ext cx="957210" cy="246221"/>
          </a:xfrm>
          <a:prstGeom prst="rect">
            <a:avLst/>
          </a:prstGeom>
          <a:noFill/>
        </p:spPr>
        <p:txBody>
          <a:bodyPr wrap="square" rtlCol="0">
            <a:spAutoFit/>
          </a:bodyPr>
          <a:lstStyle/>
          <a:p>
            <a:r>
              <a:rPr lang="en-SG" sz="500" noProof="0" dirty="0">
                <a:solidFill>
                  <a:schemeClr val="bg2">
                    <a:lumMod val="50000"/>
                  </a:schemeClr>
                </a:solidFill>
              </a:rPr>
              <a:t>9.a.a.1. Send tool call request to AIGP</a:t>
            </a:r>
          </a:p>
        </p:txBody>
      </p:sp>
      <p:sp>
        <p:nvSpPr>
          <p:cNvPr id="69" name="TextBox 68">
            <a:extLst>
              <a:ext uri="{FF2B5EF4-FFF2-40B4-BE49-F238E27FC236}">
                <a16:creationId xmlns:a16="http://schemas.microsoft.com/office/drawing/2014/main" id="{84F28C61-0E02-F9C6-6349-3E6CEEE6887E}"/>
              </a:ext>
            </a:extLst>
          </p:cNvPr>
          <p:cNvSpPr txBox="1"/>
          <p:nvPr/>
        </p:nvSpPr>
        <p:spPr>
          <a:xfrm>
            <a:off x="973594" y="3008551"/>
            <a:ext cx="807739" cy="369332"/>
          </a:xfrm>
          <a:prstGeom prst="rect">
            <a:avLst/>
          </a:prstGeom>
          <a:noFill/>
        </p:spPr>
        <p:txBody>
          <a:bodyPr wrap="square" rtlCol="0">
            <a:spAutoFit/>
          </a:bodyPr>
          <a:lstStyle/>
          <a:p>
            <a:r>
              <a:rPr lang="en-SG" sz="600" noProof="0" dirty="0">
                <a:solidFill>
                  <a:schemeClr val="bg2">
                    <a:lumMod val="50000"/>
                  </a:schemeClr>
                </a:solidFill>
              </a:rPr>
              <a:t>1. Request is forwarded through AI gateway</a:t>
            </a:r>
          </a:p>
        </p:txBody>
      </p:sp>
      <p:sp>
        <p:nvSpPr>
          <p:cNvPr id="70" name="TextBox 69">
            <a:extLst>
              <a:ext uri="{FF2B5EF4-FFF2-40B4-BE49-F238E27FC236}">
                <a16:creationId xmlns:a16="http://schemas.microsoft.com/office/drawing/2014/main" id="{042D6D32-86CC-590A-4444-F2AB1C215AAE}"/>
              </a:ext>
            </a:extLst>
          </p:cNvPr>
          <p:cNvSpPr txBox="1"/>
          <p:nvPr/>
        </p:nvSpPr>
        <p:spPr>
          <a:xfrm>
            <a:off x="2218623" y="2922002"/>
            <a:ext cx="597851" cy="400110"/>
          </a:xfrm>
          <a:prstGeom prst="rect">
            <a:avLst/>
          </a:prstGeom>
          <a:noFill/>
        </p:spPr>
        <p:txBody>
          <a:bodyPr wrap="square" rtlCol="0">
            <a:spAutoFit/>
          </a:bodyPr>
          <a:lstStyle/>
          <a:p>
            <a:r>
              <a:rPr lang="en-SG" sz="500" noProof="0" dirty="0">
                <a:solidFill>
                  <a:schemeClr val="bg2">
                    <a:lumMod val="50000"/>
                  </a:schemeClr>
                </a:solidFill>
              </a:rPr>
              <a:t>2. Send to orchestrator for processing after sanitisation</a:t>
            </a:r>
          </a:p>
        </p:txBody>
      </p:sp>
      <p:sp>
        <p:nvSpPr>
          <p:cNvPr id="71" name="TextBox 70">
            <a:extLst>
              <a:ext uri="{FF2B5EF4-FFF2-40B4-BE49-F238E27FC236}">
                <a16:creationId xmlns:a16="http://schemas.microsoft.com/office/drawing/2014/main" id="{97B98E59-0B02-558E-5179-313B9D13C25C}"/>
              </a:ext>
            </a:extLst>
          </p:cNvPr>
          <p:cNvSpPr txBox="1"/>
          <p:nvPr/>
        </p:nvSpPr>
        <p:spPr>
          <a:xfrm>
            <a:off x="2304697" y="2100570"/>
            <a:ext cx="864000" cy="276999"/>
          </a:xfrm>
          <a:prstGeom prst="rect">
            <a:avLst/>
          </a:prstGeom>
          <a:noFill/>
        </p:spPr>
        <p:txBody>
          <a:bodyPr wrap="square" rtlCol="0">
            <a:spAutoFit/>
          </a:bodyPr>
          <a:lstStyle/>
          <a:p>
            <a:r>
              <a:rPr lang="en-SG" sz="600" noProof="0" dirty="0">
                <a:solidFill>
                  <a:schemeClr val="bg2">
                    <a:lumMod val="50000"/>
                  </a:schemeClr>
                </a:solidFill>
              </a:rPr>
              <a:t>3. Send to relevant </a:t>
            </a:r>
          </a:p>
          <a:p>
            <a:r>
              <a:rPr lang="en-SG" sz="600" noProof="0" dirty="0">
                <a:solidFill>
                  <a:schemeClr val="bg2">
                    <a:lumMod val="50000"/>
                  </a:schemeClr>
                </a:solidFill>
              </a:rPr>
              <a:t>sub-agents</a:t>
            </a:r>
          </a:p>
        </p:txBody>
      </p:sp>
      <p:sp>
        <p:nvSpPr>
          <p:cNvPr id="73" name="TextBox 72">
            <a:extLst>
              <a:ext uri="{FF2B5EF4-FFF2-40B4-BE49-F238E27FC236}">
                <a16:creationId xmlns:a16="http://schemas.microsoft.com/office/drawing/2014/main" id="{FD3D926F-2513-6DE8-B41D-77487FA7AFE4}"/>
              </a:ext>
            </a:extLst>
          </p:cNvPr>
          <p:cNvSpPr txBox="1"/>
          <p:nvPr/>
        </p:nvSpPr>
        <p:spPr>
          <a:xfrm>
            <a:off x="2292281" y="1484906"/>
            <a:ext cx="974976" cy="276999"/>
          </a:xfrm>
          <a:prstGeom prst="rect">
            <a:avLst/>
          </a:prstGeom>
          <a:noFill/>
        </p:spPr>
        <p:txBody>
          <a:bodyPr wrap="square" rtlCol="0">
            <a:spAutoFit/>
          </a:bodyPr>
          <a:lstStyle/>
          <a:p>
            <a:r>
              <a:rPr lang="en-SG" sz="600" noProof="0" dirty="0">
                <a:solidFill>
                  <a:schemeClr val="bg2">
                    <a:lumMod val="50000"/>
                  </a:schemeClr>
                </a:solidFill>
              </a:rPr>
              <a:t>4. Retrieves id token</a:t>
            </a:r>
          </a:p>
          <a:p>
            <a:r>
              <a:rPr lang="en-SG" sz="600" noProof="0" dirty="0">
                <a:solidFill>
                  <a:schemeClr val="bg2">
                    <a:lumMod val="50000"/>
                  </a:schemeClr>
                </a:solidFill>
              </a:rPr>
              <a:t>from blueprint parent</a:t>
            </a:r>
          </a:p>
        </p:txBody>
      </p:sp>
      <p:sp>
        <p:nvSpPr>
          <p:cNvPr id="76" name="TextBox 75">
            <a:extLst>
              <a:ext uri="{FF2B5EF4-FFF2-40B4-BE49-F238E27FC236}">
                <a16:creationId xmlns:a16="http://schemas.microsoft.com/office/drawing/2014/main" id="{E34C2FA1-A7C6-FDA1-EC86-F9AB1A3D38A3}"/>
              </a:ext>
            </a:extLst>
          </p:cNvPr>
          <p:cNvSpPr txBox="1"/>
          <p:nvPr/>
        </p:nvSpPr>
        <p:spPr>
          <a:xfrm>
            <a:off x="3755054" y="3890209"/>
            <a:ext cx="906327" cy="553998"/>
          </a:xfrm>
          <a:prstGeom prst="rect">
            <a:avLst/>
          </a:prstGeom>
          <a:noFill/>
        </p:spPr>
        <p:txBody>
          <a:bodyPr wrap="square" rtlCol="0">
            <a:spAutoFit/>
          </a:bodyPr>
          <a:lstStyle/>
          <a:p>
            <a:r>
              <a:rPr lang="en-SG" sz="500" noProof="0" dirty="0">
                <a:solidFill>
                  <a:schemeClr val="bg2">
                    <a:lumMod val="50000"/>
                  </a:schemeClr>
                </a:solidFill>
              </a:rPr>
              <a:t>5.1. Agent call AO gateway for allowed tool list</a:t>
            </a:r>
          </a:p>
          <a:p>
            <a:r>
              <a:rPr lang="en-SG" sz="500" noProof="0" dirty="0">
                <a:solidFill>
                  <a:schemeClr val="bg2">
                    <a:lumMod val="50000"/>
                  </a:schemeClr>
                </a:solidFill>
              </a:rPr>
              <a:t>5.2. AO gateway sends tool list</a:t>
            </a:r>
          </a:p>
          <a:p>
            <a:r>
              <a:rPr lang="en-SG" sz="500" noProof="0" dirty="0">
                <a:solidFill>
                  <a:schemeClr val="bg2">
                    <a:lumMod val="50000"/>
                  </a:schemeClr>
                </a:solidFill>
              </a:rPr>
              <a:t>5.3. Agent sends tool call request</a:t>
            </a:r>
          </a:p>
        </p:txBody>
      </p:sp>
      <p:sp>
        <p:nvSpPr>
          <p:cNvPr id="37" name="TextBox 36">
            <a:extLst>
              <a:ext uri="{FF2B5EF4-FFF2-40B4-BE49-F238E27FC236}">
                <a16:creationId xmlns:a16="http://schemas.microsoft.com/office/drawing/2014/main" id="{A35E4C13-EB4D-947B-858E-AD683B3A6EED}"/>
              </a:ext>
            </a:extLst>
          </p:cNvPr>
          <p:cNvSpPr txBox="1"/>
          <p:nvPr/>
        </p:nvSpPr>
        <p:spPr>
          <a:xfrm>
            <a:off x="4751151" y="4217373"/>
            <a:ext cx="771911" cy="276999"/>
          </a:xfrm>
          <a:prstGeom prst="rect">
            <a:avLst/>
          </a:prstGeom>
          <a:noFill/>
        </p:spPr>
        <p:txBody>
          <a:bodyPr wrap="square" rtlCol="0">
            <a:spAutoFit/>
          </a:bodyPr>
          <a:lstStyle/>
          <a:p>
            <a:r>
              <a:rPr lang="en-SG" sz="400" noProof="0" dirty="0">
                <a:solidFill>
                  <a:schemeClr val="bg2">
                    <a:lumMod val="50000"/>
                  </a:schemeClr>
                </a:solidFill>
              </a:rPr>
              <a:t>6. AO Gateway checks ABAC and verifies agent is allowed to call the tool</a:t>
            </a:r>
          </a:p>
        </p:txBody>
      </p:sp>
      <p:cxnSp>
        <p:nvCxnSpPr>
          <p:cNvPr id="78" name="Straight Arrow Connector 77">
            <a:extLst>
              <a:ext uri="{FF2B5EF4-FFF2-40B4-BE49-F238E27FC236}">
                <a16:creationId xmlns:a16="http://schemas.microsoft.com/office/drawing/2014/main" id="{C1DF5697-BDD8-FBFE-3564-936EEC0C7C94}"/>
              </a:ext>
            </a:extLst>
          </p:cNvPr>
          <p:cNvCxnSpPr>
            <a:cxnSpLocks/>
          </p:cNvCxnSpPr>
          <p:nvPr/>
        </p:nvCxnSpPr>
        <p:spPr>
          <a:xfrm>
            <a:off x="10556428" y="2057726"/>
            <a:ext cx="0" cy="577362"/>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80" name="TextBox 79">
            <a:extLst>
              <a:ext uri="{FF2B5EF4-FFF2-40B4-BE49-F238E27FC236}">
                <a16:creationId xmlns:a16="http://schemas.microsoft.com/office/drawing/2014/main" id="{B6059EB0-A151-0219-8B3F-1C7899A6C0ED}"/>
              </a:ext>
            </a:extLst>
          </p:cNvPr>
          <p:cNvSpPr txBox="1"/>
          <p:nvPr/>
        </p:nvSpPr>
        <p:spPr>
          <a:xfrm>
            <a:off x="6159566" y="6416821"/>
            <a:ext cx="2486594" cy="246221"/>
          </a:xfrm>
          <a:prstGeom prst="rect">
            <a:avLst/>
          </a:prstGeom>
          <a:noFill/>
        </p:spPr>
        <p:txBody>
          <a:bodyPr wrap="square" rtlCol="0">
            <a:spAutoFit/>
          </a:bodyPr>
          <a:lstStyle/>
          <a:p>
            <a:r>
              <a:rPr lang="en-SG" sz="500" noProof="0" dirty="0">
                <a:solidFill>
                  <a:schemeClr val="bg2">
                    <a:lumMod val="50000"/>
                  </a:schemeClr>
                </a:solidFill>
              </a:rPr>
              <a:t>9.a.b.2. &amp; 9.b.b.2</a:t>
            </a:r>
          </a:p>
          <a:p>
            <a:r>
              <a:rPr lang="en-SG" sz="500" noProof="0" dirty="0">
                <a:solidFill>
                  <a:schemeClr val="bg2">
                    <a:lumMod val="50000"/>
                  </a:schemeClr>
                </a:solidFill>
              </a:rPr>
              <a:t>Non-IRIN3 MCP Server sends API call to non-IRIN3 APIs/Service Providers</a:t>
            </a:r>
          </a:p>
        </p:txBody>
      </p:sp>
      <p:sp>
        <p:nvSpPr>
          <p:cNvPr id="88" name="TextBox 87">
            <a:extLst>
              <a:ext uri="{FF2B5EF4-FFF2-40B4-BE49-F238E27FC236}">
                <a16:creationId xmlns:a16="http://schemas.microsoft.com/office/drawing/2014/main" id="{976D0E8A-609D-B821-FFBC-E8BAA2E48307}"/>
              </a:ext>
            </a:extLst>
          </p:cNvPr>
          <p:cNvSpPr txBox="1"/>
          <p:nvPr/>
        </p:nvSpPr>
        <p:spPr>
          <a:xfrm>
            <a:off x="11107584" y="4728640"/>
            <a:ext cx="810241" cy="323165"/>
          </a:xfrm>
          <a:prstGeom prst="rect">
            <a:avLst/>
          </a:prstGeom>
          <a:noFill/>
        </p:spPr>
        <p:txBody>
          <a:bodyPr wrap="square" rtlCol="0">
            <a:spAutoFit/>
          </a:bodyPr>
          <a:lstStyle/>
          <a:p>
            <a:r>
              <a:rPr lang="en-SG" sz="500" noProof="0" dirty="0">
                <a:solidFill>
                  <a:schemeClr val="bg2">
                    <a:lumMod val="50000"/>
                  </a:schemeClr>
                </a:solidFill>
              </a:rPr>
              <a:t>9.a.a.2. AIGP MCP Server calls microservice API</a:t>
            </a:r>
          </a:p>
        </p:txBody>
      </p:sp>
      <p:sp>
        <p:nvSpPr>
          <p:cNvPr id="90" name="TextBox 89">
            <a:extLst>
              <a:ext uri="{FF2B5EF4-FFF2-40B4-BE49-F238E27FC236}">
                <a16:creationId xmlns:a16="http://schemas.microsoft.com/office/drawing/2014/main" id="{816C45A1-7600-2C23-E802-DC67FA5F494B}"/>
              </a:ext>
            </a:extLst>
          </p:cNvPr>
          <p:cNvSpPr txBox="1"/>
          <p:nvPr/>
        </p:nvSpPr>
        <p:spPr>
          <a:xfrm>
            <a:off x="11130792" y="5208603"/>
            <a:ext cx="810241" cy="323165"/>
          </a:xfrm>
          <a:prstGeom prst="rect">
            <a:avLst/>
          </a:prstGeom>
          <a:noFill/>
        </p:spPr>
        <p:txBody>
          <a:bodyPr wrap="square" rtlCol="0">
            <a:spAutoFit/>
          </a:bodyPr>
          <a:lstStyle/>
          <a:p>
            <a:r>
              <a:rPr lang="en-SG" sz="500" noProof="0" dirty="0">
                <a:solidFill>
                  <a:schemeClr val="bg2">
                    <a:lumMod val="50000"/>
                  </a:schemeClr>
                </a:solidFill>
              </a:rPr>
              <a:t>9.a.a.3. Microservice API returns response to AIGP MCP Server</a:t>
            </a:r>
          </a:p>
        </p:txBody>
      </p:sp>
      <p:cxnSp>
        <p:nvCxnSpPr>
          <p:cNvPr id="91" name="Straight Arrow Connector 90">
            <a:extLst>
              <a:ext uri="{FF2B5EF4-FFF2-40B4-BE49-F238E27FC236}">
                <a16:creationId xmlns:a16="http://schemas.microsoft.com/office/drawing/2014/main" id="{C2D58891-6EC5-5E8F-A1CF-2BA190324F75}"/>
              </a:ext>
            </a:extLst>
          </p:cNvPr>
          <p:cNvCxnSpPr>
            <a:cxnSpLocks/>
          </p:cNvCxnSpPr>
          <p:nvPr/>
        </p:nvCxnSpPr>
        <p:spPr>
          <a:xfrm flipH="1">
            <a:off x="10319221" y="3426872"/>
            <a:ext cx="288000" cy="0"/>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34" name="TextBox 1033">
            <a:extLst>
              <a:ext uri="{FF2B5EF4-FFF2-40B4-BE49-F238E27FC236}">
                <a16:creationId xmlns:a16="http://schemas.microsoft.com/office/drawing/2014/main" id="{D4CD2A21-5921-D635-1013-78B497894A63}"/>
              </a:ext>
            </a:extLst>
          </p:cNvPr>
          <p:cNvSpPr txBox="1"/>
          <p:nvPr/>
        </p:nvSpPr>
        <p:spPr>
          <a:xfrm>
            <a:off x="8021212" y="4499108"/>
            <a:ext cx="850434" cy="323165"/>
          </a:xfrm>
          <a:prstGeom prst="rect">
            <a:avLst/>
          </a:prstGeom>
          <a:noFill/>
        </p:spPr>
        <p:txBody>
          <a:bodyPr wrap="square" rtlCol="0">
            <a:spAutoFit/>
          </a:bodyPr>
          <a:lstStyle/>
          <a:p>
            <a:r>
              <a:rPr lang="en-SG" sz="500" noProof="0" dirty="0">
                <a:solidFill>
                  <a:schemeClr val="bg2">
                    <a:lumMod val="50000"/>
                  </a:schemeClr>
                </a:solidFill>
              </a:rPr>
              <a:t>9.a.a.4. AIGP MCP gateway returns response to AO MCP</a:t>
            </a:r>
          </a:p>
        </p:txBody>
      </p:sp>
      <p:sp>
        <p:nvSpPr>
          <p:cNvPr id="1040" name="TextBox 1039">
            <a:extLst>
              <a:ext uri="{FF2B5EF4-FFF2-40B4-BE49-F238E27FC236}">
                <a16:creationId xmlns:a16="http://schemas.microsoft.com/office/drawing/2014/main" id="{EE5C7DED-9A38-2644-ABED-65EC85A05522}"/>
              </a:ext>
            </a:extLst>
          </p:cNvPr>
          <p:cNvSpPr txBox="1"/>
          <p:nvPr/>
        </p:nvSpPr>
        <p:spPr>
          <a:xfrm>
            <a:off x="5523299" y="1397948"/>
            <a:ext cx="1224779" cy="246221"/>
          </a:xfrm>
          <a:prstGeom prst="rect">
            <a:avLst/>
          </a:prstGeom>
          <a:noFill/>
        </p:spPr>
        <p:txBody>
          <a:bodyPr wrap="square" rtlCol="0">
            <a:spAutoFit/>
          </a:bodyPr>
          <a:lstStyle/>
          <a:p>
            <a:r>
              <a:rPr lang="en-SG" sz="500" noProof="0" dirty="0">
                <a:solidFill>
                  <a:schemeClr val="bg2">
                    <a:lumMod val="50000"/>
                  </a:schemeClr>
                </a:solidFill>
              </a:rPr>
              <a:t>9.b.a.4. Response from AIGP is consumed by AO gateway and sanitised</a:t>
            </a:r>
          </a:p>
        </p:txBody>
      </p:sp>
      <p:pic>
        <p:nvPicPr>
          <p:cNvPr id="33" name="Picture 2">
            <a:extLst>
              <a:ext uri="{FF2B5EF4-FFF2-40B4-BE49-F238E27FC236}">
                <a16:creationId xmlns:a16="http://schemas.microsoft.com/office/drawing/2014/main" id="{83BDE710-496B-7768-27C9-250B6C972C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97" y="6245129"/>
            <a:ext cx="397501" cy="360000"/>
          </a:xfrm>
          <a:prstGeom prst="rect">
            <a:avLst/>
          </a:prstGeom>
          <a:noFill/>
          <a:extLst>
            <a:ext uri="{909E8E84-426E-40DD-AFC4-6F175D3DCCD1}">
              <a14:hiddenFill xmlns:a14="http://schemas.microsoft.com/office/drawing/2010/main">
                <a:solidFill>
                  <a:srgbClr val="FFFFFF"/>
                </a:solidFill>
              </a14:hiddenFill>
            </a:ext>
          </a:extLst>
        </p:spPr>
      </p:pic>
      <p:sp>
        <p:nvSpPr>
          <p:cNvPr id="57" name="Oval 56">
            <a:extLst>
              <a:ext uri="{FF2B5EF4-FFF2-40B4-BE49-F238E27FC236}">
                <a16:creationId xmlns:a16="http://schemas.microsoft.com/office/drawing/2014/main" id="{396D19C9-1335-8673-B423-FA01D76218C3}"/>
              </a:ext>
            </a:extLst>
          </p:cNvPr>
          <p:cNvSpPr/>
          <p:nvPr/>
        </p:nvSpPr>
        <p:spPr>
          <a:xfrm>
            <a:off x="6764757" y="525264"/>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0</a:t>
            </a:r>
          </a:p>
        </p:txBody>
      </p:sp>
      <p:sp>
        <p:nvSpPr>
          <p:cNvPr id="58" name="TextBox 57">
            <a:extLst>
              <a:ext uri="{FF2B5EF4-FFF2-40B4-BE49-F238E27FC236}">
                <a16:creationId xmlns:a16="http://schemas.microsoft.com/office/drawing/2014/main" id="{8512D458-E106-9C26-A0A0-10D497E9257F}"/>
              </a:ext>
            </a:extLst>
          </p:cNvPr>
          <p:cNvSpPr txBox="1"/>
          <p:nvPr/>
        </p:nvSpPr>
        <p:spPr>
          <a:xfrm>
            <a:off x="7006257" y="493587"/>
            <a:ext cx="1737976" cy="261610"/>
          </a:xfrm>
          <a:prstGeom prst="rect">
            <a:avLst/>
          </a:prstGeom>
          <a:noFill/>
        </p:spPr>
        <p:txBody>
          <a:bodyPr wrap="none" rtlCol="0">
            <a:spAutoFit/>
          </a:bodyPr>
          <a:lstStyle/>
          <a:p>
            <a:pPr algn="ctr"/>
            <a:r>
              <a:rPr lang="en-SG" sz="1100" noProof="0" dirty="0"/>
              <a:t>IRIN3 Access Assignment</a:t>
            </a:r>
          </a:p>
        </p:txBody>
      </p:sp>
      <p:sp>
        <p:nvSpPr>
          <p:cNvPr id="59" name="TextBox 58">
            <a:extLst>
              <a:ext uri="{FF2B5EF4-FFF2-40B4-BE49-F238E27FC236}">
                <a16:creationId xmlns:a16="http://schemas.microsoft.com/office/drawing/2014/main" id="{7905288F-D2F4-FD3B-E16B-88333A219E6D}"/>
              </a:ext>
            </a:extLst>
          </p:cNvPr>
          <p:cNvSpPr txBox="1"/>
          <p:nvPr/>
        </p:nvSpPr>
        <p:spPr>
          <a:xfrm>
            <a:off x="7032276" y="701954"/>
            <a:ext cx="1679924" cy="461665"/>
          </a:xfrm>
          <a:prstGeom prst="rect">
            <a:avLst/>
          </a:prstGeom>
          <a:noFill/>
        </p:spPr>
        <p:txBody>
          <a:bodyPr wrap="square" rtlCol="0">
            <a:spAutoFit/>
          </a:bodyPr>
          <a:lstStyle/>
          <a:p>
            <a:r>
              <a:rPr lang="en-SG" sz="800" noProof="0" dirty="0">
                <a:solidFill>
                  <a:schemeClr val="bg2">
                    <a:lumMod val="50000"/>
                  </a:schemeClr>
                </a:solidFill>
              </a:rPr>
              <a:t>The agent’s access scope to IRIN3 will need to be governed by ForgeRock</a:t>
            </a:r>
          </a:p>
        </p:txBody>
      </p:sp>
      <p:cxnSp>
        <p:nvCxnSpPr>
          <p:cNvPr id="72" name="Straight Arrow Connector 71">
            <a:extLst>
              <a:ext uri="{FF2B5EF4-FFF2-40B4-BE49-F238E27FC236}">
                <a16:creationId xmlns:a16="http://schemas.microsoft.com/office/drawing/2014/main" id="{7DC3955F-B8CA-68DA-D9E2-29D0E42D2561}"/>
              </a:ext>
            </a:extLst>
          </p:cNvPr>
          <p:cNvCxnSpPr>
            <a:cxnSpLocks/>
            <a:stCxn id="122" idx="1"/>
            <a:endCxn id="101" idx="3"/>
          </p:cNvCxnSpPr>
          <p:nvPr/>
        </p:nvCxnSpPr>
        <p:spPr>
          <a:xfrm flipH="1">
            <a:off x="3575036" y="2513962"/>
            <a:ext cx="380987" cy="4897"/>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95" name="TextBox 94">
            <a:extLst>
              <a:ext uri="{FF2B5EF4-FFF2-40B4-BE49-F238E27FC236}">
                <a16:creationId xmlns:a16="http://schemas.microsoft.com/office/drawing/2014/main" id="{7D237AB2-A060-A99C-9EBB-1F6687ED8333}"/>
              </a:ext>
            </a:extLst>
          </p:cNvPr>
          <p:cNvSpPr txBox="1"/>
          <p:nvPr/>
        </p:nvSpPr>
        <p:spPr>
          <a:xfrm>
            <a:off x="16389" y="6539502"/>
            <a:ext cx="4705678" cy="215444"/>
          </a:xfrm>
          <a:prstGeom prst="rect">
            <a:avLst/>
          </a:prstGeom>
          <a:noFill/>
        </p:spPr>
        <p:txBody>
          <a:bodyPr wrap="square">
            <a:spAutoFit/>
          </a:bodyPr>
          <a:lstStyle/>
          <a:p>
            <a:r>
              <a:rPr lang="en-SG" sz="800" noProof="0" dirty="0"/>
              <a:t>^Exact service to be used for state management will be proposed by Platform and Infra topic team</a:t>
            </a:r>
          </a:p>
        </p:txBody>
      </p:sp>
      <p:sp>
        <p:nvSpPr>
          <p:cNvPr id="45" name="TextBox 44">
            <a:extLst>
              <a:ext uri="{FF2B5EF4-FFF2-40B4-BE49-F238E27FC236}">
                <a16:creationId xmlns:a16="http://schemas.microsoft.com/office/drawing/2014/main" id="{E910D63D-F836-AA9C-B4C6-48CAA0C2090C}"/>
              </a:ext>
            </a:extLst>
          </p:cNvPr>
          <p:cNvSpPr txBox="1"/>
          <p:nvPr/>
        </p:nvSpPr>
        <p:spPr>
          <a:xfrm>
            <a:off x="992408" y="5663951"/>
            <a:ext cx="1443872" cy="276999"/>
          </a:xfrm>
          <a:prstGeom prst="rect">
            <a:avLst/>
          </a:prstGeom>
          <a:noFill/>
        </p:spPr>
        <p:txBody>
          <a:bodyPr wrap="square" rtlCol="0">
            <a:spAutoFit/>
          </a:bodyPr>
          <a:lstStyle/>
          <a:p>
            <a:r>
              <a:rPr lang="en-SG" sz="600" noProof="0" dirty="0">
                <a:solidFill>
                  <a:schemeClr val="bg2">
                    <a:lumMod val="50000"/>
                  </a:schemeClr>
                </a:solidFill>
              </a:rPr>
              <a:t>*SWEE federates to IRIN3 ForgeRock</a:t>
            </a:r>
          </a:p>
          <a:p>
            <a:r>
              <a:rPr lang="en-SG" sz="600" noProof="0" dirty="0">
                <a:solidFill>
                  <a:schemeClr val="bg2">
                    <a:lumMod val="50000"/>
                  </a:schemeClr>
                </a:solidFill>
              </a:rPr>
              <a:t>for user authorisation</a:t>
            </a:r>
          </a:p>
        </p:txBody>
      </p:sp>
      <p:sp>
        <p:nvSpPr>
          <p:cNvPr id="42" name="Rectangle 41">
            <a:extLst>
              <a:ext uri="{FF2B5EF4-FFF2-40B4-BE49-F238E27FC236}">
                <a16:creationId xmlns:a16="http://schemas.microsoft.com/office/drawing/2014/main" id="{060DD739-E2AB-27A5-3EA1-46158D51C6BF}"/>
              </a:ext>
            </a:extLst>
          </p:cNvPr>
          <p:cNvSpPr/>
          <p:nvPr/>
        </p:nvSpPr>
        <p:spPr>
          <a:xfrm>
            <a:off x="7815154" y="5532107"/>
            <a:ext cx="900000" cy="37705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6" name="TextBox 45">
            <a:extLst>
              <a:ext uri="{FF2B5EF4-FFF2-40B4-BE49-F238E27FC236}">
                <a16:creationId xmlns:a16="http://schemas.microsoft.com/office/drawing/2014/main" id="{0652A5B9-3CE0-A049-30C6-10C7EE8E3150}"/>
              </a:ext>
            </a:extLst>
          </p:cNvPr>
          <p:cNvSpPr txBox="1"/>
          <p:nvPr/>
        </p:nvSpPr>
        <p:spPr>
          <a:xfrm>
            <a:off x="7782795" y="5602527"/>
            <a:ext cx="972000" cy="246221"/>
          </a:xfrm>
          <a:prstGeom prst="rect">
            <a:avLst/>
          </a:prstGeom>
          <a:noFill/>
        </p:spPr>
        <p:txBody>
          <a:bodyPr wrap="square" rtlCol="0">
            <a:spAutoFit/>
          </a:bodyPr>
          <a:lstStyle/>
          <a:p>
            <a:pPr algn="ctr"/>
            <a:r>
              <a:rPr lang="en-SG" sz="1000" b="1" noProof="0" dirty="0"/>
              <a:t>MCP Server X</a:t>
            </a:r>
          </a:p>
        </p:txBody>
      </p:sp>
      <p:cxnSp>
        <p:nvCxnSpPr>
          <p:cNvPr id="98" name="Connector: Elbow 97">
            <a:extLst>
              <a:ext uri="{FF2B5EF4-FFF2-40B4-BE49-F238E27FC236}">
                <a16:creationId xmlns:a16="http://schemas.microsoft.com/office/drawing/2014/main" id="{9474A32E-1C49-3D9D-0D60-AC6C905B0E98}"/>
              </a:ext>
            </a:extLst>
          </p:cNvPr>
          <p:cNvCxnSpPr>
            <a:cxnSpLocks/>
            <a:stCxn id="1055" idx="1"/>
            <a:endCxn id="1062" idx="0"/>
          </p:cNvCxnSpPr>
          <p:nvPr/>
        </p:nvCxnSpPr>
        <p:spPr>
          <a:xfrm rot="10800000" flipH="1">
            <a:off x="4747468" y="3856552"/>
            <a:ext cx="1718034" cy="640274"/>
          </a:xfrm>
          <a:prstGeom prst="bentConnector4">
            <a:avLst>
              <a:gd name="adj1" fmla="val 47310"/>
              <a:gd name="adj2" fmla="val 120921"/>
            </a:avLst>
          </a:prstGeom>
          <a:ln w="3175">
            <a:tailEnd type="triangle"/>
          </a:ln>
        </p:spPr>
        <p:style>
          <a:lnRef idx="2">
            <a:schemeClr val="dk1"/>
          </a:lnRef>
          <a:fillRef idx="0">
            <a:schemeClr val="dk1"/>
          </a:fillRef>
          <a:effectRef idx="1">
            <a:schemeClr val="dk1"/>
          </a:effectRef>
          <a:fontRef idx="minor">
            <a:schemeClr val="tx1"/>
          </a:fontRef>
        </p:style>
      </p:cxnSp>
      <p:sp>
        <p:nvSpPr>
          <p:cNvPr id="127" name="TextBox 126">
            <a:extLst>
              <a:ext uri="{FF2B5EF4-FFF2-40B4-BE49-F238E27FC236}">
                <a16:creationId xmlns:a16="http://schemas.microsoft.com/office/drawing/2014/main" id="{6548BB48-A764-14D0-4654-17B4D44AEB0B}"/>
              </a:ext>
            </a:extLst>
          </p:cNvPr>
          <p:cNvSpPr txBox="1"/>
          <p:nvPr/>
        </p:nvSpPr>
        <p:spPr>
          <a:xfrm>
            <a:off x="4194169" y="5603871"/>
            <a:ext cx="1260000" cy="169277"/>
          </a:xfrm>
          <a:prstGeom prst="rect">
            <a:avLst/>
          </a:prstGeom>
          <a:noFill/>
        </p:spPr>
        <p:txBody>
          <a:bodyPr wrap="square" rtlCol="0">
            <a:spAutoFit/>
          </a:bodyPr>
          <a:lstStyle/>
          <a:p>
            <a:r>
              <a:rPr lang="en-SG" sz="500" noProof="0" dirty="0">
                <a:solidFill>
                  <a:schemeClr val="bg2">
                    <a:lumMod val="50000"/>
                  </a:schemeClr>
                </a:solidFill>
              </a:rPr>
              <a:t>8.a.1. Publish HITL request to queue</a:t>
            </a:r>
          </a:p>
        </p:txBody>
      </p:sp>
      <p:cxnSp>
        <p:nvCxnSpPr>
          <p:cNvPr id="1027" name="Connector: Elbow 1026">
            <a:extLst>
              <a:ext uri="{FF2B5EF4-FFF2-40B4-BE49-F238E27FC236}">
                <a16:creationId xmlns:a16="http://schemas.microsoft.com/office/drawing/2014/main" id="{6FCC98FD-0018-A552-48AC-D5F06F312C15}"/>
              </a:ext>
            </a:extLst>
          </p:cNvPr>
          <p:cNvCxnSpPr>
            <a:cxnSpLocks/>
          </p:cNvCxnSpPr>
          <p:nvPr/>
        </p:nvCxnSpPr>
        <p:spPr>
          <a:xfrm rot="10800000" flipV="1">
            <a:off x="4147980" y="4126552"/>
            <a:ext cx="1920122" cy="1470970"/>
          </a:xfrm>
          <a:prstGeom prst="bentConnector3">
            <a:avLst>
              <a:gd name="adj1" fmla="val 18913"/>
            </a:avLst>
          </a:prstGeom>
          <a:ln w="3175">
            <a:tailEnd type="triangle"/>
          </a:ln>
        </p:spPr>
        <p:style>
          <a:lnRef idx="2">
            <a:schemeClr val="dk1"/>
          </a:lnRef>
          <a:fillRef idx="0">
            <a:schemeClr val="dk1"/>
          </a:fillRef>
          <a:effectRef idx="1">
            <a:schemeClr val="dk1"/>
          </a:effectRef>
          <a:fontRef idx="minor">
            <a:schemeClr val="tx1"/>
          </a:fontRef>
        </p:style>
      </p:cxnSp>
      <p:sp>
        <p:nvSpPr>
          <p:cNvPr id="1042" name="TextBox 1041">
            <a:extLst>
              <a:ext uri="{FF2B5EF4-FFF2-40B4-BE49-F238E27FC236}">
                <a16:creationId xmlns:a16="http://schemas.microsoft.com/office/drawing/2014/main" id="{73E380E8-89D1-78A5-ACBC-61F8BE88E994}"/>
              </a:ext>
            </a:extLst>
          </p:cNvPr>
          <p:cNvSpPr txBox="1"/>
          <p:nvPr/>
        </p:nvSpPr>
        <p:spPr>
          <a:xfrm>
            <a:off x="3405288" y="4512675"/>
            <a:ext cx="1147843" cy="169277"/>
          </a:xfrm>
          <a:prstGeom prst="rect">
            <a:avLst/>
          </a:prstGeom>
          <a:noFill/>
        </p:spPr>
        <p:txBody>
          <a:bodyPr wrap="square" rtlCol="0">
            <a:spAutoFit/>
          </a:bodyPr>
          <a:lstStyle/>
          <a:p>
            <a:r>
              <a:rPr lang="en-SG" sz="500" noProof="0" dirty="0">
                <a:solidFill>
                  <a:schemeClr val="bg2">
                    <a:lumMod val="50000"/>
                  </a:schemeClr>
                </a:solidFill>
              </a:rPr>
              <a:t>8.a.2. Interrupt &amp; Halt</a:t>
            </a:r>
          </a:p>
        </p:txBody>
      </p:sp>
      <p:cxnSp>
        <p:nvCxnSpPr>
          <p:cNvPr id="1043" name="Connector: Elbow 1042">
            <a:extLst>
              <a:ext uri="{FF2B5EF4-FFF2-40B4-BE49-F238E27FC236}">
                <a16:creationId xmlns:a16="http://schemas.microsoft.com/office/drawing/2014/main" id="{7A1B26AB-E276-BD6C-3405-1CDA3F6D5C85}"/>
              </a:ext>
            </a:extLst>
          </p:cNvPr>
          <p:cNvCxnSpPr>
            <a:cxnSpLocks/>
          </p:cNvCxnSpPr>
          <p:nvPr/>
        </p:nvCxnSpPr>
        <p:spPr>
          <a:xfrm rot="10800000">
            <a:off x="3398518" y="2700977"/>
            <a:ext cx="1368000" cy="1980000"/>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066" name="Connector: Elbow 1065">
            <a:extLst>
              <a:ext uri="{FF2B5EF4-FFF2-40B4-BE49-F238E27FC236}">
                <a16:creationId xmlns:a16="http://schemas.microsoft.com/office/drawing/2014/main" id="{C0A0E908-B59F-B334-0007-FCB127505608}"/>
              </a:ext>
            </a:extLst>
          </p:cNvPr>
          <p:cNvCxnSpPr>
            <a:cxnSpLocks/>
          </p:cNvCxnSpPr>
          <p:nvPr/>
        </p:nvCxnSpPr>
        <p:spPr>
          <a:xfrm rot="10800000" flipV="1">
            <a:off x="4741182" y="4126551"/>
            <a:ext cx="1332000" cy="556835"/>
          </a:xfrm>
          <a:prstGeom prst="bentConnector3">
            <a:avLst>
              <a:gd name="adj1" fmla="val 27339"/>
            </a:avLst>
          </a:prstGeom>
          <a:ln w="3175">
            <a:tailEnd type="triangle"/>
          </a:ln>
        </p:spPr>
        <p:style>
          <a:lnRef idx="2">
            <a:schemeClr val="dk1"/>
          </a:lnRef>
          <a:fillRef idx="0">
            <a:schemeClr val="dk1"/>
          </a:fillRef>
          <a:effectRef idx="1">
            <a:schemeClr val="dk1"/>
          </a:effectRef>
          <a:fontRef idx="minor">
            <a:schemeClr val="tx1"/>
          </a:fontRef>
        </p:style>
      </p:cxnSp>
      <p:cxnSp>
        <p:nvCxnSpPr>
          <p:cNvPr id="1077" name="Straight Arrow Connector 1076">
            <a:extLst>
              <a:ext uri="{FF2B5EF4-FFF2-40B4-BE49-F238E27FC236}">
                <a16:creationId xmlns:a16="http://schemas.microsoft.com/office/drawing/2014/main" id="{DED16816-8BBD-2966-CEC0-AC1ECAC3B261}"/>
              </a:ext>
            </a:extLst>
          </p:cNvPr>
          <p:cNvCxnSpPr>
            <a:cxnSpLocks/>
            <a:stCxn id="49" idx="3"/>
            <a:endCxn id="55" idx="1"/>
          </p:cNvCxnSpPr>
          <p:nvPr/>
        </p:nvCxnSpPr>
        <p:spPr>
          <a:xfrm flipV="1">
            <a:off x="726569" y="5597522"/>
            <a:ext cx="2068155" cy="755"/>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cxnSp>
        <p:nvCxnSpPr>
          <p:cNvPr id="1080" name="Connector: Elbow 1079">
            <a:extLst>
              <a:ext uri="{FF2B5EF4-FFF2-40B4-BE49-F238E27FC236}">
                <a16:creationId xmlns:a16="http://schemas.microsoft.com/office/drawing/2014/main" id="{40F0EB0F-1920-EC7B-95F0-4AA008259CA1}"/>
              </a:ext>
            </a:extLst>
          </p:cNvPr>
          <p:cNvCxnSpPr>
            <a:cxnSpLocks/>
          </p:cNvCxnSpPr>
          <p:nvPr/>
        </p:nvCxnSpPr>
        <p:spPr>
          <a:xfrm flipV="1">
            <a:off x="4128930" y="3862902"/>
            <a:ext cx="2340000" cy="1908000"/>
          </a:xfrm>
          <a:prstGeom prst="bentConnector4">
            <a:avLst>
              <a:gd name="adj1" fmla="val 151026"/>
              <a:gd name="adj2" fmla="val 113131"/>
            </a:avLst>
          </a:prstGeom>
          <a:ln w="3175">
            <a:tailEnd type="triangle"/>
          </a:ln>
        </p:spPr>
        <p:style>
          <a:lnRef idx="2">
            <a:schemeClr val="dk1"/>
          </a:lnRef>
          <a:fillRef idx="0">
            <a:schemeClr val="dk1"/>
          </a:fillRef>
          <a:effectRef idx="1">
            <a:schemeClr val="dk1"/>
          </a:effectRef>
          <a:fontRef idx="minor">
            <a:schemeClr val="tx1"/>
          </a:fontRef>
        </p:style>
      </p:cxnSp>
      <p:sp>
        <p:nvSpPr>
          <p:cNvPr id="1093" name="TextBox 1092">
            <a:extLst>
              <a:ext uri="{FF2B5EF4-FFF2-40B4-BE49-F238E27FC236}">
                <a16:creationId xmlns:a16="http://schemas.microsoft.com/office/drawing/2014/main" id="{3CF034A9-5742-B071-3B37-C620DDFADCE7}"/>
              </a:ext>
            </a:extLst>
          </p:cNvPr>
          <p:cNvSpPr txBox="1"/>
          <p:nvPr/>
        </p:nvSpPr>
        <p:spPr>
          <a:xfrm>
            <a:off x="4137064" y="5770502"/>
            <a:ext cx="1464000" cy="169277"/>
          </a:xfrm>
          <a:prstGeom prst="rect">
            <a:avLst/>
          </a:prstGeom>
          <a:noFill/>
        </p:spPr>
        <p:txBody>
          <a:bodyPr wrap="square" rtlCol="0">
            <a:spAutoFit/>
          </a:bodyPr>
          <a:lstStyle/>
          <a:p>
            <a:pPr algn="ctr"/>
            <a:r>
              <a:rPr lang="en-SG" sz="500" noProof="0" dirty="0">
                <a:solidFill>
                  <a:schemeClr val="bg2">
                    <a:lumMod val="50000"/>
                  </a:schemeClr>
                </a:solidFill>
              </a:rPr>
              <a:t>8.a.4. Approval event listened by AO Gateway</a:t>
            </a:r>
          </a:p>
        </p:txBody>
      </p:sp>
      <p:cxnSp>
        <p:nvCxnSpPr>
          <p:cNvPr id="1095" name="Connector: Elbow 1094">
            <a:extLst>
              <a:ext uri="{FF2B5EF4-FFF2-40B4-BE49-F238E27FC236}">
                <a16:creationId xmlns:a16="http://schemas.microsoft.com/office/drawing/2014/main" id="{77CF60D2-3169-FD7E-A475-4C8FE0FB5BA8}"/>
              </a:ext>
            </a:extLst>
          </p:cNvPr>
          <p:cNvCxnSpPr>
            <a:cxnSpLocks/>
            <a:stCxn id="96" idx="3"/>
            <a:endCxn id="11" idx="1"/>
          </p:cNvCxnSpPr>
          <p:nvPr/>
        </p:nvCxnSpPr>
        <p:spPr>
          <a:xfrm flipV="1">
            <a:off x="6862809" y="3268071"/>
            <a:ext cx="2323158" cy="1685316"/>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cxnSp>
        <p:nvCxnSpPr>
          <p:cNvPr id="1101" name="Connector: Elbow 1100">
            <a:extLst>
              <a:ext uri="{FF2B5EF4-FFF2-40B4-BE49-F238E27FC236}">
                <a16:creationId xmlns:a16="http://schemas.microsoft.com/office/drawing/2014/main" id="{ABCEE61F-88CC-56FC-441B-3898AEB3A971}"/>
              </a:ext>
            </a:extLst>
          </p:cNvPr>
          <p:cNvCxnSpPr>
            <a:cxnSpLocks/>
            <a:stCxn id="96" idx="3"/>
            <a:endCxn id="42" idx="0"/>
          </p:cNvCxnSpPr>
          <p:nvPr/>
        </p:nvCxnSpPr>
        <p:spPr>
          <a:xfrm>
            <a:off x="6862809" y="4953387"/>
            <a:ext cx="1402345" cy="578720"/>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104" name="TextBox 1103">
            <a:extLst>
              <a:ext uri="{FF2B5EF4-FFF2-40B4-BE49-F238E27FC236}">
                <a16:creationId xmlns:a16="http://schemas.microsoft.com/office/drawing/2014/main" id="{9340B3C7-EE51-ADDC-4F83-608C493B7AE4}"/>
              </a:ext>
            </a:extLst>
          </p:cNvPr>
          <p:cNvSpPr txBox="1"/>
          <p:nvPr/>
        </p:nvSpPr>
        <p:spPr>
          <a:xfrm>
            <a:off x="7630076" y="5023332"/>
            <a:ext cx="675004" cy="477054"/>
          </a:xfrm>
          <a:prstGeom prst="rect">
            <a:avLst/>
          </a:prstGeom>
          <a:noFill/>
        </p:spPr>
        <p:txBody>
          <a:bodyPr wrap="square" rtlCol="0">
            <a:spAutoFit/>
          </a:bodyPr>
          <a:lstStyle/>
          <a:p>
            <a:r>
              <a:rPr lang="en-SG" sz="500" noProof="0" dirty="0">
                <a:solidFill>
                  <a:schemeClr val="bg2">
                    <a:lumMod val="50000"/>
                  </a:schemeClr>
                </a:solidFill>
              </a:rPr>
              <a:t>9.a.b.1. AO Gateway forwards tool call request to Non-IRIN3 MCP Server</a:t>
            </a:r>
          </a:p>
        </p:txBody>
      </p:sp>
      <p:cxnSp>
        <p:nvCxnSpPr>
          <p:cNvPr id="1105" name="Connector: Elbow 1104">
            <a:extLst>
              <a:ext uri="{FF2B5EF4-FFF2-40B4-BE49-F238E27FC236}">
                <a16:creationId xmlns:a16="http://schemas.microsoft.com/office/drawing/2014/main" id="{F15AE08D-9C4A-638C-7AA1-E94F95092F77}"/>
              </a:ext>
            </a:extLst>
          </p:cNvPr>
          <p:cNvCxnSpPr>
            <a:cxnSpLocks/>
            <a:stCxn id="42" idx="2"/>
            <a:endCxn id="33" idx="3"/>
          </p:cNvCxnSpPr>
          <p:nvPr/>
        </p:nvCxnSpPr>
        <p:spPr>
          <a:xfrm rot="5400000">
            <a:off x="6672090" y="4832065"/>
            <a:ext cx="515972" cy="2670156"/>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109" name="Connector: Elbow 1108">
            <a:extLst>
              <a:ext uri="{FF2B5EF4-FFF2-40B4-BE49-F238E27FC236}">
                <a16:creationId xmlns:a16="http://schemas.microsoft.com/office/drawing/2014/main" id="{3C37B64B-C5F7-22F3-4D6B-0656CD4DE3CE}"/>
              </a:ext>
            </a:extLst>
          </p:cNvPr>
          <p:cNvCxnSpPr>
            <a:cxnSpLocks/>
          </p:cNvCxnSpPr>
          <p:nvPr/>
        </p:nvCxnSpPr>
        <p:spPr>
          <a:xfrm rot="10800000">
            <a:off x="3139310" y="2693139"/>
            <a:ext cx="2916000" cy="2260249"/>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115" name="TextBox 1114">
            <a:extLst>
              <a:ext uri="{FF2B5EF4-FFF2-40B4-BE49-F238E27FC236}">
                <a16:creationId xmlns:a16="http://schemas.microsoft.com/office/drawing/2014/main" id="{FBB0E8BA-EF17-EC4D-A932-7D0FA24CF059}"/>
              </a:ext>
            </a:extLst>
          </p:cNvPr>
          <p:cNvSpPr txBox="1"/>
          <p:nvPr/>
        </p:nvSpPr>
        <p:spPr>
          <a:xfrm>
            <a:off x="3126559" y="4784859"/>
            <a:ext cx="872609" cy="169277"/>
          </a:xfrm>
          <a:prstGeom prst="rect">
            <a:avLst/>
          </a:prstGeom>
          <a:noFill/>
        </p:spPr>
        <p:txBody>
          <a:bodyPr wrap="square" rtlCol="0">
            <a:spAutoFit/>
          </a:bodyPr>
          <a:lstStyle/>
          <a:p>
            <a:r>
              <a:rPr lang="en-SG" sz="500" noProof="0" dirty="0">
                <a:solidFill>
                  <a:schemeClr val="bg2">
                    <a:lumMod val="50000"/>
                  </a:schemeClr>
                </a:solidFill>
              </a:rPr>
              <a:t>9.b.a/b.2 Interrupt &amp; Halt</a:t>
            </a:r>
          </a:p>
        </p:txBody>
      </p:sp>
      <p:sp>
        <p:nvSpPr>
          <p:cNvPr id="1117" name="TextBox 1116">
            <a:extLst>
              <a:ext uri="{FF2B5EF4-FFF2-40B4-BE49-F238E27FC236}">
                <a16:creationId xmlns:a16="http://schemas.microsoft.com/office/drawing/2014/main" id="{697F59BB-8F25-9B05-66DB-00096A0A0AEA}"/>
              </a:ext>
            </a:extLst>
          </p:cNvPr>
          <p:cNvSpPr txBox="1"/>
          <p:nvPr/>
        </p:nvSpPr>
        <p:spPr>
          <a:xfrm>
            <a:off x="6282688" y="3021850"/>
            <a:ext cx="1245202" cy="246221"/>
          </a:xfrm>
          <a:prstGeom prst="rect">
            <a:avLst/>
          </a:prstGeom>
          <a:noFill/>
        </p:spPr>
        <p:txBody>
          <a:bodyPr wrap="square" rtlCol="0">
            <a:spAutoFit/>
          </a:bodyPr>
          <a:lstStyle/>
          <a:p>
            <a:r>
              <a:rPr lang="en-SG" sz="500" noProof="0" dirty="0">
                <a:solidFill>
                  <a:schemeClr val="bg2">
                    <a:lumMod val="50000"/>
                  </a:schemeClr>
                </a:solidFill>
              </a:rPr>
              <a:t>9.b.a.1. MCP Server sends tool call request to AIGP, Fire-and-Forget</a:t>
            </a:r>
          </a:p>
        </p:txBody>
      </p:sp>
      <p:cxnSp>
        <p:nvCxnSpPr>
          <p:cNvPr id="1118" name="Connector: Elbow 1117">
            <a:extLst>
              <a:ext uri="{FF2B5EF4-FFF2-40B4-BE49-F238E27FC236}">
                <a16:creationId xmlns:a16="http://schemas.microsoft.com/office/drawing/2014/main" id="{F782BB06-1637-235C-1628-D8852E580645}"/>
              </a:ext>
            </a:extLst>
          </p:cNvPr>
          <p:cNvCxnSpPr>
            <a:cxnSpLocks/>
            <a:stCxn id="96" idx="1"/>
            <a:endCxn id="42" idx="1"/>
          </p:cNvCxnSpPr>
          <p:nvPr/>
        </p:nvCxnSpPr>
        <p:spPr>
          <a:xfrm rot="10800000" flipH="1" flipV="1">
            <a:off x="6068010" y="4953386"/>
            <a:ext cx="1747144" cy="767245"/>
          </a:xfrm>
          <a:prstGeom prst="bentConnector3">
            <a:avLst>
              <a:gd name="adj1" fmla="val -13084"/>
            </a:avLst>
          </a:prstGeom>
          <a:ln w="3175">
            <a:tailEnd type="triangle"/>
          </a:ln>
        </p:spPr>
        <p:style>
          <a:lnRef idx="2">
            <a:schemeClr val="dk1"/>
          </a:lnRef>
          <a:fillRef idx="0">
            <a:schemeClr val="dk1"/>
          </a:fillRef>
          <a:effectRef idx="1">
            <a:schemeClr val="dk1"/>
          </a:effectRef>
          <a:fontRef idx="minor">
            <a:schemeClr val="tx1"/>
          </a:fontRef>
        </p:style>
      </p:cxnSp>
      <p:sp>
        <p:nvSpPr>
          <p:cNvPr id="1122" name="TextBox 1121">
            <a:extLst>
              <a:ext uri="{FF2B5EF4-FFF2-40B4-BE49-F238E27FC236}">
                <a16:creationId xmlns:a16="http://schemas.microsoft.com/office/drawing/2014/main" id="{B4CE57BE-22D4-0101-75C6-D93D3E46F03E}"/>
              </a:ext>
            </a:extLst>
          </p:cNvPr>
          <p:cNvSpPr txBox="1"/>
          <p:nvPr/>
        </p:nvSpPr>
        <p:spPr>
          <a:xfrm>
            <a:off x="5795302" y="5474411"/>
            <a:ext cx="1485844" cy="246221"/>
          </a:xfrm>
          <a:prstGeom prst="rect">
            <a:avLst/>
          </a:prstGeom>
          <a:noFill/>
        </p:spPr>
        <p:txBody>
          <a:bodyPr wrap="square" rtlCol="0">
            <a:spAutoFit/>
          </a:bodyPr>
          <a:lstStyle/>
          <a:p>
            <a:r>
              <a:rPr lang="en-SG" sz="500" noProof="0" dirty="0">
                <a:solidFill>
                  <a:schemeClr val="bg2">
                    <a:lumMod val="50000"/>
                  </a:schemeClr>
                </a:solidFill>
              </a:rPr>
              <a:t>9.b.b.1. AO Gateway forwards tool call to non-IRIN3 MCP Server, Fire-and-Forget</a:t>
            </a:r>
          </a:p>
        </p:txBody>
      </p:sp>
      <p:cxnSp>
        <p:nvCxnSpPr>
          <p:cNvPr id="1123" name="Connector: Elbow 1122">
            <a:extLst>
              <a:ext uri="{FF2B5EF4-FFF2-40B4-BE49-F238E27FC236}">
                <a16:creationId xmlns:a16="http://schemas.microsoft.com/office/drawing/2014/main" id="{6EAEF7F2-158F-DD5A-EF02-828084931347}"/>
              </a:ext>
            </a:extLst>
          </p:cNvPr>
          <p:cNvCxnSpPr>
            <a:cxnSpLocks/>
            <a:stCxn id="96" idx="1"/>
            <a:endCxn id="11" idx="1"/>
          </p:cNvCxnSpPr>
          <p:nvPr/>
        </p:nvCxnSpPr>
        <p:spPr>
          <a:xfrm rot="10800000" flipH="1">
            <a:off x="6068009" y="3268071"/>
            <a:ext cx="3117957" cy="1685316"/>
          </a:xfrm>
          <a:prstGeom prst="bentConnector3">
            <a:avLst>
              <a:gd name="adj1" fmla="val -7332"/>
            </a:avLst>
          </a:prstGeom>
          <a:ln w="3175">
            <a:tailEnd type="triangle"/>
          </a:ln>
        </p:spPr>
        <p:style>
          <a:lnRef idx="2">
            <a:schemeClr val="dk1"/>
          </a:lnRef>
          <a:fillRef idx="0">
            <a:schemeClr val="dk1"/>
          </a:fillRef>
          <a:effectRef idx="1">
            <a:schemeClr val="dk1"/>
          </a:effectRef>
          <a:fontRef idx="minor">
            <a:schemeClr val="tx1"/>
          </a:fontRef>
        </p:style>
      </p:cxnSp>
      <p:sp>
        <p:nvSpPr>
          <p:cNvPr id="1129" name="TextBox 1128">
            <a:extLst>
              <a:ext uri="{FF2B5EF4-FFF2-40B4-BE49-F238E27FC236}">
                <a16:creationId xmlns:a16="http://schemas.microsoft.com/office/drawing/2014/main" id="{EA31A915-287D-6646-5921-7B42D7CE2115}"/>
              </a:ext>
            </a:extLst>
          </p:cNvPr>
          <p:cNvSpPr txBox="1"/>
          <p:nvPr/>
        </p:nvSpPr>
        <p:spPr>
          <a:xfrm>
            <a:off x="3848100" y="3475536"/>
            <a:ext cx="835991" cy="323165"/>
          </a:xfrm>
          <a:prstGeom prst="rect">
            <a:avLst/>
          </a:prstGeom>
          <a:noFill/>
        </p:spPr>
        <p:txBody>
          <a:bodyPr wrap="square" rtlCol="0">
            <a:spAutoFit/>
          </a:bodyPr>
          <a:lstStyle/>
          <a:p>
            <a:r>
              <a:rPr lang="en-SG" sz="500" noProof="0" dirty="0">
                <a:solidFill>
                  <a:schemeClr val="bg2">
                    <a:lumMod val="50000"/>
                  </a:schemeClr>
                </a:solidFill>
              </a:rPr>
              <a:t>9.a.a.5. AO Gateway forwards back response from AIGP to Agent</a:t>
            </a:r>
          </a:p>
        </p:txBody>
      </p:sp>
      <p:cxnSp>
        <p:nvCxnSpPr>
          <p:cNvPr id="1130" name="Connector: Elbow 1129">
            <a:extLst>
              <a:ext uri="{FF2B5EF4-FFF2-40B4-BE49-F238E27FC236}">
                <a16:creationId xmlns:a16="http://schemas.microsoft.com/office/drawing/2014/main" id="{C0D25CFC-1E48-F533-ACF2-08ABD663F73D}"/>
              </a:ext>
            </a:extLst>
          </p:cNvPr>
          <p:cNvCxnSpPr>
            <a:cxnSpLocks/>
          </p:cNvCxnSpPr>
          <p:nvPr/>
        </p:nvCxnSpPr>
        <p:spPr>
          <a:xfrm>
            <a:off x="3541960" y="1967554"/>
            <a:ext cx="1205508" cy="1836000"/>
          </a:xfrm>
          <a:prstGeom prst="bentConnector3">
            <a:avLst>
              <a:gd name="adj1" fmla="val 25243"/>
            </a:avLst>
          </a:prstGeom>
          <a:ln w="3175">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1135" name="TextBox 1134">
            <a:extLst>
              <a:ext uri="{FF2B5EF4-FFF2-40B4-BE49-F238E27FC236}">
                <a16:creationId xmlns:a16="http://schemas.microsoft.com/office/drawing/2014/main" id="{4F46DFBA-0D8F-0FD5-A2AC-EDD2E9D98C21}"/>
              </a:ext>
            </a:extLst>
          </p:cNvPr>
          <p:cNvSpPr txBox="1"/>
          <p:nvPr/>
        </p:nvSpPr>
        <p:spPr>
          <a:xfrm>
            <a:off x="8988563" y="5177232"/>
            <a:ext cx="1116000" cy="246221"/>
          </a:xfrm>
          <a:prstGeom prst="rect">
            <a:avLst/>
          </a:prstGeom>
          <a:noFill/>
        </p:spPr>
        <p:txBody>
          <a:bodyPr wrap="square" rtlCol="0">
            <a:spAutoFit/>
          </a:bodyPr>
          <a:lstStyle/>
          <a:p>
            <a:r>
              <a:rPr lang="en-SG" sz="500" noProof="0" dirty="0">
                <a:solidFill>
                  <a:schemeClr val="bg2">
                    <a:lumMod val="50000"/>
                  </a:schemeClr>
                </a:solidFill>
              </a:rPr>
              <a:t>9.b.a.2. Microservices returns response to the async call to AIGP</a:t>
            </a:r>
          </a:p>
        </p:txBody>
      </p:sp>
      <p:cxnSp>
        <p:nvCxnSpPr>
          <p:cNvPr id="1136" name="Connector: Elbow 1135">
            <a:extLst>
              <a:ext uri="{FF2B5EF4-FFF2-40B4-BE49-F238E27FC236}">
                <a16:creationId xmlns:a16="http://schemas.microsoft.com/office/drawing/2014/main" id="{D0C77716-9ECB-6117-D6A4-DB805980DAE4}"/>
              </a:ext>
            </a:extLst>
          </p:cNvPr>
          <p:cNvCxnSpPr>
            <a:cxnSpLocks/>
            <a:stCxn id="11" idx="0"/>
            <a:endCxn id="1047" idx="3"/>
          </p:cNvCxnSpPr>
          <p:nvPr/>
        </p:nvCxnSpPr>
        <p:spPr>
          <a:xfrm rot="16200000" flipV="1">
            <a:off x="8241778" y="1396204"/>
            <a:ext cx="986849" cy="1512000"/>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141" name="Connector: Elbow 1140">
            <a:extLst>
              <a:ext uri="{FF2B5EF4-FFF2-40B4-BE49-F238E27FC236}">
                <a16:creationId xmlns:a16="http://schemas.microsoft.com/office/drawing/2014/main" id="{DB8C75F6-D04E-7F4E-8375-1D10151C8FF5}"/>
              </a:ext>
            </a:extLst>
          </p:cNvPr>
          <p:cNvCxnSpPr>
            <a:cxnSpLocks/>
            <a:endCxn id="24" idx="3"/>
          </p:cNvCxnSpPr>
          <p:nvPr/>
        </p:nvCxnSpPr>
        <p:spPr>
          <a:xfrm rot="16200000" flipV="1">
            <a:off x="4737737" y="2622547"/>
            <a:ext cx="1570955" cy="527306"/>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148" name="Connector: Elbow 1147">
            <a:extLst>
              <a:ext uri="{FF2B5EF4-FFF2-40B4-BE49-F238E27FC236}">
                <a16:creationId xmlns:a16="http://schemas.microsoft.com/office/drawing/2014/main" id="{58EAA3B7-C2D5-8690-05CC-37175F54797F}"/>
              </a:ext>
            </a:extLst>
          </p:cNvPr>
          <p:cNvCxnSpPr>
            <a:cxnSpLocks/>
            <a:stCxn id="1048" idx="1"/>
            <a:endCxn id="1055" idx="0"/>
          </p:cNvCxnSpPr>
          <p:nvPr/>
        </p:nvCxnSpPr>
        <p:spPr>
          <a:xfrm rot="10800000" flipV="1">
            <a:off x="6119068" y="1644914"/>
            <a:ext cx="590420" cy="2039584"/>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151" name="TextBox 1150">
            <a:extLst>
              <a:ext uri="{FF2B5EF4-FFF2-40B4-BE49-F238E27FC236}">
                <a16:creationId xmlns:a16="http://schemas.microsoft.com/office/drawing/2014/main" id="{45C8601A-1C46-44D9-2A05-E925AEF28B0A}"/>
              </a:ext>
            </a:extLst>
          </p:cNvPr>
          <p:cNvSpPr txBox="1"/>
          <p:nvPr/>
        </p:nvSpPr>
        <p:spPr>
          <a:xfrm>
            <a:off x="5297942" y="1805130"/>
            <a:ext cx="820415" cy="323165"/>
          </a:xfrm>
          <a:prstGeom prst="rect">
            <a:avLst/>
          </a:prstGeom>
          <a:noFill/>
        </p:spPr>
        <p:txBody>
          <a:bodyPr wrap="square" rtlCol="0">
            <a:spAutoFit/>
          </a:bodyPr>
          <a:lstStyle/>
          <a:p>
            <a:r>
              <a:rPr lang="en-SG" sz="500" noProof="0" dirty="0">
                <a:solidFill>
                  <a:schemeClr val="bg2">
                    <a:lumMod val="50000"/>
                  </a:schemeClr>
                </a:solidFill>
              </a:rPr>
              <a:t>9.b.a.5. Forwards to orchestrator for workflow resumption</a:t>
            </a:r>
          </a:p>
        </p:txBody>
      </p:sp>
      <p:sp>
        <p:nvSpPr>
          <p:cNvPr id="1155" name="TextBox 1154">
            <a:extLst>
              <a:ext uri="{FF2B5EF4-FFF2-40B4-BE49-F238E27FC236}">
                <a16:creationId xmlns:a16="http://schemas.microsoft.com/office/drawing/2014/main" id="{8D2F200F-FBB2-5A1E-3EB1-AB9658A7CE42}"/>
              </a:ext>
            </a:extLst>
          </p:cNvPr>
          <p:cNvSpPr txBox="1"/>
          <p:nvPr/>
        </p:nvSpPr>
        <p:spPr>
          <a:xfrm>
            <a:off x="10560726" y="2205814"/>
            <a:ext cx="957210" cy="246221"/>
          </a:xfrm>
          <a:prstGeom prst="rect">
            <a:avLst/>
          </a:prstGeom>
          <a:noFill/>
        </p:spPr>
        <p:txBody>
          <a:bodyPr wrap="square" rtlCol="0">
            <a:spAutoFit/>
          </a:bodyPr>
          <a:lstStyle/>
          <a:p>
            <a:r>
              <a:rPr lang="en-SG" sz="500" noProof="0" dirty="0">
                <a:solidFill>
                  <a:schemeClr val="bg2">
                    <a:lumMod val="50000"/>
                  </a:schemeClr>
                </a:solidFill>
              </a:rPr>
              <a:t>Authorization check and access token issuing</a:t>
            </a:r>
          </a:p>
        </p:txBody>
      </p:sp>
      <p:sp>
        <p:nvSpPr>
          <p:cNvPr id="26" name="Footer Placeholder 3">
            <a:extLst>
              <a:ext uri="{FF2B5EF4-FFF2-40B4-BE49-F238E27FC236}">
                <a16:creationId xmlns:a16="http://schemas.microsoft.com/office/drawing/2014/main" id="{D85F4A45-C24F-477D-0AF2-332CD8BBEEBA}"/>
              </a:ext>
            </a:extLst>
          </p:cNvPr>
          <p:cNvSpPr>
            <a:spLocks noGrp="1"/>
          </p:cNvSpPr>
          <p:nvPr/>
        </p:nvSpPr>
        <p:spPr>
          <a:xfrm>
            <a:off x="4166199" y="-44283"/>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34" name="TextBox 33">
            <a:extLst>
              <a:ext uri="{FF2B5EF4-FFF2-40B4-BE49-F238E27FC236}">
                <a16:creationId xmlns:a16="http://schemas.microsoft.com/office/drawing/2014/main" id="{8C409E52-F46A-FEAE-B332-7679465EBE6D}"/>
              </a:ext>
            </a:extLst>
          </p:cNvPr>
          <p:cNvSpPr txBox="1"/>
          <p:nvPr/>
        </p:nvSpPr>
        <p:spPr>
          <a:xfrm>
            <a:off x="7785218" y="17279"/>
            <a:ext cx="4390536" cy="246221"/>
          </a:xfrm>
          <a:prstGeom prst="rect">
            <a:avLst/>
          </a:prstGeom>
          <a:noFill/>
        </p:spPr>
        <p:txBody>
          <a:bodyPr wrap="square">
            <a:spAutoFit/>
          </a:bodyPr>
          <a:lstStyle/>
          <a:p>
            <a:pPr algn="l">
              <a:spcBef>
                <a:spcPts val="1800"/>
              </a:spcBef>
              <a:spcAft>
                <a:spcPts val="1200"/>
              </a:spcAft>
              <a:buNone/>
            </a:pPr>
            <a:r>
              <a:rPr lang="en-SG" sz="1000" b="1" i="0" noProof="0" dirty="0">
                <a:solidFill>
                  <a:schemeClr val="tx2">
                    <a:lumMod val="75000"/>
                    <a:lumOff val="25000"/>
                  </a:schemeClr>
                </a:solidFill>
                <a:effectLst/>
              </a:rPr>
              <a:t>You may ignore this slide as it will be broken down in subsequent slides</a:t>
            </a:r>
          </a:p>
        </p:txBody>
      </p:sp>
      <p:pic>
        <p:nvPicPr>
          <p:cNvPr id="38" name="Picture 37" descr="Confirm Generic Blue icon | Freepik">
            <a:extLst>
              <a:ext uri="{FF2B5EF4-FFF2-40B4-BE49-F238E27FC236}">
                <a16:creationId xmlns:a16="http://schemas.microsoft.com/office/drawing/2014/main" id="{CE1A5A1E-F27F-EDEF-E3F8-2828FB9F07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8420" y="149"/>
            <a:ext cx="288000" cy="28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780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C4E80-E355-9F61-68B4-53BDEAB8D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1CFBC-B2FF-3150-F4AB-3834188BCA31}"/>
              </a:ext>
            </a:extLst>
          </p:cNvPr>
          <p:cNvSpPr>
            <a:spLocks noGrp="1"/>
          </p:cNvSpPr>
          <p:nvPr>
            <p:ph type="title"/>
          </p:nvPr>
        </p:nvSpPr>
        <p:spPr>
          <a:xfrm>
            <a:off x="838200" y="517769"/>
            <a:ext cx="10515600" cy="425507"/>
          </a:xfrm>
        </p:spPr>
        <p:txBody>
          <a:bodyPr>
            <a:noAutofit/>
          </a:bodyPr>
          <a:lstStyle/>
          <a:p>
            <a:r>
              <a:rPr lang="en-SG" sz="2800" noProof="0" dirty="0"/>
              <a:t>What AO Gateway is, Not Just APIM (Tentative Name)</a:t>
            </a:r>
          </a:p>
        </p:txBody>
      </p:sp>
      <p:sp>
        <p:nvSpPr>
          <p:cNvPr id="4" name="Slide Number Placeholder 3">
            <a:extLst>
              <a:ext uri="{FF2B5EF4-FFF2-40B4-BE49-F238E27FC236}">
                <a16:creationId xmlns:a16="http://schemas.microsoft.com/office/drawing/2014/main" id="{0FA8FC40-510A-F030-F734-AD9053738297}"/>
              </a:ext>
            </a:extLst>
          </p:cNvPr>
          <p:cNvSpPr>
            <a:spLocks noGrp="1"/>
          </p:cNvSpPr>
          <p:nvPr>
            <p:ph type="sldNum" sz="quarter" idx="12"/>
          </p:nvPr>
        </p:nvSpPr>
        <p:spPr/>
        <p:txBody>
          <a:bodyPr/>
          <a:lstStyle/>
          <a:p>
            <a:fld id="{5DF5AE18-F94A-B54C-9347-4CAFB5D76058}" type="slidenum">
              <a:rPr lang="en-SG" noProof="0" smtClean="0"/>
              <a:pPr/>
              <a:t>6</a:t>
            </a:fld>
            <a:endParaRPr lang="en-SG" noProof="0" dirty="0"/>
          </a:p>
        </p:txBody>
      </p:sp>
      <p:pic>
        <p:nvPicPr>
          <p:cNvPr id="2050" name="Picture 2">
            <a:extLst>
              <a:ext uri="{FF2B5EF4-FFF2-40B4-BE49-F238E27FC236}">
                <a16:creationId xmlns:a16="http://schemas.microsoft.com/office/drawing/2014/main" id="{317C4AD8-F608-B1CE-50D2-02EA4D84C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840" y="943276"/>
            <a:ext cx="10069062" cy="550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ECD71D9-A2E6-3FC4-6125-E0624F669A12}"/>
              </a:ext>
            </a:extLst>
          </p:cNvPr>
          <p:cNvSpPr txBox="1"/>
          <p:nvPr/>
        </p:nvSpPr>
        <p:spPr>
          <a:xfrm>
            <a:off x="9505131" y="119510"/>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tx2">
                    <a:lumMod val="75000"/>
                    <a:lumOff val="25000"/>
                  </a:schemeClr>
                </a:solidFill>
                <a:effectLst/>
              </a:rPr>
              <a:t>For Information</a:t>
            </a:r>
          </a:p>
        </p:txBody>
      </p:sp>
      <p:pic>
        <p:nvPicPr>
          <p:cNvPr id="5" name="Picture 4" descr="Confirm Generic Blue icon | Freepik">
            <a:extLst>
              <a:ext uri="{FF2B5EF4-FFF2-40B4-BE49-F238E27FC236}">
                <a16:creationId xmlns:a16="http://schemas.microsoft.com/office/drawing/2014/main" id="{06AA315B-9A7B-EA66-BCF2-D7DF1FFCFC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9624" y="66734"/>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0890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E6C50-8B0E-17CF-23DA-A7DD7D8BC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FA19E-5E90-89F5-09F3-DE392CDB0758}"/>
              </a:ext>
            </a:extLst>
          </p:cNvPr>
          <p:cNvSpPr>
            <a:spLocks noGrp="1"/>
          </p:cNvSpPr>
          <p:nvPr>
            <p:ph type="title"/>
          </p:nvPr>
        </p:nvSpPr>
        <p:spPr>
          <a:xfrm>
            <a:off x="838200" y="97800"/>
            <a:ext cx="10515600" cy="784715"/>
          </a:xfrm>
        </p:spPr>
        <p:txBody>
          <a:bodyPr>
            <a:normAutofit/>
          </a:bodyPr>
          <a:lstStyle/>
          <a:p>
            <a:r>
              <a:rPr lang="en-SG" sz="2000" noProof="0" dirty="0"/>
              <a:t>Token Exchange – Discovery Phase &amp; </a:t>
            </a:r>
            <a:br>
              <a:rPr lang="en-SG" sz="2000" noProof="0" dirty="0"/>
            </a:br>
            <a:r>
              <a:rPr lang="en-SG" sz="2000" noProof="0" dirty="0"/>
              <a:t>Execution Phase (Synchronous Tool Call – Non-IRIN3 – No HITL)</a:t>
            </a:r>
          </a:p>
        </p:txBody>
      </p:sp>
      <p:sp>
        <p:nvSpPr>
          <p:cNvPr id="4" name="Slide Number Placeholder 3">
            <a:extLst>
              <a:ext uri="{FF2B5EF4-FFF2-40B4-BE49-F238E27FC236}">
                <a16:creationId xmlns:a16="http://schemas.microsoft.com/office/drawing/2014/main" id="{1A2C0132-27E8-FA96-181E-61FEFAE83ED4}"/>
              </a:ext>
            </a:extLst>
          </p:cNvPr>
          <p:cNvSpPr>
            <a:spLocks noGrp="1"/>
          </p:cNvSpPr>
          <p:nvPr>
            <p:ph type="sldNum" sz="quarter" idx="12"/>
          </p:nvPr>
        </p:nvSpPr>
        <p:spPr/>
        <p:txBody>
          <a:bodyPr/>
          <a:lstStyle/>
          <a:p>
            <a:fld id="{5DF5AE18-F94A-B54C-9347-4CAFB5D76058}" type="slidenum">
              <a:rPr lang="en-SG" noProof="0" smtClean="0"/>
              <a:pPr/>
              <a:t>7</a:t>
            </a:fld>
            <a:endParaRPr lang="en-SG" noProof="0" dirty="0"/>
          </a:p>
        </p:txBody>
      </p:sp>
      <p:sp>
        <p:nvSpPr>
          <p:cNvPr id="3" name="Rectangle 2">
            <a:extLst>
              <a:ext uri="{FF2B5EF4-FFF2-40B4-BE49-F238E27FC236}">
                <a16:creationId xmlns:a16="http://schemas.microsoft.com/office/drawing/2014/main" id="{597AAD61-F4C2-B013-5A5E-E3758A916494}"/>
              </a:ext>
            </a:extLst>
          </p:cNvPr>
          <p:cNvSpPr/>
          <p:nvPr/>
        </p:nvSpPr>
        <p:spPr>
          <a:xfrm>
            <a:off x="2617927" y="3350771"/>
            <a:ext cx="864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 name="TextBox 4">
            <a:extLst>
              <a:ext uri="{FF2B5EF4-FFF2-40B4-BE49-F238E27FC236}">
                <a16:creationId xmlns:a16="http://schemas.microsoft.com/office/drawing/2014/main" id="{8BE0E446-0A7F-9C14-F5B0-2DEEFB31662A}"/>
              </a:ext>
            </a:extLst>
          </p:cNvPr>
          <p:cNvSpPr txBox="1"/>
          <p:nvPr/>
        </p:nvSpPr>
        <p:spPr>
          <a:xfrm>
            <a:off x="2795514" y="3363604"/>
            <a:ext cx="542024" cy="215444"/>
          </a:xfrm>
          <a:prstGeom prst="rect">
            <a:avLst/>
          </a:prstGeom>
          <a:noFill/>
        </p:spPr>
        <p:txBody>
          <a:bodyPr wrap="square" rtlCol="0">
            <a:spAutoFit/>
          </a:bodyPr>
          <a:lstStyle/>
          <a:p>
            <a:r>
              <a:rPr lang="en-SG" sz="800" noProof="0" dirty="0">
                <a:solidFill>
                  <a:sysClr val="windowText" lastClr="000000"/>
                </a:solidFill>
              </a:rPr>
              <a:t>Agent A</a:t>
            </a:r>
          </a:p>
        </p:txBody>
      </p:sp>
      <p:sp>
        <p:nvSpPr>
          <p:cNvPr id="6" name="TextBox 5">
            <a:extLst>
              <a:ext uri="{FF2B5EF4-FFF2-40B4-BE49-F238E27FC236}">
                <a16:creationId xmlns:a16="http://schemas.microsoft.com/office/drawing/2014/main" id="{505BE560-963C-EB24-C771-61AB38F7A9EA}"/>
              </a:ext>
            </a:extLst>
          </p:cNvPr>
          <p:cNvSpPr txBox="1"/>
          <p:nvPr/>
        </p:nvSpPr>
        <p:spPr>
          <a:xfrm>
            <a:off x="2720699" y="3493577"/>
            <a:ext cx="635110" cy="184666"/>
          </a:xfrm>
          <a:prstGeom prst="rect">
            <a:avLst/>
          </a:prstGeom>
          <a:noFill/>
        </p:spPr>
        <p:txBody>
          <a:bodyPr wrap="none" rtlCol="0">
            <a:spAutoFit/>
          </a:bodyPr>
          <a:lstStyle/>
          <a:p>
            <a:r>
              <a:rPr lang="en-SG" sz="600" noProof="0" dirty="0">
                <a:solidFill>
                  <a:schemeClr val="bg2">
                    <a:lumMod val="50000"/>
                  </a:schemeClr>
                </a:solidFill>
              </a:rPr>
              <a:t>Container App</a:t>
            </a:r>
          </a:p>
        </p:txBody>
      </p:sp>
      <p:sp>
        <p:nvSpPr>
          <p:cNvPr id="7" name="Rectangle 6">
            <a:extLst>
              <a:ext uri="{FF2B5EF4-FFF2-40B4-BE49-F238E27FC236}">
                <a16:creationId xmlns:a16="http://schemas.microsoft.com/office/drawing/2014/main" id="{F9BFB6A4-7493-1C0C-675D-C11C6D21B0DC}"/>
              </a:ext>
            </a:extLst>
          </p:cNvPr>
          <p:cNvSpPr/>
          <p:nvPr/>
        </p:nvSpPr>
        <p:spPr>
          <a:xfrm>
            <a:off x="332157" y="1595501"/>
            <a:ext cx="5698066" cy="3094646"/>
          </a:xfrm>
          <a:prstGeom prst="rect">
            <a:avLst/>
          </a:prstGeom>
          <a:noFill/>
          <a:ln w="28575">
            <a:solidFill>
              <a:schemeClr val="accent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 name="TextBox 7">
            <a:extLst>
              <a:ext uri="{FF2B5EF4-FFF2-40B4-BE49-F238E27FC236}">
                <a16:creationId xmlns:a16="http://schemas.microsoft.com/office/drawing/2014/main" id="{5B0B6C22-DCBD-901D-72B5-FA2B690244E4}"/>
              </a:ext>
            </a:extLst>
          </p:cNvPr>
          <p:cNvSpPr txBox="1"/>
          <p:nvPr/>
        </p:nvSpPr>
        <p:spPr>
          <a:xfrm>
            <a:off x="332157" y="1607666"/>
            <a:ext cx="1168910" cy="246221"/>
          </a:xfrm>
          <a:prstGeom prst="rect">
            <a:avLst/>
          </a:prstGeom>
          <a:noFill/>
        </p:spPr>
        <p:txBody>
          <a:bodyPr wrap="none" rtlCol="0">
            <a:spAutoFit/>
          </a:bodyPr>
          <a:lstStyle/>
          <a:p>
            <a:r>
              <a:rPr lang="en-SG" sz="1000" b="1" noProof="0" dirty="0">
                <a:solidFill>
                  <a:schemeClr val="accent4"/>
                </a:solidFill>
              </a:rPr>
              <a:t>DISCOVERY PHASE</a:t>
            </a:r>
          </a:p>
        </p:txBody>
      </p:sp>
      <p:sp>
        <p:nvSpPr>
          <p:cNvPr id="10" name="Rectangle 9">
            <a:extLst>
              <a:ext uri="{FF2B5EF4-FFF2-40B4-BE49-F238E27FC236}">
                <a16:creationId xmlns:a16="http://schemas.microsoft.com/office/drawing/2014/main" id="{10C57888-3408-1B84-F199-9254867ABD45}"/>
              </a:ext>
            </a:extLst>
          </p:cNvPr>
          <p:cNvSpPr/>
          <p:nvPr/>
        </p:nvSpPr>
        <p:spPr>
          <a:xfrm>
            <a:off x="438969" y="3350771"/>
            <a:ext cx="1046216" cy="34292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1" name="TextBox 10">
            <a:extLst>
              <a:ext uri="{FF2B5EF4-FFF2-40B4-BE49-F238E27FC236}">
                <a16:creationId xmlns:a16="http://schemas.microsoft.com/office/drawing/2014/main" id="{3A643BCF-29A0-81F4-500E-2A5ACAC8BD79}"/>
              </a:ext>
            </a:extLst>
          </p:cNvPr>
          <p:cNvSpPr txBox="1"/>
          <p:nvPr/>
        </p:nvSpPr>
        <p:spPr>
          <a:xfrm>
            <a:off x="438967" y="3350771"/>
            <a:ext cx="1008000" cy="324000"/>
          </a:xfrm>
          <a:prstGeom prst="rect">
            <a:avLst/>
          </a:prstGeom>
          <a:noFill/>
        </p:spPr>
        <p:txBody>
          <a:bodyPr wrap="square" rtlCol="0">
            <a:spAutoFit/>
          </a:bodyPr>
          <a:lstStyle/>
          <a:p>
            <a:pPr algn="ctr"/>
            <a:r>
              <a:rPr lang="en-SG" sz="800" noProof="0" dirty="0">
                <a:solidFill>
                  <a:sysClr val="windowText" lastClr="000000"/>
                </a:solidFill>
              </a:rPr>
              <a:t>Orchestrator/</a:t>
            </a:r>
          </a:p>
          <a:p>
            <a:pPr algn="ctr"/>
            <a:r>
              <a:rPr lang="en-SG" sz="800" noProof="0" dirty="0">
                <a:solidFill>
                  <a:sysClr val="windowText" lastClr="000000"/>
                </a:solidFill>
              </a:rPr>
              <a:t>Workflow Manager</a:t>
            </a:r>
          </a:p>
        </p:txBody>
      </p:sp>
      <p:sp>
        <p:nvSpPr>
          <p:cNvPr id="16" name="Rectangle 15">
            <a:extLst>
              <a:ext uri="{FF2B5EF4-FFF2-40B4-BE49-F238E27FC236}">
                <a16:creationId xmlns:a16="http://schemas.microsoft.com/office/drawing/2014/main" id="{A80DB5B6-B602-42F5-DBCD-197108CE447D}"/>
              </a:ext>
            </a:extLst>
          </p:cNvPr>
          <p:cNvSpPr/>
          <p:nvPr/>
        </p:nvSpPr>
        <p:spPr>
          <a:xfrm>
            <a:off x="6283582" y="2466942"/>
            <a:ext cx="5595149" cy="2861734"/>
          </a:xfrm>
          <a:prstGeom prst="rect">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7" name="TextBox 16">
            <a:extLst>
              <a:ext uri="{FF2B5EF4-FFF2-40B4-BE49-F238E27FC236}">
                <a16:creationId xmlns:a16="http://schemas.microsoft.com/office/drawing/2014/main" id="{DDE5E7EF-11A0-D9FA-3960-1BDDA12C4EF8}"/>
              </a:ext>
            </a:extLst>
          </p:cNvPr>
          <p:cNvSpPr txBox="1"/>
          <p:nvPr/>
        </p:nvSpPr>
        <p:spPr>
          <a:xfrm>
            <a:off x="6310208" y="2513183"/>
            <a:ext cx="2565126" cy="400110"/>
          </a:xfrm>
          <a:prstGeom prst="rect">
            <a:avLst/>
          </a:prstGeom>
          <a:noFill/>
        </p:spPr>
        <p:txBody>
          <a:bodyPr wrap="none" rtlCol="0">
            <a:spAutoFit/>
          </a:bodyPr>
          <a:lstStyle/>
          <a:p>
            <a:r>
              <a:rPr lang="en-SG" sz="1000" b="1" noProof="0" dirty="0">
                <a:solidFill>
                  <a:schemeClr val="accent1"/>
                </a:solidFill>
              </a:rPr>
              <a:t>EXECUTION PHASE </a:t>
            </a:r>
          </a:p>
          <a:p>
            <a:r>
              <a:rPr lang="en-SG" sz="1000" b="1" noProof="0" dirty="0">
                <a:solidFill>
                  <a:schemeClr val="accent1"/>
                </a:solidFill>
              </a:rPr>
              <a:t>Synchronous Tool Call – Non-IRIN3 – No HITL</a:t>
            </a:r>
          </a:p>
        </p:txBody>
      </p:sp>
      <p:pic>
        <p:nvPicPr>
          <p:cNvPr id="20" name="Picture 2" descr="Secure SSO connection to Kontainer with Entra ID">
            <a:extLst>
              <a:ext uri="{FF2B5EF4-FFF2-40B4-BE49-F238E27FC236}">
                <a16:creationId xmlns:a16="http://schemas.microsoft.com/office/drawing/2014/main" id="{78F4406B-6C28-ADD9-2516-A1A9DC22FA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9701" y="1613356"/>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580E3B5-E953-1ED0-4294-970073AE4983}"/>
              </a:ext>
            </a:extLst>
          </p:cNvPr>
          <p:cNvSpPr txBox="1"/>
          <p:nvPr/>
        </p:nvSpPr>
        <p:spPr>
          <a:xfrm>
            <a:off x="2794889" y="1989373"/>
            <a:ext cx="510076" cy="215444"/>
          </a:xfrm>
          <a:prstGeom prst="rect">
            <a:avLst/>
          </a:prstGeom>
          <a:noFill/>
        </p:spPr>
        <p:txBody>
          <a:bodyPr wrap="none" rtlCol="0">
            <a:spAutoFit/>
          </a:bodyPr>
          <a:lstStyle/>
          <a:p>
            <a:pPr algn="ctr"/>
            <a:r>
              <a:rPr lang="en-SG" sz="800" noProof="0" dirty="0"/>
              <a:t>Entra Id</a:t>
            </a:r>
          </a:p>
        </p:txBody>
      </p:sp>
      <p:cxnSp>
        <p:nvCxnSpPr>
          <p:cNvPr id="23" name="Straight Arrow Connector 22">
            <a:extLst>
              <a:ext uri="{FF2B5EF4-FFF2-40B4-BE49-F238E27FC236}">
                <a16:creationId xmlns:a16="http://schemas.microsoft.com/office/drawing/2014/main" id="{ADCF9BA5-DDCB-5E3D-2AE8-80F7D3EEF5AA}"/>
              </a:ext>
            </a:extLst>
          </p:cNvPr>
          <p:cNvCxnSpPr>
            <a:cxnSpLocks/>
            <a:stCxn id="10" idx="3"/>
            <a:endCxn id="3" idx="1"/>
          </p:cNvCxnSpPr>
          <p:nvPr/>
        </p:nvCxnSpPr>
        <p:spPr>
          <a:xfrm>
            <a:off x="1485185" y="3522231"/>
            <a:ext cx="1132742" cy="2820"/>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DAB4C7F6-58F3-CAE1-959F-1E6BAE43C00E}"/>
              </a:ext>
            </a:extLst>
          </p:cNvPr>
          <p:cNvCxnSpPr>
            <a:cxnSpLocks/>
          </p:cNvCxnSpPr>
          <p:nvPr/>
        </p:nvCxnSpPr>
        <p:spPr>
          <a:xfrm flipV="1">
            <a:off x="2973727" y="2204817"/>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34" name="TextBox 33">
            <a:extLst>
              <a:ext uri="{FF2B5EF4-FFF2-40B4-BE49-F238E27FC236}">
                <a16:creationId xmlns:a16="http://schemas.microsoft.com/office/drawing/2014/main" id="{D99A8C22-E23A-5013-CDEE-342A891DBDC3}"/>
              </a:ext>
            </a:extLst>
          </p:cNvPr>
          <p:cNvSpPr txBox="1"/>
          <p:nvPr/>
        </p:nvSpPr>
        <p:spPr>
          <a:xfrm>
            <a:off x="3111296" y="2521341"/>
            <a:ext cx="1256155" cy="461665"/>
          </a:xfrm>
          <a:prstGeom prst="rect">
            <a:avLst/>
          </a:prstGeom>
          <a:noFill/>
        </p:spPr>
        <p:txBody>
          <a:bodyPr wrap="square" rtlCol="0">
            <a:spAutoFit/>
          </a:bodyPr>
          <a:lstStyle/>
          <a:p>
            <a:r>
              <a:rPr lang="en-SG" sz="600" noProof="0" dirty="0">
                <a:solidFill>
                  <a:schemeClr val="bg2">
                    <a:lumMod val="50000"/>
                  </a:schemeClr>
                </a:solidFill>
              </a:rPr>
              <a:t>3. Entra Id returns an access token</a:t>
            </a:r>
          </a:p>
          <a:p>
            <a:endParaRPr lang="en-SG" sz="600" noProof="0" dirty="0">
              <a:solidFill>
                <a:schemeClr val="bg2">
                  <a:lumMod val="50000"/>
                </a:schemeClr>
              </a:solidFill>
            </a:endParaRPr>
          </a:p>
          <a:p>
            <a:r>
              <a:rPr lang="en-SG" sz="600" noProof="0" dirty="0" err="1">
                <a:solidFill>
                  <a:schemeClr val="bg2">
                    <a:lumMod val="50000"/>
                  </a:schemeClr>
                </a:solidFill>
              </a:rPr>
              <a:t>aud</a:t>
            </a:r>
            <a:r>
              <a:rPr lang="en-SG" sz="600" noProof="0" dirty="0">
                <a:solidFill>
                  <a:schemeClr val="bg2">
                    <a:lumMod val="50000"/>
                  </a:schemeClr>
                </a:solidFill>
              </a:rPr>
              <a:t>: </a:t>
            </a:r>
            <a:r>
              <a:rPr lang="en-SG" sz="600" noProof="0" dirty="0" err="1">
                <a:solidFill>
                  <a:schemeClr val="bg2">
                    <a:lumMod val="50000"/>
                  </a:schemeClr>
                </a:solidFill>
              </a:rPr>
              <a:t>api</a:t>
            </a:r>
            <a:r>
              <a:rPr lang="en-SG" sz="600" noProof="0" dirty="0">
                <a:solidFill>
                  <a:schemeClr val="bg2">
                    <a:lumMod val="50000"/>
                  </a:schemeClr>
                </a:solidFill>
              </a:rPr>
              <a:t>//</a:t>
            </a:r>
            <a:r>
              <a:rPr lang="en-SG" sz="600" noProof="0" dirty="0" err="1">
                <a:solidFill>
                  <a:schemeClr val="bg2">
                    <a:lumMod val="50000"/>
                  </a:schemeClr>
                </a:solidFill>
              </a:rPr>
              <a:t>ao</a:t>
            </a:r>
            <a:r>
              <a:rPr lang="en-SG" sz="600" noProof="0" dirty="0">
                <a:solidFill>
                  <a:schemeClr val="bg2">
                    <a:lumMod val="50000"/>
                  </a:schemeClr>
                </a:solidFill>
              </a:rPr>
              <a:t>-gateway</a:t>
            </a:r>
          </a:p>
          <a:p>
            <a:r>
              <a:rPr lang="en-SG" sz="600" noProof="0" dirty="0">
                <a:solidFill>
                  <a:schemeClr val="bg2">
                    <a:lumMod val="50000"/>
                  </a:schemeClr>
                </a:solidFill>
              </a:rPr>
              <a:t>scope: </a:t>
            </a:r>
            <a:r>
              <a:rPr lang="en-SG" sz="600" noProof="0" dirty="0" err="1">
                <a:solidFill>
                  <a:schemeClr val="bg2">
                    <a:lumMod val="50000"/>
                  </a:schemeClr>
                </a:solidFill>
              </a:rPr>
              <a:t>Discovery.read</a:t>
            </a:r>
            <a:endParaRPr lang="en-SG" sz="600" noProof="0" dirty="0">
              <a:solidFill>
                <a:schemeClr val="bg2">
                  <a:lumMod val="50000"/>
                </a:schemeClr>
              </a:solidFill>
            </a:endParaRPr>
          </a:p>
        </p:txBody>
      </p:sp>
      <p:sp>
        <p:nvSpPr>
          <p:cNvPr id="35" name="TextBox 34">
            <a:extLst>
              <a:ext uri="{FF2B5EF4-FFF2-40B4-BE49-F238E27FC236}">
                <a16:creationId xmlns:a16="http://schemas.microsoft.com/office/drawing/2014/main" id="{5835EB5A-F872-318D-6D38-C90C1B7438B0}"/>
              </a:ext>
            </a:extLst>
          </p:cNvPr>
          <p:cNvSpPr txBox="1"/>
          <p:nvPr/>
        </p:nvSpPr>
        <p:spPr>
          <a:xfrm>
            <a:off x="1501475" y="3051106"/>
            <a:ext cx="1124465" cy="461665"/>
          </a:xfrm>
          <a:prstGeom prst="rect">
            <a:avLst/>
          </a:prstGeom>
          <a:noFill/>
        </p:spPr>
        <p:txBody>
          <a:bodyPr wrap="square" rtlCol="0">
            <a:spAutoFit/>
          </a:bodyPr>
          <a:lstStyle/>
          <a:p>
            <a:r>
              <a:rPr lang="en-SG" sz="600" noProof="0" dirty="0">
                <a:solidFill>
                  <a:schemeClr val="bg2">
                    <a:lumMod val="50000"/>
                  </a:schemeClr>
                </a:solidFill>
              </a:rPr>
              <a:t>1. Start a sub-agent.</a:t>
            </a:r>
            <a:br>
              <a:rPr lang="en-SG" sz="600" noProof="0" dirty="0">
                <a:solidFill>
                  <a:schemeClr val="bg2">
                    <a:lumMod val="50000"/>
                  </a:schemeClr>
                </a:solidFill>
              </a:rPr>
            </a:br>
            <a:endParaRPr lang="en-SG" sz="600" noProof="0" dirty="0">
              <a:solidFill>
                <a:schemeClr val="bg2">
                  <a:lumMod val="50000"/>
                </a:schemeClr>
              </a:solidFill>
            </a:endParaRPr>
          </a:p>
          <a:p>
            <a:r>
              <a:rPr lang="en-SG" sz="600" noProof="0" dirty="0">
                <a:solidFill>
                  <a:schemeClr val="bg2">
                    <a:lumMod val="50000"/>
                  </a:schemeClr>
                </a:solidFill>
              </a:rPr>
              <a:t>Agent, check what tools you have using MSAL library.</a:t>
            </a:r>
          </a:p>
        </p:txBody>
      </p:sp>
      <p:sp>
        <p:nvSpPr>
          <p:cNvPr id="42" name="TextBox 41">
            <a:extLst>
              <a:ext uri="{FF2B5EF4-FFF2-40B4-BE49-F238E27FC236}">
                <a16:creationId xmlns:a16="http://schemas.microsoft.com/office/drawing/2014/main" id="{A965379D-4CEC-3008-2DEA-5C8165CE29A5}"/>
              </a:ext>
            </a:extLst>
          </p:cNvPr>
          <p:cNvSpPr txBox="1"/>
          <p:nvPr/>
        </p:nvSpPr>
        <p:spPr>
          <a:xfrm>
            <a:off x="1787423" y="2382637"/>
            <a:ext cx="1256155" cy="369332"/>
          </a:xfrm>
          <a:prstGeom prst="rect">
            <a:avLst/>
          </a:prstGeom>
          <a:noFill/>
        </p:spPr>
        <p:txBody>
          <a:bodyPr wrap="square" rtlCol="0">
            <a:spAutoFit/>
          </a:bodyPr>
          <a:lstStyle/>
          <a:p>
            <a:r>
              <a:rPr lang="en-SG" sz="600" noProof="0" dirty="0">
                <a:solidFill>
                  <a:schemeClr val="bg2">
                    <a:lumMod val="50000"/>
                  </a:schemeClr>
                </a:solidFill>
              </a:rPr>
              <a:t>2. Request for “discovery” access token using container’s managed identity.</a:t>
            </a:r>
          </a:p>
        </p:txBody>
      </p:sp>
      <p:cxnSp>
        <p:nvCxnSpPr>
          <p:cNvPr id="43" name="Straight Arrow Connector 42">
            <a:extLst>
              <a:ext uri="{FF2B5EF4-FFF2-40B4-BE49-F238E27FC236}">
                <a16:creationId xmlns:a16="http://schemas.microsoft.com/office/drawing/2014/main" id="{DA3D5887-6D30-5A47-A8CF-5D66F2B7CA15}"/>
              </a:ext>
            </a:extLst>
          </p:cNvPr>
          <p:cNvCxnSpPr>
            <a:cxnSpLocks/>
          </p:cNvCxnSpPr>
          <p:nvPr/>
        </p:nvCxnSpPr>
        <p:spPr>
          <a:xfrm>
            <a:off x="3132477" y="2204817"/>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47" name="Rectangle 46">
            <a:extLst>
              <a:ext uri="{FF2B5EF4-FFF2-40B4-BE49-F238E27FC236}">
                <a16:creationId xmlns:a16="http://schemas.microsoft.com/office/drawing/2014/main" id="{F4A58717-EC82-D4FF-13C7-56CFDC8C446A}"/>
              </a:ext>
            </a:extLst>
          </p:cNvPr>
          <p:cNvSpPr/>
          <p:nvPr/>
        </p:nvSpPr>
        <p:spPr>
          <a:xfrm>
            <a:off x="4986932" y="3350771"/>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8" name="TextBox 47">
            <a:extLst>
              <a:ext uri="{FF2B5EF4-FFF2-40B4-BE49-F238E27FC236}">
                <a16:creationId xmlns:a16="http://schemas.microsoft.com/office/drawing/2014/main" id="{157D4B03-CA21-7D5A-810E-3988E3A52708}"/>
              </a:ext>
            </a:extLst>
          </p:cNvPr>
          <p:cNvSpPr txBox="1"/>
          <p:nvPr/>
        </p:nvSpPr>
        <p:spPr>
          <a:xfrm>
            <a:off x="4986929" y="3414510"/>
            <a:ext cx="792000" cy="215444"/>
          </a:xfrm>
          <a:prstGeom prst="rect">
            <a:avLst/>
          </a:prstGeom>
          <a:noFill/>
        </p:spPr>
        <p:txBody>
          <a:bodyPr wrap="square" rtlCol="0">
            <a:spAutoFit/>
          </a:bodyPr>
          <a:lstStyle/>
          <a:p>
            <a:pPr algn="ctr"/>
            <a:r>
              <a:rPr lang="en-SG" sz="800" noProof="0" dirty="0">
                <a:solidFill>
                  <a:sysClr val="windowText" lastClr="000000"/>
                </a:solidFill>
              </a:rPr>
              <a:t>AO Gateway </a:t>
            </a:r>
          </a:p>
        </p:txBody>
      </p:sp>
      <p:cxnSp>
        <p:nvCxnSpPr>
          <p:cNvPr id="58" name="Straight Arrow Connector 57">
            <a:extLst>
              <a:ext uri="{FF2B5EF4-FFF2-40B4-BE49-F238E27FC236}">
                <a16:creationId xmlns:a16="http://schemas.microsoft.com/office/drawing/2014/main" id="{124D7F7B-175C-8E75-B213-CDC02A9E357F}"/>
              </a:ext>
            </a:extLst>
          </p:cNvPr>
          <p:cNvCxnSpPr>
            <a:cxnSpLocks/>
          </p:cNvCxnSpPr>
          <p:nvPr/>
        </p:nvCxnSpPr>
        <p:spPr>
          <a:xfrm flipV="1">
            <a:off x="3481927" y="3456192"/>
            <a:ext cx="1505002"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61" name="TextBox 60">
            <a:extLst>
              <a:ext uri="{FF2B5EF4-FFF2-40B4-BE49-F238E27FC236}">
                <a16:creationId xmlns:a16="http://schemas.microsoft.com/office/drawing/2014/main" id="{DA52DE36-C270-5EFD-1968-D1C34AF4B5BB}"/>
              </a:ext>
            </a:extLst>
          </p:cNvPr>
          <p:cNvSpPr txBox="1"/>
          <p:nvPr/>
        </p:nvSpPr>
        <p:spPr>
          <a:xfrm>
            <a:off x="3660901" y="3629954"/>
            <a:ext cx="1256155" cy="461665"/>
          </a:xfrm>
          <a:prstGeom prst="rect">
            <a:avLst/>
          </a:prstGeom>
          <a:noFill/>
        </p:spPr>
        <p:txBody>
          <a:bodyPr wrap="square" rtlCol="0">
            <a:spAutoFit/>
          </a:bodyPr>
          <a:lstStyle/>
          <a:p>
            <a:r>
              <a:rPr lang="en-SG" sz="600" noProof="0" dirty="0">
                <a:solidFill>
                  <a:schemeClr val="bg2">
                    <a:lumMod val="50000"/>
                  </a:schemeClr>
                </a:solidFill>
              </a:rPr>
              <a:t>5. AO Gateway validates the token’s signature, expiry and aud.</a:t>
            </a:r>
          </a:p>
          <a:p>
            <a:endParaRPr lang="en-SG" sz="600" noProof="0" dirty="0">
              <a:solidFill>
                <a:schemeClr val="bg2">
                  <a:lumMod val="50000"/>
                </a:schemeClr>
              </a:solidFill>
            </a:endParaRPr>
          </a:p>
          <a:p>
            <a:r>
              <a:rPr lang="en-SG" sz="600" noProof="0" dirty="0">
                <a:solidFill>
                  <a:schemeClr val="bg2">
                    <a:lumMod val="50000"/>
                  </a:schemeClr>
                </a:solidFill>
              </a:rPr>
              <a:t>If valid, returns the tool list.</a:t>
            </a:r>
          </a:p>
        </p:txBody>
      </p:sp>
      <p:cxnSp>
        <p:nvCxnSpPr>
          <p:cNvPr id="62" name="Straight Arrow Connector 61">
            <a:extLst>
              <a:ext uri="{FF2B5EF4-FFF2-40B4-BE49-F238E27FC236}">
                <a16:creationId xmlns:a16="http://schemas.microsoft.com/office/drawing/2014/main" id="{9E620C19-C05A-F528-7B5D-A91E15F800D0}"/>
              </a:ext>
            </a:extLst>
          </p:cNvPr>
          <p:cNvCxnSpPr>
            <a:cxnSpLocks/>
          </p:cNvCxnSpPr>
          <p:nvPr/>
        </p:nvCxnSpPr>
        <p:spPr>
          <a:xfrm flipH="1">
            <a:off x="3481927" y="3618752"/>
            <a:ext cx="1505002"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65" name="TextBox 64">
            <a:extLst>
              <a:ext uri="{FF2B5EF4-FFF2-40B4-BE49-F238E27FC236}">
                <a16:creationId xmlns:a16="http://schemas.microsoft.com/office/drawing/2014/main" id="{AE7392ED-B85A-5353-4746-EA8AF842A912}"/>
              </a:ext>
            </a:extLst>
          </p:cNvPr>
          <p:cNvSpPr txBox="1"/>
          <p:nvPr/>
        </p:nvSpPr>
        <p:spPr>
          <a:xfrm>
            <a:off x="3455621" y="3175001"/>
            <a:ext cx="1739685" cy="276999"/>
          </a:xfrm>
          <a:prstGeom prst="rect">
            <a:avLst/>
          </a:prstGeom>
          <a:noFill/>
        </p:spPr>
        <p:txBody>
          <a:bodyPr wrap="square" rtlCol="0">
            <a:spAutoFit/>
          </a:bodyPr>
          <a:lstStyle/>
          <a:p>
            <a:r>
              <a:rPr lang="en-SG" sz="600" noProof="0" dirty="0">
                <a:solidFill>
                  <a:schemeClr val="bg2">
                    <a:lumMod val="50000"/>
                  </a:schemeClr>
                </a:solidFill>
              </a:rPr>
              <a:t>4. Hey gateway, I have the discovery access token. Please let me see the list of tools!</a:t>
            </a:r>
          </a:p>
        </p:txBody>
      </p:sp>
      <p:sp>
        <p:nvSpPr>
          <p:cNvPr id="70" name="Rectangle 69">
            <a:extLst>
              <a:ext uri="{FF2B5EF4-FFF2-40B4-BE49-F238E27FC236}">
                <a16:creationId xmlns:a16="http://schemas.microsoft.com/office/drawing/2014/main" id="{8115F001-10F1-879C-0975-5334E89FDABA}"/>
              </a:ext>
            </a:extLst>
          </p:cNvPr>
          <p:cNvSpPr/>
          <p:nvPr/>
        </p:nvSpPr>
        <p:spPr>
          <a:xfrm>
            <a:off x="6544996" y="4392016"/>
            <a:ext cx="864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71" name="TextBox 70">
            <a:extLst>
              <a:ext uri="{FF2B5EF4-FFF2-40B4-BE49-F238E27FC236}">
                <a16:creationId xmlns:a16="http://schemas.microsoft.com/office/drawing/2014/main" id="{3F0596CE-0331-892B-282A-D10BFBE7F3FE}"/>
              </a:ext>
            </a:extLst>
          </p:cNvPr>
          <p:cNvSpPr txBox="1"/>
          <p:nvPr/>
        </p:nvSpPr>
        <p:spPr>
          <a:xfrm>
            <a:off x="6722583" y="4404849"/>
            <a:ext cx="542024" cy="215444"/>
          </a:xfrm>
          <a:prstGeom prst="rect">
            <a:avLst/>
          </a:prstGeom>
          <a:noFill/>
        </p:spPr>
        <p:txBody>
          <a:bodyPr wrap="square" rtlCol="0">
            <a:spAutoFit/>
          </a:bodyPr>
          <a:lstStyle/>
          <a:p>
            <a:r>
              <a:rPr lang="en-SG" sz="800" noProof="0" dirty="0">
                <a:solidFill>
                  <a:sysClr val="windowText" lastClr="000000"/>
                </a:solidFill>
              </a:rPr>
              <a:t>Agent A</a:t>
            </a:r>
          </a:p>
        </p:txBody>
      </p:sp>
      <p:sp>
        <p:nvSpPr>
          <p:cNvPr id="72" name="TextBox 71">
            <a:extLst>
              <a:ext uri="{FF2B5EF4-FFF2-40B4-BE49-F238E27FC236}">
                <a16:creationId xmlns:a16="http://schemas.microsoft.com/office/drawing/2014/main" id="{1F04901B-4ABE-86E5-585B-5E36B4C0CE3A}"/>
              </a:ext>
            </a:extLst>
          </p:cNvPr>
          <p:cNvSpPr txBox="1"/>
          <p:nvPr/>
        </p:nvSpPr>
        <p:spPr>
          <a:xfrm>
            <a:off x="6647768" y="4534822"/>
            <a:ext cx="635110" cy="184666"/>
          </a:xfrm>
          <a:prstGeom prst="rect">
            <a:avLst/>
          </a:prstGeom>
          <a:noFill/>
        </p:spPr>
        <p:txBody>
          <a:bodyPr wrap="none" rtlCol="0">
            <a:spAutoFit/>
          </a:bodyPr>
          <a:lstStyle/>
          <a:p>
            <a:r>
              <a:rPr lang="en-SG" sz="600" noProof="0" dirty="0">
                <a:solidFill>
                  <a:schemeClr val="bg2">
                    <a:lumMod val="50000"/>
                  </a:schemeClr>
                </a:solidFill>
              </a:rPr>
              <a:t>Container App</a:t>
            </a:r>
          </a:p>
        </p:txBody>
      </p:sp>
      <p:pic>
        <p:nvPicPr>
          <p:cNvPr id="75" name="Picture 2" descr="Secure SSO connection to Kontainer with Entra ID">
            <a:extLst>
              <a:ext uri="{FF2B5EF4-FFF2-40B4-BE49-F238E27FC236}">
                <a16:creationId xmlns:a16="http://schemas.microsoft.com/office/drawing/2014/main" id="{7F3089BA-0592-707F-AED0-672D65287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33308" y="2647493"/>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a:extLst>
              <a:ext uri="{FF2B5EF4-FFF2-40B4-BE49-F238E27FC236}">
                <a16:creationId xmlns:a16="http://schemas.microsoft.com/office/drawing/2014/main" id="{FA80FFED-BC45-A9A8-9E77-C60234203DEF}"/>
              </a:ext>
            </a:extLst>
          </p:cNvPr>
          <p:cNvSpPr txBox="1"/>
          <p:nvPr/>
        </p:nvSpPr>
        <p:spPr>
          <a:xfrm>
            <a:off x="8998496" y="3023510"/>
            <a:ext cx="510076" cy="215444"/>
          </a:xfrm>
          <a:prstGeom prst="rect">
            <a:avLst/>
          </a:prstGeom>
          <a:noFill/>
        </p:spPr>
        <p:txBody>
          <a:bodyPr wrap="none" rtlCol="0">
            <a:spAutoFit/>
          </a:bodyPr>
          <a:lstStyle/>
          <a:p>
            <a:pPr algn="ctr"/>
            <a:r>
              <a:rPr lang="en-SG" sz="800" noProof="0" dirty="0"/>
              <a:t>Entra Id</a:t>
            </a:r>
          </a:p>
        </p:txBody>
      </p:sp>
      <p:cxnSp>
        <p:nvCxnSpPr>
          <p:cNvPr id="78" name="Straight Arrow Connector 77">
            <a:extLst>
              <a:ext uri="{FF2B5EF4-FFF2-40B4-BE49-F238E27FC236}">
                <a16:creationId xmlns:a16="http://schemas.microsoft.com/office/drawing/2014/main" id="{0A93CEC6-FBF8-C9E3-4E32-F7330BB6EECB}"/>
              </a:ext>
            </a:extLst>
          </p:cNvPr>
          <p:cNvCxnSpPr>
            <a:cxnSpLocks/>
          </p:cNvCxnSpPr>
          <p:nvPr/>
        </p:nvCxnSpPr>
        <p:spPr>
          <a:xfrm flipV="1">
            <a:off x="9177334" y="3238954"/>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3235D211-C906-4CA6-BE9F-70917C30AEFB}"/>
              </a:ext>
            </a:extLst>
          </p:cNvPr>
          <p:cNvCxnSpPr>
            <a:cxnSpLocks/>
          </p:cNvCxnSpPr>
          <p:nvPr/>
        </p:nvCxnSpPr>
        <p:spPr>
          <a:xfrm>
            <a:off x="9336084" y="3238954"/>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83" name="Rectangle 82">
            <a:extLst>
              <a:ext uri="{FF2B5EF4-FFF2-40B4-BE49-F238E27FC236}">
                <a16:creationId xmlns:a16="http://schemas.microsoft.com/office/drawing/2014/main" id="{9CB00E44-59D9-1CA4-C31C-F2EF1CDD7581}"/>
              </a:ext>
            </a:extLst>
          </p:cNvPr>
          <p:cNvSpPr/>
          <p:nvPr/>
        </p:nvSpPr>
        <p:spPr>
          <a:xfrm>
            <a:off x="8914001" y="4392016"/>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4" name="TextBox 83">
            <a:extLst>
              <a:ext uri="{FF2B5EF4-FFF2-40B4-BE49-F238E27FC236}">
                <a16:creationId xmlns:a16="http://schemas.microsoft.com/office/drawing/2014/main" id="{423207BD-590D-88CC-A886-AC860E0A5078}"/>
              </a:ext>
            </a:extLst>
          </p:cNvPr>
          <p:cNvSpPr txBox="1"/>
          <p:nvPr/>
        </p:nvSpPr>
        <p:spPr>
          <a:xfrm>
            <a:off x="8913998" y="4455755"/>
            <a:ext cx="792000" cy="215444"/>
          </a:xfrm>
          <a:prstGeom prst="rect">
            <a:avLst/>
          </a:prstGeom>
          <a:noFill/>
        </p:spPr>
        <p:txBody>
          <a:bodyPr wrap="square" rtlCol="0">
            <a:spAutoFit/>
          </a:bodyPr>
          <a:lstStyle/>
          <a:p>
            <a:pPr algn="ctr"/>
            <a:r>
              <a:rPr lang="en-SG" sz="800" noProof="0" dirty="0">
                <a:solidFill>
                  <a:sysClr val="windowText" lastClr="000000"/>
                </a:solidFill>
              </a:rPr>
              <a:t>AO Gateway </a:t>
            </a:r>
          </a:p>
        </p:txBody>
      </p:sp>
      <p:cxnSp>
        <p:nvCxnSpPr>
          <p:cNvPr id="85" name="Straight Arrow Connector 84">
            <a:extLst>
              <a:ext uri="{FF2B5EF4-FFF2-40B4-BE49-F238E27FC236}">
                <a16:creationId xmlns:a16="http://schemas.microsoft.com/office/drawing/2014/main" id="{27719085-45DF-AD4B-FBFD-9918295B8E0A}"/>
              </a:ext>
            </a:extLst>
          </p:cNvPr>
          <p:cNvCxnSpPr>
            <a:cxnSpLocks/>
          </p:cNvCxnSpPr>
          <p:nvPr/>
        </p:nvCxnSpPr>
        <p:spPr>
          <a:xfrm flipV="1">
            <a:off x="7408996" y="4497437"/>
            <a:ext cx="1505002"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86" name="TextBox 85">
            <a:extLst>
              <a:ext uri="{FF2B5EF4-FFF2-40B4-BE49-F238E27FC236}">
                <a16:creationId xmlns:a16="http://schemas.microsoft.com/office/drawing/2014/main" id="{B241A672-2AB5-DF3F-017F-4342A14871E2}"/>
              </a:ext>
            </a:extLst>
          </p:cNvPr>
          <p:cNvSpPr txBox="1"/>
          <p:nvPr/>
        </p:nvSpPr>
        <p:spPr>
          <a:xfrm>
            <a:off x="7587970" y="4671199"/>
            <a:ext cx="1256155" cy="276999"/>
          </a:xfrm>
          <a:prstGeom prst="rect">
            <a:avLst/>
          </a:prstGeom>
          <a:noFill/>
        </p:spPr>
        <p:txBody>
          <a:bodyPr wrap="square" rtlCol="0">
            <a:spAutoFit/>
          </a:bodyPr>
          <a:lstStyle/>
          <a:p>
            <a:r>
              <a:rPr lang="en-SG" sz="600" noProof="0" dirty="0">
                <a:solidFill>
                  <a:schemeClr val="bg2">
                    <a:lumMod val="50000"/>
                  </a:schemeClr>
                </a:solidFill>
              </a:rPr>
              <a:t>11. Gateway returns response to Agent after sanitisation</a:t>
            </a:r>
          </a:p>
        </p:txBody>
      </p:sp>
      <p:cxnSp>
        <p:nvCxnSpPr>
          <p:cNvPr id="87" name="Straight Arrow Connector 86">
            <a:extLst>
              <a:ext uri="{FF2B5EF4-FFF2-40B4-BE49-F238E27FC236}">
                <a16:creationId xmlns:a16="http://schemas.microsoft.com/office/drawing/2014/main" id="{02617922-F8A8-8BC2-97DD-B9B223F7CAF6}"/>
              </a:ext>
            </a:extLst>
          </p:cNvPr>
          <p:cNvCxnSpPr>
            <a:cxnSpLocks/>
          </p:cNvCxnSpPr>
          <p:nvPr/>
        </p:nvCxnSpPr>
        <p:spPr>
          <a:xfrm flipH="1">
            <a:off x="7408996" y="4659997"/>
            <a:ext cx="1505002"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88" name="TextBox 87">
            <a:extLst>
              <a:ext uri="{FF2B5EF4-FFF2-40B4-BE49-F238E27FC236}">
                <a16:creationId xmlns:a16="http://schemas.microsoft.com/office/drawing/2014/main" id="{9419BC0C-5F14-C791-E8E8-A4F335267509}"/>
              </a:ext>
            </a:extLst>
          </p:cNvPr>
          <p:cNvSpPr txBox="1"/>
          <p:nvPr/>
        </p:nvSpPr>
        <p:spPr>
          <a:xfrm>
            <a:off x="7408993" y="4212629"/>
            <a:ext cx="1505002" cy="276999"/>
          </a:xfrm>
          <a:prstGeom prst="rect">
            <a:avLst/>
          </a:prstGeom>
          <a:noFill/>
        </p:spPr>
        <p:txBody>
          <a:bodyPr wrap="square" rtlCol="0">
            <a:spAutoFit/>
          </a:bodyPr>
          <a:lstStyle/>
          <a:p>
            <a:r>
              <a:rPr lang="en-SG" sz="600" noProof="0" dirty="0">
                <a:solidFill>
                  <a:schemeClr val="bg2">
                    <a:lumMod val="50000"/>
                  </a:schemeClr>
                </a:solidFill>
              </a:rPr>
              <a:t>6. Hey gateway, I want to call this tool A within MCP A, here’s my discovery token!</a:t>
            </a:r>
          </a:p>
        </p:txBody>
      </p:sp>
      <p:sp>
        <p:nvSpPr>
          <p:cNvPr id="89" name="Title 1">
            <a:extLst>
              <a:ext uri="{FF2B5EF4-FFF2-40B4-BE49-F238E27FC236}">
                <a16:creationId xmlns:a16="http://schemas.microsoft.com/office/drawing/2014/main" id="{D8795534-1719-5320-8DD9-2AA46B145FBC}"/>
              </a:ext>
            </a:extLst>
          </p:cNvPr>
          <p:cNvSpPr txBox="1">
            <a:spLocks/>
          </p:cNvSpPr>
          <p:nvPr/>
        </p:nvSpPr>
        <p:spPr>
          <a:xfrm>
            <a:off x="275360" y="4846156"/>
            <a:ext cx="5108681" cy="515015"/>
          </a:xfrm>
          <a:prstGeom prst="rect">
            <a:avLst/>
          </a:prstGeom>
          <a:ln w="1905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As it only possesses the discovery token, if the Agent tries to call the MCP server or services directly, it wouldn’t work!</a:t>
            </a:r>
          </a:p>
        </p:txBody>
      </p:sp>
      <p:sp>
        <p:nvSpPr>
          <p:cNvPr id="90" name="Title 1">
            <a:extLst>
              <a:ext uri="{FF2B5EF4-FFF2-40B4-BE49-F238E27FC236}">
                <a16:creationId xmlns:a16="http://schemas.microsoft.com/office/drawing/2014/main" id="{EE0361D3-DCA1-300C-07F7-EAD3B7487647}"/>
              </a:ext>
            </a:extLst>
          </p:cNvPr>
          <p:cNvSpPr txBox="1">
            <a:spLocks/>
          </p:cNvSpPr>
          <p:nvPr/>
        </p:nvSpPr>
        <p:spPr>
          <a:xfrm>
            <a:off x="6283582" y="5517302"/>
            <a:ext cx="5458459" cy="5150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Just-In-Time Principle, access token to call tool is only granted right before the tool call happens, not during tool discovery phase.</a:t>
            </a:r>
          </a:p>
        </p:txBody>
      </p:sp>
      <p:sp>
        <p:nvSpPr>
          <p:cNvPr id="93" name="TextBox 92">
            <a:extLst>
              <a:ext uri="{FF2B5EF4-FFF2-40B4-BE49-F238E27FC236}">
                <a16:creationId xmlns:a16="http://schemas.microsoft.com/office/drawing/2014/main" id="{BCFD32A7-B982-AD12-6153-16BB6533DF8E}"/>
              </a:ext>
            </a:extLst>
          </p:cNvPr>
          <p:cNvSpPr txBox="1"/>
          <p:nvPr/>
        </p:nvSpPr>
        <p:spPr>
          <a:xfrm>
            <a:off x="7587970" y="3336485"/>
            <a:ext cx="1589364" cy="646331"/>
          </a:xfrm>
          <a:prstGeom prst="rect">
            <a:avLst/>
          </a:prstGeom>
          <a:noFill/>
        </p:spPr>
        <p:txBody>
          <a:bodyPr wrap="square" rtlCol="0">
            <a:spAutoFit/>
          </a:bodyPr>
          <a:lstStyle/>
          <a:p>
            <a:r>
              <a:rPr lang="en-SG" sz="600" noProof="0" dirty="0">
                <a:solidFill>
                  <a:schemeClr val="bg2">
                    <a:lumMod val="50000"/>
                  </a:schemeClr>
                </a:solidFill>
              </a:rPr>
              <a:t>7.1. Checks policy, ok Agent is allowed to call this tool and no HITL is required.</a:t>
            </a:r>
          </a:p>
          <a:p>
            <a:endParaRPr lang="en-SG" sz="600" noProof="0" dirty="0">
              <a:solidFill>
                <a:schemeClr val="bg2">
                  <a:lumMod val="50000"/>
                </a:schemeClr>
              </a:solidFill>
            </a:endParaRPr>
          </a:p>
          <a:p>
            <a:r>
              <a:rPr lang="en-SG" sz="600" noProof="0" dirty="0">
                <a:solidFill>
                  <a:schemeClr val="bg2">
                    <a:lumMod val="50000"/>
                  </a:schemeClr>
                </a:solidFill>
              </a:rPr>
              <a:t>7.2. Entra, I am the gateway. I have a valid user/agent token, please give me a token for </a:t>
            </a:r>
            <a:r>
              <a:rPr lang="en-SG" sz="600" noProof="0" dirty="0" err="1">
                <a:solidFill>
                  <a:schemeClr val="bg2">
                    <a:lumMod val="50000"/>
                  </a:schemeClr>
                </a:solidFill>
              </a:rPr>
              <a:t>Tools.Execute</a:t>
            </a:r>
            <a:r>
              <a:rPr lang="en-SG" sz="600" noProof="0" dirty="0">
                <a:solidFill>
                  <a:schemeClr val="bg2">
                    <a:lumMod val="50000"/>
                  </a:schemeClr>
                </a:solidFill>
              </a:rPr>
              <a:t> on their behalf (OBO)</a:t>
            </a:r>
          </a:p>
        </p:txBody>
      </p:sp>
      <p:sp>
        <p:nvSpPr>
          <p:cNvPr id="94" name="TextBox 93">
            <a:extLst>
              <a:ext uri="{FF2B5EF4-FFF2-40B4-BE49-F238E27FC236}">
                <a16:creationId xmlns:a16="http://schemas.microsoft.com/office/drawing/2014/main" id="{B4D0735E-1E27-FA1F-2197-C6084985D34F}"/>
              </a:ext>
            </a:extLst>
          </p:cNvPr>
          <p:cNvSpPr txBox="1"/>
          <p:nvPr/>
        </p:nvSpPr>
        <p:spPr>
          <a:xfrm>
            <a:off x="9336083" y="3336485"/>
            <a:ext cx="1430611" cy="646331"/>
          </a:xfrm>
          <a:prstGeom prst="rect">
            <a:avLst/>
          </a:prstGeom>
          <a:noFill/>
        </p:spPr>
        <p:txBody>
          <a:bodyPr wrap="square" rtlCol="0">
            <a:spAutoFit/>
          </a:bodyPr>
          <a:lstStyle/>
          <a:p>
            <a:r>
              <a:rPr lang="en-SG" sz="600" noProof="0" dirty="0">
                <a:solidFill>
                  <a:schemeClr val="bg2">
                    <a:lumMod val="50000"/>
                  </a:schemeClr>
                </a:solidFill>
              </a:rPr>
              <a:t>8. Ok, this gateway is trusted and has permission to act on behalf of others.</a:t>
            </a:r>
          </a:p>
          <a:p>
            <a:r>
              <a:rPr lang="en-SG" sz="600" noProof="0" dirty="0">
                <a:solidFill>
                  <a:schemeClr val="bg2">
                    <a:lumMod val="50000"/>
                  </a:schemeClr>
                </a:solidFill>
              </a:rPr>
              <a:t>Return the access token.</a:t>
            </a:r>
          </a:p>
          <a:p>
            <a:endParaRPr lang="en-SG" sz="600" noProof="0" dirty="0">
              <a:solidFill>
                <a:schemeClr val="bg2">
                  <a:lumMod val="50000"/>
                </a:schemeClr>
              </a:solidFill>
            </a:endParaRPr>
          </a:p>
          <a:p>
            <a:r>
              <a:rPr lang="en-SG" sz="600" noProof="0" dirty="0" err="1">
                <a:solidFill>
                  <a:schemeClr val="bg2">
                    <a:lumMod val="50000"/>
                  </a:schemeClr>
                </a:solidFill>
              </a:rPr>
              <a:t>aud</a:t>
            </a:r>
            <a:r>
              <a:rPr lang="en-SG" sz="600" noProof="0" dirty="0">
                <a:solidFill>
                  <a:schemeClr val="bg2">
                    <a:lumMod val="50000"/>
                  </a:schemeClr>
                </a:solidFill>
              </a:rPr>
              <a:t> : </a:t>
            </a:r>
            <a:r>
              <a:rPr lang="en-SG" sz="600" noProof="0" dirty="0" err="1">
                <a:solidFill>
                  <a:schemeClr val="bg2">
                    <a:lumMod val="50000"/>
                  </a:schemeClr>
                </a:solidFill>
              </a:rPr>
              <a:t>api</a:t>
            </a:r>
            <a:r>
              <a:rPr lang="en-SG" sz="600" noProof="0" dirty="0">
                <a:solidFill>
                  <a:schemeClr val="bg2">
                    <a:lumMod val="50000"/>
                  </a:schemeClr>
                </a:solidFill>
              </a:rPr>
              <a:t>//MCP-A</a:t>
            </a:r>
          </a:p>
          <a:p>
            <a:r>
              <a:rPr lang="en-SG" sz="600" noProof="0" dirty="0">
                <a:solidFill>
                  <a:schemeClr val="bg2">
                    <a:lumMod val="50000"/>
                  </a:schemeClr>
                </a:solidFill>
              </a:rPr>
              <a:t>scope : </a:t>
            </a:r>
            <a:r>
              <a:rPr lang="en-SG" sz="600" noProof="0" dirty="0" err="1">
                <a:solidFill>
                  <a:schemeClr val="bg2">
                    <a:lumMod val="50000"/>
                  </a:schemeClr>
                </a:solidFill>
              </a:rPr>
              <a:t>Tools.Execute</a:t>
            </a:r>
            <a:endParaRPr lang="en-SG" sz="600" noProof="0" dirty="0">
              <a:solidFill>
                <a:schemeClr val="bg2">
                  <a:lumMod val="50000"/>
                </a:schemeClr>
              </a:solidFill>
            </a:endParaRPr>
          </a:p>
        </p:txBody>
      </p:sp>
      <p:sp>
        <p:nvSpPr>
          <p:cNvPr id="95" name="Rectangle 94">
            <a:extLst>
              <a:ext uri="{FF2B5EF4-FFF2-40B4-BE49-F238E27FC236}">
                <a16:creationId xmlns:a16="http://schemas.microsoft.com/office/drawing/2014/main" id="{FCB40CB2-8BC8-42A7-55CF-36C3DB681EA5}"/>
              </a:ext>
            </a:extLst>
          </p:cNvPr>
          <p:cNvSpPr/>
          <p:nvPr/>
        </p:nvSpPr>
        <p:spPr>
          <a:xfrm>
            <a:off x="10869853" y="4392016"/>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96" name="TextBox 95">
            <a:extLst>
              <a:ext uri="{FF2B5EF4-FFF2-40B4-BE49-F238E27FC236}">
                <a16:creationId xmlns:a16="http://schemas.microsoft.com/office/drawing/2014/main" id="{E7FC5768-4468-94DC-6A1E-63DD79C1DB84}"/>
              </a:ext>
            </a:extLst>
          </p:cNvPr>
          <p:cNvSpPr txBox="1"/>
          <p:nvPr/>
        </p:nvSpPr>
        <p:spPr>
          <a:xfrm>
            <a:off x="10869850" y="4455755"/>
            <a:ext cx="792000" cy="215444"/>
          </a:xfrm>
          <a:prstGeom prst="rect">
            <a:avLst/>
          </a:prstGeom>
          <a:noFill/>
        </p:spPr>
        <p:txBody>
          <a:bodyPr wrap="square" rtlCol="0">
            <a:spAutoFit/>
          </a:bodyPr>
          <a:lstStyle/>
          <a:p>
            <a:pPr algn="ctr"/>
            <a:r>
              <a:rPr lang="en-SG" sz="800" noProof="0" dirty="0">
                <a:solidFill>
                  <a:sysClr val="windowText" lastClr="000000"/>
                </a:solidFill>
              </a:rPr>
              <a:t>MCP A</a:t>
            </a:r>
          </a:p>
        </p:txBody>
      </p:sp>
      <p:cxnSp>
        <p:nvCxnSpPr>
          <p:cNvPr id="97" name="Straight Arrow Connector 96">
            <a:extLst>
              <a:ext uri="{FF2B5EF4-FFF2-40B4-BE49-F238E27FC236}">
                <a16:creationId xmlns:a16="http://schemas.microsoft.com/office/drawing/2014/main" id="{30D63562-AF16-1C85-72BD-7CDFD93E6F2D}"/>
              </a:ext>
            </a:extLst>
          </p:cNvPr>
          <p:cNvCxnSpPr>
            <a:cxnSpLocks/>
          </p:cNvCxnSpPr>
          <p:nvPr/>
        </p:nvCxnSpPr>
        <p:spPr>
          <a:xfrm flipV="1">
            <a:off x="9726733" y="4477117"/>
            <a:ext cx="1143117"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0" name="TextBox 99">
            <a:extLst>
              <a:ext uri="{FF2B5EF4-FFF2-40B4-BE49-F238E27FC236}">
                <a16:creationId xmlns:a16="http://schemas.microsoft.com/office/drawing/2014/main" id="{F5BF6E57-D25D-2480-63CE-EE4C67FD3933}"/>
              </a:ext>
            </a:extLst>
          </p:cNvPr>
          <p:cNvSpPr txBox="1"/>
          <p:nvPr/>
        </p:nvSpPr>
        <p:spPr>
          <a:xfrm>
            <a:off x="9663837" y="4232131"/>
            <a:ext cx="1311567" cy="184666"/>
          </a:xfrm>
          <a:prstGeom prst="rect">
            <a:avLst/>
          </a:prstGeom>
          <a:noFill/>
        </p:spPr>
        <p:txBody>
          <a:bodyPr wrap="square" rtlCol="0">
            <a:spAutoFit/>
          </a:bodyPr>
          <a:lstStyle/>
          <a:p>
            <a:r>
              <a:rPr lang="en-SG" sz="600" noProof="0" dirty="0">
                <a:solidFill>
                  <a:schemeClr val="bg2">
                    <a:lumMod val="50000"/>
                  </a:schemeClr>
                </a:solidFill>
              </a:rPr>
              <a:t>9. pass-through request to MCP A</a:t>
            </a:r>
          </a:p>
        </p:txBody>
      </p:sp>
      <p:sp>
        <p:nvSpPr>
          <p:cNvPr id="9" name="TextBox 8">
            <a:extLst>
              <a:ext uri="{FF2B5EF4-FFF2-40B4-BE49-F238E27FC236}">
                <a16:creationId xmlns:a16="http://schemas.microsoft.com/office/drawing/2014/main" id="{65FA4490-FA07-5EFF-BC1F-3168DCC4B39B}"/>
              </a:ext>
            </a:extLst>
          </p:cNvPr>
          <p:cNvSpPr txBox="1"/>
          <p:nvPr/>
        </p:nvSpPr>
        <p:spPr>
          <a:xfrm>
            <a:off x="9663837" y="4678107"/>
            <a:ext cx="1311567" cy="184666"/>
          </a:xfrm>
          <a:prstGeom prst="rect">
            <a:avLst/>
          </a:prstGeom>
          <a:noFill/>
        </p:spPr>
        <p:txBody>
          <a:bodyPr wrap="square" rtlCol="0">
            <a:spAutoFit/>
          </a:bodyPr>
          <a:lstStyle/>
          <a:p>
            <a:r>
              <a:rPr lang="en-SG" sz="600" noProof="0" dirty="0">
                <a:solidFill>
                  <a:schemeClr val="bg2">
                    <a:lumMod val="50000"/>
                  </a:schemeClr>
                </a:solidFill>
              </a:rPr>
              <a:t>10. MCP A returns response</a:t>
            </a:r>
          </a:p>
        </p:txBody>
      </p:sp>
      <p:cxnSp>
        <p:nvCxnSpPr>
          <p:cNvPr id="12" name="Straight Arrow Connector 11">
            <a:extLst>
              <a:ext uri="{FF2B5EF4-FFF2-40B4-BE49-F238E27FC236}">
                <a16:creationId xmlns:a16="http://schemas.microsoft.com/office/drawing/2014/main" id="{87BF0456-2769-B761-42FD-110BE840FF33}"/>
              </a:ext>
            </a:extLst>
          </p:cNvPr>
          <p:cNvCxnSpPr>
            <a:cxnSpLocks/>
          </p:cNvCxnSpPr>
          <p:nvPr/>
        </p:nvCxnSpPr>
        <p:spPr>
          <a:xfrm flipH="1">
            <a:off x="9726733" y="4624437"/>
            <a:ext cx="1143117"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9" name="Title 1">
            <a:extLst>
              <a:ext uri="{FF2B5EF4-FFF2-40B4-BE49-F238E27FC236}">
                <a16:creationId xmlns:a16="http://schemas.microsoft.com/office/drawing/2014/main" id="{E5938411-0E46-C75E-975D-82A4A9921F80}"/>
              </a:ext>
            </a:extLst>
          </p:cNvPr>
          <p:cNvSpPr txBox="1">
            <a:spLocks/>
          </p:cNvSpPr>
          <p:nvPr/>
        </p:nvSpPr>
        <p:spPr>
          <a:xfrm>
            <a:off x="10759717" y="3745965"/>
            <a:ext cx="1188166" cy="1846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700" noProof="0" dirty="0"/>
              <a:t>This token cannot be used to call MCP B!</a:t>
            </a:r>
          </a:p>
        </p:txBody>
      </p:sp>
      <p:cxnSp>
        <p:nvCxnSpPr>
          <p:cNvPr id="22" name="Straight Arrow Connector 21">
            <a:extLst>
              <a:ext uri="{FF2B5EF4-FFF2-40B4-BE49-F238E27FC236}">
                <a16:creationId xmlns:a16="http://schemas.microsoft.com/office/drawing/2014/main" id="{9A33C359-76A0-D3C0-9FC5-950774E9E933}"/>
              </a:ext>
            </a:extLst>
          </p:cNvPr>
          <p:cNvCxnSpPr>
            <a:cxnSpLocks/>
            <a:stCxn id="19" idx="1"/>
          </p:cNvCxnSpPr>
          <p:nvPr/>
        </p:nvCxnSpPr>
        <p:spPr>
          <a:xfrm flipH="1">
            <a:off x="10185400" y="3838298"/>
            <a:ext cx="574317" cy="0"/>
          </a:xfrm>
          <a:prstGeom prst="straightConnector1">
            <a:avLst/>
          </a:prstGeom>
          <a:ln w="3175">
            <a:solidFill>
              <a:srgbClr val="005AAB"/>
            </a:solidFill>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29" name="Title 1">
            <a:extLst>
              <a:ext uri="{FF2B5EF4-FFF2-40B4-BE49-F238E27FC236}">
                <a16:creationId xmlns:a16="http://schemas.microsoft.com/office/drawing/2014/main" id="{93D41822-06B5-FCFE-8806-A65C3AED21F8}"/>
              </a:ext>
            </a:extLst>
          </p:cNvPr>
          <p:cNvSpPr txBox="1">
            <a:spLocks/>
          </p:cNvSpPr>
          <p:nvPr/>
        </p:nvSpPr>
        <p:spPr>
          <a:xfrm>
            <a:off x="6228792" y="1763301"/>
            <a:ext cx="5458459" cy="5150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Blast Radius, if the tool execution access token is compromised, it can only be used for the one specific MCP Server and not others.</a:t>
            </a:r>
          </a:p>
        </p:txBody>
      </p:sp>
      <p:sp>
        <p:nvSpPr>
          <p:cNvPr id="30" name="Title 1">
            <a:extLst>
              <a:ext uri="{FF2B5EF4-FFF2-40B4-BE49-F238E27FC236}">
                <a16:creationId xmlns:a16="http://schemas.microsoft.com/office/drawing/2014/main" id="{1AA31B98-9077-4C04-A2BF-4AFAD37EB076}"/>
              </a:ext>
            </a:extLst>
          </p:cNvPr>
          <p:cNvSpPr txBox="1">
            <a:spLocks/>
          </p:cNvSpPr>
          <p:nvPr/>
        </p:nvSpPr>
        <p:spPr>
          <a:xfrm>
            <a:off x="274248" y="5366982"/>
            <a:ext cx="5108681" cy="515015"/>
          </a:xfrm>
          <a:prstGeom prst="rect">
            <a:avLst/>
          </a:prstGeom>
          <a:ln w="1905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Only AO Gateway is established as a “trusted” party has the permission to exchange </a:t>
            </a:r>
          </a:p>
        </p:txBody>
      </p:sp>
      <p:sp>
        <p:nvSpPr>
          <p:cNvPr id="14" name="TextBox 13">
            <a:extLst>
              <a:ext uri="{FF2B5EF4-FFF2-40B4-BE49-F238E27FC236}">
                <a16:creationId xmlns:a16="http://schemas.microsoft.com/office/drawing/2014/main" id="{EE10F17C-D571-E37F-0619-2B1B4CDD4759}"/>
              </a:ext>
            </a:extLst>
          </p:cNvPr>
          <p:cNvSpPr txBox="1"/>
          <p:nvPr/>
        </p:nvSpPr>
        <p:spPr>
          <a:xfrm>
            <a:off x="1103342" y="805053"/>
            <a:ext cx="10132218" cy="738664"/>
          </a:xfrm>
          <a:prstGeom prst="rect">
            <a:avLst/>
          </a:prstGeom>
          <a:noFill/>
        </p:spPr>
        <p:txBody>
          <a:bodyPr wrap="square">
            <a:spAutoFit/>
          </a:bodyPr>
          <a:lstStyle/>
          <a:p>
            <a:pPr algn="l">
              <a:spcBef>
                <a:spcPts val="1800"/>
              </a:spcBef>
              <a:spcAft>
                <a:spcPts val="1200"/>
              </a:spcAft>
              <a:buNone/>
            </a:pPr>
            <a:r>
              <a:rPr lang="en-SG" sz="1400" b="1" i="0" noProof="0" dirty="0">
                <a:solidFill>
                  <a:srgbClr val="FF0000"/>
                </a:solidFill>
                <a:effectLst/>
              </a:rPr>
              <a:t>For Confirmation, Do we want the AO Gateway to act as the Trusted Subsystem, such that it uses the agent’s discovery token to perform an OBO token exchange with Entra and obtain an execution token, instead</a:t>
            </a:r>
            <a:r>
              <a:rPr lang="en-SG" sz="1400" b="1" noProof="0" dirty="0">
                <a:solidFill>
                  <a:srgbClr val="FF0000"/>
                </a:solidFill>
              </a:rPr>
              <a:t> of Agent directly obtaining an Execution token from Entra</a:t>
            </a:r>
            <a:r>
              <a:rPr lang="en-SG" sz="1400" b="1" i="0" noProof="0" dirty="0">
                <a:solidFill>
                  <a:srgbClr val="FF0000"/>
                </a:solidFill>
                <a:effectLst/>
              </a:rPr>
              <a:t>? If it is even possible?</a:t>
            </a:r>
            <a:endParaRPr lang="en-SG" sz="1400" b="1" noProof="0" dirty="0">
              <a:solidFill>
                <a:srgbClr val="FF0000"/>
              </a:solidFill>
            </a:endParaRPr>
          </a:p>
        </p:txBody>
      </p:sp>
      <p:sp>
        <p:nvSpPr>
          <p:cNvPr id="15" name="Title 1">
            <a:extLst>
              <a:ext uri="{FF2B5EF4-FFF2-40B4-BE49-F238E27FC236}">
                <a16:creationId xmlns:a16="http://schemas.microsoft.com/office/drawing/2014/main" id="{01FBE6E1-EEA6-869B-488D-7DD87512F06D}"/>
              </a:ext>
            </a:extLst>
          </p:cNvPr>
          <p:cNvSpPr txBox="1">
            <a:spLocks/>
          </p:cNvSpPr>
          <p:nvPr/>
        </p:nvSpPr>
        <p:spPr>
          <a:xfrm>
            <a:off x="274248" y="6144351"/>
            <a:ext cx="11125186" cy="5094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OBO Trust: The API underlying the tool will be configured to say, “I only trust tokens exchanged by the AO Gateway”.</a:t>
            </a:r>
          </a:p>
          <a:p>
            <a:r>
              <a:rPr lang="en-SG" sz="1200" noProof="0" dirty="0"/>
              <a:t>The Agent itself doesn’t have the permission to perform the exchange, therefore even if it is compromised and try to hit the API directly, it will be rejected.</a:t>
            </a:r>
          </a:p>
        </p:txBody>
      </p:sp>
      <p:sp>
        <p:nvSpPr>
          <p:cNvPr id="18" name="Footer Placeholder 3">
            <a:extLst>
              <a:ext uri="{FF2B5EF4-FFF2-40B4-BE49-F238E27FC236}">
                <a16:creationId xmlns:a16="http://schemas.microsoft.com/office/drawing/2014/main" id="{AA348C04-D7B4-1074-5324-8A9DA28FC2DF}"/>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pic>
        <p:nvPicPr>
          <p:cNvPr id="24" name="Picture 14" descr="Icon Of A Rounded Red Exclamation Sign In, Excitement, Caution, Beware PNG  Transparent Image and Clipart for Free Download">
            <a:extLst>
              <a:ext uri="{FF2B5EF4-FFF2-40B4-BE49-F238E27FC236}">
                <a16:creationId xmlns:a16="http://schemas.microsoft.com/office/drawing/2014/main" id="{9A5F3903-71FF-1849-02C3-A48676C09A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108" y="853683"/>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277902"/>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1FC6B1-6665-35B2-0257-FC3B633DEE8B}"/>
              </a:ext>
            </a:extLst>
          </p:cNvPr>
          <p:cNvSpPr>
            <a:spLocks noGrp="1"/>
          </p:cNvSpPr>
          <p:nvPr>
            <p:ph type="sldNum" sz="quarter" idx="12"/>
          </p:nvPr>
        </p:nvSpPr>
        <p:spPr/>
        <p:txBody>
          <a:bodyPr/>
          <a:lstStyle/>
          <a:p>
            <a:fld id="{5DF5AE18-F94A-B54C-9347-4CAFB5D76058}" type="slidenum">
              <a:rPr lang="en-SG" noProof="0" smtClean="0">
                <a:latin typeface="Source Sans Pro" panose="020B0503030403020204" pitchFamily="34" charset="0"/>
                <a:ea typeface="Source Sans Pro" panose="020B0503030403020204" pitchFamily="34" charset="0"/>
              </a:rPr>
              <a:t>8</a:t>
            </a:fld>
            <a:endParaRPr lang="en-SG" noProof="0" dirty="0">
              <a:latin typeface="Source Sans Pro" panose="020B0503030403020204" pitchFamily="34" charset="0"/>
              <a:ea typeface="Source Sans Pro" panose="020B0503030403020204" pitchFamily="34" charset="0"/>
            </a:endParaRPr>
          </a:p>
        </p:txBody>
      </p:sp>
      <p:sp>
        <p:nvSpPr>
          <p:cNvPr id="3" name="Title 1">
            <a:extLst>
              <a:ext uri="{FF2B5EF4-FFF2-40B4-BE49-F238E27FC236}">
                <a16:creationId xmlns:a16="http://schemas.microsoft.com/office/drawing/2014/main" id="{7C9791DF-5A04-6E8D-64CF-96569B12E8E5}"/>
              </a:ext>
            </a:extLst>
          </p:cNvPr>
          <p:cNvSpPr txBox="1">
            <a:spLocks/>
          </p:cNvSpPr>
          <p:nvPr/>
        </p:nvSpPr>
        <p:spPr>
          <a:xfrm>
            <a:off x="838200" y="360690"/>
            <a:ext cx="6865620" cy="784715"/>
          </a:xfrm>
          <a:prstGeom prst="rect">
            <a:avLst/>
          </a:prstGeom>
        </p:spPr>
        <p:txBody>
          <a:bodyP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2000" b="1" noProof="0" dirty="0">
                <a:latin typeface="Source Sans Pro" panose="020B0503030403020204" pitchFamily="34" charset="0"/>
                <a:ea typeface="Source Sans Pro" panose="020B0503030403020204" pitchFamily="34" charset="0"/>
              </a:rPr>
              <a:t>Token Exchange – Discovery Phase &amp; </a:t>
            </a:r>
            <a:br>
              <a:rPr lang="en-SG" sz="2000" b="1" noProof="0" dirty="0">
                <a:latin typeface="Source Sans Pro" panose="020B0503030403020204" pitchFamily="34" charset="0"/>
                <a:ea typeface="Source Sans Pro" panose="020B0503030403020204" pitchFamily="34" charset="0"/>
              </a:rPr>
            </a:br>
            <a:r>
              <a:rPr lang="en-SG" sz="2000" b="1" noProof="0" dirty="0">
                <a:latin typeface="Source Sans Pro" panose="020B0503030403020204" pitchFamily="34" charset="0"/>
                <a:ea typeface="Source Sans Pro" panose="020B0503030403020204" pitchFamily="34" charset="0"/>
              </a:rPr>
              <a:t>Execution Phase (Synchronous Tool Call – Non-IRIN3 – No HITL)</a:t>
            </a:r>
          </a:p>
        </p:txBody>
      </p:sp>
      <p:sp>
        <p:nvSpPr>
          <p:cNvPr id="4" name="Title 1">
            <a:extLst>
              <a:ext uri="{FF2B5EF4-FFF2-40B4-BE49-F238E27FC236}">
                <a16:creationId xmlns:a16="http://schemas.microsoft.com/office/drawing/2014/main" id="{5DEB6502-1D4E-544D-525B-80D3B9E94004}"/>
              </a:ext>
            </a:extLst>
          </p:cNvPr>
          <p:cNvSpPr txBox="1">
            <a:spLocks/>
          </p:cNvSpPr>
          <p:nvPr/>
        </p:nvSpPr>
        <p:spPr>
          <a:xfrm>
            <a:off x="8029474" y="389628"/>
            <a:ext cx="3928978" cy="4891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200" b="1" noProof="0" dirty="0">
                <a:solidFill>
                  <a:srgbClr val="FF0000"/>
                </a:solidFill>
                <a:latin typeface="Source Sans Pro" panose="020B0503030403020204" pitchFamily="34" charset="0"/>
                <a:ea typeface="Source Sans Pro" panose="020B0503030403020204" pitchFamily="34" charset="0"/>
              </a:rPr>
              <a:t>For external participants to propose an alternative flow</a:t>
            </a:r>
          </a:p>
          <a:p>
            <a:r>
              <a:rPr lang="en-US" sz="1200" b="1" dirty="0">
                <a:solidFill>
                  <a:srgbClr val="FF0000"/>
                </a:solidFill>
                <a:latin typeface="Source Sans Pro" panose="020B0503030403020204" pitchFamily="34" charset="0"/>
                <a:ea typeface="Source Sans Pro" panose="020B0503030403020204" pitchFamily="34" charset="0"/>
              </a:rPr>
              <a:t>(if any)</a:t>
            </a:r>
            <a:endParaRPr lang="en-SG" sz="1200" b="1" noProof="0" dirty="0">
              <a:solidFill>
                <a:srgbClr val="FF0000"/>
              </a:solidFill>
              <a:latin typeface="Source Sans Pro" panose="020B0503030403020204" pitchFamily="34" charset="0"/>
              <a:ea typeface="Source Sans Pro" panose="020B0503030403020204" pitchFamily="34" charset="0"/>
            </a:endParaRPr>
          </a:p>
        </p:txBody>
      </p:sp>
      <p:sp>
        <p:nvSpPr>
          <p:cNvPr id="5" name="TextBox 4">
            <a:extLst>
              <a:ext uri="{FF2B5EF4-FFF2-40B4-BE49-F238E27FC236}">
                <a16:creationId xmlns:a16="http://schemas.microsoft.com/office/drawing/2014/main" id="{745369D3-752A-354E-A88E-8E3032F2484C}"/>
              </a:ext>
            </a:extLst>
          </p:cNvPr>
          <p:cNvSpPr txBox="1"/>
          <p:nvPr/>
        </p:nvSpPr>
        <p:spPr>
          <a:xfrm>
            <a:off x="8029474" y="10227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6" name="Picture 14" descr="Icon Of A Rounded Red Exclamation Sign In, Excitement, Caution, Beware PNG  Transparent Image and Clipart for Free Download">
            <a:extLst>
              <a:ext uri="{FF2B5EF4-FFF2-40B4-BE49-F238E27FC236}">
                <a16:creationId xmlns:a16="http://schemas.microsoft.com/office/drawing/2014/main" id="{1910EB77-9C28-363A-D6DC-3596ADCCCF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1529" y="120102"/>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074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5B72A-244E-A9D8-1ABA-18F8C3527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91908-BF65-1317-B5A3-AD26E7546A7D}"/>
              </a:ext>
            </a:extLst>
          </p:cNvPr>
          <p:cNvSpPr>
            <a:spLocks noGrp="1"/>
          </p:cNvSpPr>
          <p:nvPr>
            <p:ph type="title"/>
          </p:nvPr>
        </p:nvSpPr>
        <p:spPr>
          <a:xfrm>
            <a:off x="838200" y="56012"/>
            <a:ext cx="10515600" cy="425507"/>
          </a:xfrm>
        </p:spPr>
        <p:txBody>
          <a:bodyPr>
            <a:normAutofit/>
          </a:bodyPr>
          <a:lstStyle/>
          <a:p>
            <a:r>
              <a:rPr lang="en-SG" sz="2000" noProof="0" dirty="0"/>
              <a:t>Token Exchange – Execution Phase (Synchronous – IRIN3 – No HITL)</a:t>
            </a:r>
          </a:p>
        </p:txBody>
      </p:sp>
      <p:sp>
        <p:nvSpPr>
          <p:cNvPr id="4" name="Slide Number Placeholder 3">
            <a:extLst>
              <a:ext uri="{FF2B5EF4-FFF2-40B4-BE49-F238E27FC236}">
                <a16:creationId xmlns:a16="http://schemas.microsoft.com/office/drawing/2014/main" id="{82656EC9-A299-3D68-041B-68EE8CDAE47D}"/>
              </a:ext>
            </a:extLst>
          </p:cNvPr>
          <p:cNvSpPr>
            <a:spLocks noGrp="1"/>
          </p:cNvSpPr>
          <p:nvPr>
            <p:ph type="sldNum" sz="quarter" idx="12"/>
          </p:nvPr>
        </p:nvSpPr>
        <p:spPr/>
        <p:txBody>
          <a:bodyPr/>
          <a:lstStyle/>
          <a:p>
            <a:fld id="{5DF5AE18-F94A-B54C-9347-4CAFB5D76058}" type="slidenum">
              <a:rPr lang="en-SG" noProof="0" smtClean="0"/>
              <a:pPr/>
              <a:t>9</a:t>
            </a:fld>
            <a:endParaRPr lang="en-SG" noProof="0" dirty="0"/>
          </a:p>
        </p:txBody>
      </p:sp>
      <p:sp>
        <p:nvSpPr>
          <p:cNvPr id="16" name="Rectangle 15">
            <a:extLst>
              <a:ext uri="{FF2B5EF4-FFF2-40B4-BE49-F238E27FC236}">
                <a16:creationId xmlns:a16="http://schemas.microsoft.com/office/drawing/2014/main" id="{F14D187D-5969-D750-F8E5-41FED9B07B8C}"/>
              </a:ext>
            </a:extLst>
          </p:cNvPr>
          <p:cNvSpPr/>
          <p:nvPr/>
        </p:nvSpPr>
        <p:spPr>
          <a:xfrm>
            <a:off x="1000382" y="975025"/>
            <a:ext cx="10074018" cy="5510441"/>
          </a:xfrm>
          <a:prstGeom prst="rect">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7" name="TextBox 16">
            <a:extLst>
              <a:ext uri="{FF2B5EF4-FFF2-40B4-BE49-F238E27FC236}">
                <a16:creationId xmlns:a16="http://schemas.microsoft.com/office/drawing/2014/main" id="{D638A713-EB97-6629-5C84-27145F4B4CC4}"/>
              </a:ext>
            </a:extLst>
          </p:cNvPr>
          <p:cNvSpPr txBox="1"/>
          <p:nvPr/>
        </p:nvSpPr>
        <p:spPr>
          <a:xfrm>
            <a:off x="1027008" y="1021267"/>
            <a:ext cx="2303836" cy="400110"/>
          </a:xfrm>
          <a:prstGeom prst="rect">
            <a:avLst/>
          </a:prstGeom>
          <a:noFill/>
        </p:spPr>
        <p:txBody>
          <a:bodyPr wrap="none" rtlCol="0">
            <a:spAutoFit/>
          </a:bodyPr>
          <a:lstStyle/>
          <a:p>
            <a:r>
              <a:rPr lang="en-SG" sz="1000" b="1" noProof="0" dirty="0">
                <a:solidFill>
                  <a:schemeClr val="accent1"/>
                </a:solidFill>
              </a:rPr>
              <a:t>EXECUTION PHASE </a:t>
            </a:r>
          </a:p>
          <a:p>
            <a:r>
              <a:rPr lang="en-SG" sz="1000" b="1" noProof="0" dirty="0">
                <a:solidFill>
                  <a:schemeClr val="accent1"/>
                </a:solidFill>
              </a:rPr>
              <a:t>Synchronous Tool Call – IRIN3 – No HITL</a:t>
            </a:r>
          </a:p>
        </p:txBody>
      </p:sp>
      <p:sp>
        <p:nvSpPr>
          <p:cNvPr id="7" name="Rectangle 6">
            <a:extLst>
              <a:ext uri="{FF2B5EF4-FFF2-40B4-BE49-F238E27FC236}">
                <a16:creationId xmlns:a16="http://schemas.microsoft.com/office/drawing/2014/main" id="{090A9100-1F25-F1F8-FE91-2C792DE67D80}"/>
              </a:ext>
            </a:extLst>
          </p:cNvPr>
          <p:cNvSpPr/>
          <p:nvPr/>
        </p:nvSpPr>
        <p:spPr>
          <a:xfrm>
            <a:off x="2531796" y="2919985"/>
            <a:ext cx="864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 name="TextBox 7">
            <a:extLst>
              <a:ext uri="{FF2B5EF4-FFF2-40B4-BE49-F238E27FC236}">
                <a16:creationId xmlns:a16="http://schemas.microsoft.com/office/drawing/2014/main" id="{29837054-AC23-083D-88C4-638D5D2663A7}"/>
              </a:ext>
            </a:extLst>
          </p:cNvPr>
          <p:cNvSpPr txBox="1"/>
          <p:nvPr/>
        </p:nvSpPr>
        <p:spPr>
          <a:xfrm>
            <a:off x="2709383" y="2932818"/>
            <a:ext cx="542024" cy="215444"/>
          </a:xfrm>
          <a:prstGeom prst="rect">
            <a:avLst/>
          </a:prstGeom>
          <a:noFill/>
        </p:spPr>
        <p:txBody>
          <a:bodyPr wrap="square" rtlCol="0">
            <a:spAutoFit/>
          </a:bodyPr>
          <a:lstStyle/>
          <a:p>
            <a:r>
              <a:rPr lang="en-SG" sz="800" noProof="0" dirty="0">
                <a:solidFill>
                  <a:sysClr val="windowText" lastClr="000000"/>
                </a:solidFill>
              </a:rPr>
              <a:t>Agent A</a:t>
            </a:r>
          </a:p>
        </p:txBody>
      </p:sp>
      <p:sp>
        <p:nvSpPr>
          <p:cNvPr id="18" name="TextBox 17">
            <a:extLst>
              <a:ext uri="{FF2B5EF4-FFF2-40B4-BE49-F238E27FC236}">
                <a16:creationId xmlns:a16="http://schemas.microsoft.com/office/drawing/2014/main" id="{FDB52A9F-E72B-6D1C-1530-07E1CCBCD1AB}"/>
              </a:ext>
            </a:extLst>
          </p:cNvPr>
          <p:cNvSpPr txBox="1"/>
          <p:nvPr/>
        </p:nvSpPr>
        <p:spPr>
          <a:xfrm>
            <a:off x="2634568" y="3062791"/>
            <a:ext cx="635110" cy="184666"/>
          </a:xfrm>
          <a:prstGeom prst="rect">
            <a:avLst/>
          </a:prstGeom>
          <a:noFill/>
        </p:spPr>
        <p:txBody>
          <a:bodyPr wrap="none" rtlCol="0">
            <a:spAutoFit/>
          </a:bodyPr>
          <a:lstStyle/>
          <a:p>
            <a:r>
              <a:rPr lang="en-SG" sz="600" noProof="0" dirty="0">
                <a:solidFill>
                  <a:schemeClr val="bg2">
                    <a:lumMod val="50000"/>
                  </a:schemeClr>
                </a:solidFill>
              </a:rPr>
              <a:t>Container App</a:t>
            </a:r>
          </a:p>
        </p:txBody>
      </p:sp>
      <p:sp>
        <p:nvSpPr>
          <p:cNvPr id="26" name="Rectangle 25">
            <a:extLst>
              <a:ext uri="{FF2B5EF4-FFF2-40B4-BE49-F238E27FC236}">
                <a16:creationId xmlns:a16="http://schemas.microsoft.com/office/drawing/2014/main" id="{AEEE8EE9-7105-F1DD-94EC-503D338888E9}"/>
              </a:ext>
            </a:extLst>
          </p:cNvPr>
          <p:cNvSpPr/>
          <p:nvPr/>
        </p:nvSpPr>
        <p:spPr>
          <a:xfrm>
            <a:off x="4900801" y="2919985"/>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7" name="TextBox 26">
            <a:extLst>
              <a:ext uri="{FF2B5EF4-FFF2-40B4-BE49-F238E27FC236}">
                <a16:creationId xmlns:a16="http://schemas.microsoft.com/office/drawing/2014/main" id="{114D178F-F025-FF65-B3F6-D00F0BC3CD36}"/>
              </a:ext>
            </a:extLst>
          </p:cNvPr>
          <p:cNvSpPr txBox="1"/>
          <p:nvPr/>
        </p:nvSpPr>
        <p:spPr>
          <a:xfrm>
            <a:off x="4900798" y="2983724"/>
            <a:ext cx="792000" cy="215444"/>
          </a:xfrm>
          <a:prstGeom prst="rect">
            <a:avLst/>
          </a:prstGeom>
          <a:noFill/>
        </p:spPr>
        <p:txBody>
          <a:bodyPr wrap="square" rtlCol="0">
            <a:spAutoFit/>
          </a:bodyPr>
          <a:lstStyle/>
          <a:p>
            <a:pPr algn="ctr"/>
            <a:r>
              <a:rPr lang="en-SG" sz="800" noProof="0" dirty="0">
                <a:solidFill>
                  <a:sysClr val="windowText" lastClr="000000"/>
                </a:solidFill>
              </a:rPr>
              <a:t>AO Gateway </a:t>
            </a:r>
          </a:p>
        </p:txBody>
      </p:sp>
      <p:cxnSp>
        <p:nvCxnSpPr>
          <p:cNvPr id="28" name="Straight Arrow Connector 27">
            <a:extLst>
              <a:ext uri="{FF2B5EF4-FFF2-40B4-BE49-F238E27FC236}">
                <a16:creationId xmlns:a16="http://schemas.microsoft.com/office/drawing/2014/main" id="{D4474EE6-4206-C7FC-236A-5A32A5076CC8}"/>
              </a:ext>
            </a:extLst>
          </p:cNvPr>
          <p:cNvCxnSpPr>
            <a:cxnSpLocks/>
          </p:cNvCxnSpPr>
          <p:nvPr/>
        </p:nvCxnSpPr>
        <p:spPr>
          <a:xfrm flipV="1">
            <a:off x="3395796" y="3025406"/>
            <a:ext cx="1505002"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EDFD3587-9B1E-209F-FD5D-4B337C76B8C6}"/>
              </a:ext>
            </a:extLst>
          </p:cNvPr>
          <p:cNvSpPr txBox="1"/>
          <p:nvPr/>
        </p:nvSpPr>
        <p:spPr>
          <a:xfrm>
            <a:off x="3557836" y="3156833"/>
            <a:ext cx="1256155" cy="276999"/>
          </a:xfrm>
          <a:prstGeom prst="rect">
            <a:avLst/>
          </a:prstGeom>
          <a:noFill/>
        </p:spPr>
        <p:txBody>
          <a:bodyPr wrap="square" rtlCol="0">
            <a:spAutoFit/>
          </a:bodyPr>
          <a:lstStyle/>
          <a:p>
            <a:r>
              <a:rPr lang="en-SG" sz="600" noProof="0" dirty="0">
                <a:solidFill>
                  <a:schemeClr val="bg2">
                    <a:lumMod val="50000"/>
                  </a:schemeClr>
                </a:solidFill>
              </a:rPr>
              <a:t>14. Gateway returns response to Agent after sanitisation</a:t>
            </a:r>
          </a:p>
        </p:txBody>
      </p:sp>
      <p:cxnSp>
        <p:nvCxnSpPr>
          <p:cNvPr id="33" name="Straight Arrow Connector 32">
            <a:extLst>
              <a:ext uri="{FF2B5EF4-FFF2-40B4-BE49-F238E27FC236}">
                <a16:creationId xmlns:a16="http://schemas.microsoft.com/office/drawing/2014/main" id="{71B0C04F-0A46-25C5-43DC-06A649DE0AAF}"/>
              </a:ext>
            </a:extLst>
          </p:cNvPr>
          <p:cNvCxnSpPr>
            <a:cxnSpLocks/>
          </p:cNvCxnSpPr>
          <p:nvPr/>
        </p:nvCxnSpPr>
        <p:spPr>
          <a:xfrm flipH="1">
            <a:off x="3395796" y="3145632"/>
            <a:ext cx="1505002"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34" name="TextBox 33">
            <a:extLst>
              <a:ext uri="{FF2B5EF4-FFF2-40B4-BE49-F238E27FC236}">
                <a16:creationId xmlns:a16="http://schemas.microsoft.com/office/drawing/2014/main" id="{C1DE3A21-A166-D024-F47E-56F6D7B24633}"/>
              </a:ext>
            </a:extLst>
          </p:cNvPr>
          <p:cNvSpPr txBox="1"/>
          <p:nvPr/>
        </p:nvSpPr>
        <p:spPr>
          <a:xfrm>
            <a:off x="3353459" y="2723664"/>
            <a:ext cx="1584000" cy="369332"/>
          </a:xfrm>
          <a:prstGeom prst="rect">
            <a:avLst/>
          </a:prstGeom>
          <a:noFill/>
        </p:spPr>
        <p:txBody>
          <a:bodyPr wrap="square" rtlCol="0">
            <a:spAutoFit/>
          </a:bodyPr>
          <a:lstStyle/>
          <a:p>
            <a:r>
              <a:rPr lang="en-SG" sz="600" noProof="0" dirty="0">
                <a:solidFill>
                  <a:schemeClr val="bg2">
                    <a:lumMod val="50000"/>
                  </a:schemeClr>
                </a:solidFill>
              </a:rPr>
              <a:t>6. Hey gateway, I want to call this tool A within AIGP MCP, here’s my discovery token!</a:t>
            </a:r>
          </a:p>
        </p:txBody>
      </p:sp>
      <p:sp>
        <p:nvSpPr>
          <p:cNvPr id="39" name="Rectangle 38">
            <a:extLst>
              <a:ext uri="{FF2B5EF4-FFF2-40B4-BE49-F238E27FC236}">
                <a16:creationId xmlns:a16="http://schemas.microsoft.com/office/drawing/2014/main" id="{56D16202-1820-9E99-8F2C-4750D58C9245}"/>
              </a:ext>
            </a:extLst>
          </p:cNvPr>
          <p:cNvSpPr/>
          <p:nvPr/>
        </p:nvSpPr>
        <p:spPr>
          <a:xfrm>
            <a:off x="8014893" y="3809205"/>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0" name="TextBox 39">
            <a:extLst>
              <a:ext uri="{FF2B5EF4-FFF2-40B4-BE49-F238E27FC236}">
                <a16:creationId xmlns:a16="http://schemas.microsoft.com/office/drawing/2014/main" id="{C94729E7-2EF7-3A88-0212-E15B81CCAB63}"/>
              </a:ext>
            </a:extLst>
          </p:cNvPr>
          <p:cNvSpPr txBox="1"/>
          <p:nvPr/>
        </p:nvSpPr>
        <p:spPr>
          <a:xfrm>
            <a:off x="8014890" y="3872944"/>
            <a:ext cx="792000" cy="215444"/>
          </a:xfrm>
          <a:prstGeom prst="rect">
            <a:avLst/>
          </a:prstGeom>
          <a:noFill/>
        </p:spPr>
        <p:txBody>
          <a:bodyPr wrap="square" rtlCol="0">
            <a:spAutoFit/>
          </a:bodyPr>
          <a:lstStyle/>
          <a:p>
            <a:pPr algn="ctr"/>
            <a:r>
              <a:rPr lang="en-SG" sz="800" noProof="0" dirty="0">
                <a:solidFill>
                  <a:sysClr val="windowText" lastClr="000000"/>
                </a:solidFill>
              </a:rPr>
              <a:t>AIGP MCP</a:t>
            </a:r>
          </a:p>
        </p:txBody>
      </p:sp>
      <p:sp>
        <p:nvSpPr>
          <p:cNvPr id="42" name="TextBox 41">
            <a:extLst>
              <a:ext uri="{FF2B5EF4-FFF2-40B4-BE49-F238E27FC236}">
                <a16:creationId xmlns:a16="http://schemas.microsoft.com/office/drawing/2014/main" id="{B3A39A09-248E-40A9-9291-1BC28B23E851}"/>
              </a:ext>
            </a:extLst>
          </p:cNvPr>
          <p:cNvSpPr txBox="1"/>
          <p:nvPr/>
        </p:nvSpPr>
        <p:spPr>
          <a:xfrm>
            <a:off x="5324417" y="3792079"/>
            <a:ext cx="2112192" cy="184666"/>
          </a:xfrm>
          <a:prstGeom prst="rect">
            <a:avLst/>
          </a:prstGeom>
          <a:noFill/>
        </p:spPr>
        <p:txBody>
          <a:bodyPr wrap="square" rtlCol="0">
            <a:spAutoFit/>
          </a:bodyPr>
          <a:lstStyle/>
          <a:p>
            <a:r>
              <a:rPr lang="en-SG" sz="600" noProof="0" dirty="0">
                <a:solidFill>
                  <a:schemeClr val="bg2">
                    <a:lumMod val="50000"/>
                  </a:schemeClr>
                </a:solidFill>
              </a:rPr>
              <a:t>9. pass-through request to AIGP MCP</a:t>
            </a:r>
          </a:p>
        </p:txBody>
      </p:sp>
      <p:sp>
        <p:nvSpPr>
          <p:cNvPr id="43" name="TextBox 42">
            <a:extLst>
              <a:ext uri="{FF2B5EF4-FFF2-40B4-BE49-F238E27FC236}">
                <a16:creationId xmlns:a16="http://schemas.microsoft.com/office/drawing/2014/main" id="{544C60E4-9399-39DF-4C35-FBE6C8B590F2}"/>
              </a:ext>
            </a:extLst>
          </p:cNvPr>
          <p:cNvSpPr txBox="1"/>
          <p:nvPr/>
        </p:nvSpPr>
        <p:spPr>
          <a:xfrm>
            <a:off x="5284112" y="4060487"/>
            <a:ext cx="1771306" cy="184666"/>
          </a:xfrm>
          <a:prstGeom prst="rect">
            <a:avLst/>
          </a:prstGeom>
          <a:noFill/>
        </p:spPr>
        <p:txBody>
          <a:bodyPr wrap="square" rtlCol="0">
            <a:spAutoFit/>
          </a:bodyPr>
          <a:lstStyle/>
          <a:p>
            <a:r>
              <a:rPr lang="en-SG" sz="600" noProof="0" dirty="0">
                <a:solidFill>
                  <a:schemeClr val="bg2">
                    <a:lumMod val="50000"/>
                  </a:schemeClr>
                </a:solidFill>
              </a:rPr>
              <a:t>13. AIGP MCP returns response from IRIN3 API</a:t>
            </a:r>
          </a:p>
        </p:txBody>
      </p:sp>
      <p:sp>
        <p:nvSpPr>
          <p:cNvPr id="45" name="Rectangle 44">
            <a:extLst>
              <a:ext uri="{FF2B5EF4-FFF2-40B4-BE49-F238E27FC236}">
                <a16:creationId xmlns:a16="http://schemas.microsoft.com/office/drawing/2014/main" id="{A6308606-6012-4E95-0636-60264D162DEC}"/>
              </a:ext>
            </a:extLst>
          </p:cNvPr>
          <p:cNvSpPr/>
          <p:nvPr/>
        </p:nvSpPr>
        <p:spPr>
          <a:xfrm>
            <a:off x="7972933" y="1347695"/>
            <a:ext cx="900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6" name="TextBox 45">
            <a:extLst>
              <a:ext uri="{FF2B5EF4-FFF2-40B4-BE49-F238E27FC236}">
                <a16:creationId xmlns:a16="http://schemas.microsoft.com/office/drawing/2014/main" id="{4B068B13-BFAE-8DCB-CAA7-036C9CACFB52}"/>
              </a:ext>
            </a:extLst>
          </p:cNvPr>
          <p:cNvSpPr txBox="1"/>
          <p:nvPr/>
        </p:nvSpPr>
        <p:spPr>
          <a:xfrm>
            <a:off x="7987746" y="1411434"/>
            <a:ext cx="864000" cy="216000"/>
          </a:xfrm>
          <a:prstGeom prst="rect">
            <a:avLst/>
          </a:prstGeom>
          <a:noFill/>
        </p:spPr>
        <p:txBody>
          <a:bodyPr wrap="square" rtlCol="0">
            <a:spAutoFit/>
          </a:bodyPr>
          <a:lstStyle/>
          <a:p>
            <a:pPr algn="ctr"/>
            <a:r>
              <a:rPr lang="en-SG" sz="800" noProof="0" dirty="0">
                <a:solidFill>
                  <a:sysClr val="windowText" lastClr="000000"/>
                </a:solidFill>
              </a:rPr>
              <a:t>IRIN3 ForgeRock</a:t>
            </a:r>
          </a:p>
        </p:txBody>
      </p:sp>
      <p:cxnSp>
        <p:nvCxnSpPr>
          <p:cNvPr id="47" name="Connector: Elbow 46">
            <a:extLst>
              <a:ext uri="{FF2B5EF4-FFF2-40B4-BE49-F238E27FC236}">
                <a16:creationId xmlns:a16="http://schemas.microsoft.com/office/drawing/2014/main" id="{74DDC008-D54C-37D8-173C-DB3326A05031}"/>
              </a:ext>
            </a:extLst>
          </p:cNvPr>
          <p:cNvCxnSpPr>
            <a:cxnSpLocks/>
          </p:cNvCxnSpPr>
          <p:nvPr/>
        </p:nvCxnSpPr>
        <p:spPr>
          <a:xfrm rot="16200000" flipH="1">
            <a:off x="6289766" y="2252665"/>
            <a:ext cx="720000" cy="2736000"/>
          </a:xfrm>
          <a:prstGeom prst="bentConnector2">
            <a:avLst/>
          </a:prstGeom>
          <a:ln w="3175">
            <a:headEnd type="triangle" w="med" len="med"/>
            <a:tailEnd type="none" w="med" len="med"/>
          </a:ln>
        </p:spPr>
        <p:style>
          <a:lnRef idx="2">
            <a:schemeClr val="dk1"/>
          </a:lnRef>
          <a:fillRef idx="0">
            <a:schemeClr val="dk1"/>
          </a:fillRef>
          <a:effectRef idx="1">
            <a:schemeClr val="dk1"/>
          </a:effectRef>
          <a:fontRef idx="minor">
            <a:schemeClr val="tx1"/>
          </a:fontRef>
        </p:style>
      </p:cxnSp>
      <p:cxnSp>
        <p:nvCxnSpPr>
          <p:cNvPr id="52" name="Connector: Elbow 51">
            <a:extLst>
              <a:ext uri="{FF2B5EF4-FFF2-40B4-BE49-F238E27FC236}">
                <a16:creationId xmlns:a16="http://schemas.microsoft.com/office/drawing/2014/main" id="{6A9B800D-514B-B23E-04C8-37B41D7F4F2F}"/>
              </a:ext>
            </a:extLst>
          </p:cNvPr>
          <p:cNvCxnSpPr>
            <a:cxnSpLocks/>
          </p:cNvCxnSpPr>
          <p:nvPr/>
        </p:nvCxnSpPr>
        <p:spPr>
          <a:xfrm rot="10800000">
            <a:off x="5165811" y="3275026"/>
            <a:ext cx="2844000" cy="792000"/>
          </a:xfrm>
          <a:prstGeom prst="bentConnector2">
            <a:avLst/>
          </a:prstGeom>
          <a:ln w="3175">
            <a:headEnd type="triangle" w="med" len="med"/>
            <a:tailEnd type="none" w="med" len="med"/>
          </a:ln>
        </p:spPr>
        <p:style>
          <a:lnRef idx="2">
            <a:schemeClr val="dk1"/>
          </a:lnRef>
          <a:fillRef idx="0">
            <a:schemeClr val="dk1"/>
          </a:fillRef>
          <a:effectRef idx="1">
            <a:schemeClr val="dk1"/>
          </a:effectRef>
          <a:fontRef idx="minor">
            <a:schemeClr val="tx1"/>
          </a:fontRef>
        </p:style>
      </p:cxnSp>
      <p:pic>
        <p:nvPicPr>
          <p:cNvPr id="85" name="Picture 2" descr="Secure SSO connection to Kontainer with Entra ID">
            <a:extLst>
              <a:ext uri="{FF2B5EF4-FFF2-40B4-BE49-F238E27FC236}">
                <a16:creationId xmlns:a16="http://schemas.microsoft.com/office/drawing/2014/main" id="{B96B9DF7-FFF4-994C-79AC-3D644AE4B0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1911" y="1159287"/>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86" name="TextBox 85">
            <a:extLst>
              <a:ext uri="{FF2B5EF4-FFF2-40B4-BE49-F238E27FC236}">
                <a16:creationId xmlns:a16="http://schemas.microsoft.com/office/drawing/2014/main" id="{4044C9A9-3613-4D96-116B-4BDAA9210068}"/>
              </a:ext>
            </a:extLst>
          </p:cNvPr>
          <p:cNvSpPr txBox="1"/>
          <p:nvPr/>
        </p:nvSpPr>
        <p:spPr>
          <a:xfrm>
            <a:off x="4967099" y="1535304"/>
            <a:ext cx="510076" cy="215444"/>
          </a:xfrm>
          <a:prstGeom prst="rect">
            <a:avLst/>
          </a:prstGeom>
          <a:noFill/>
        </p:spPr>
        <p:txBody>
          <a:bodyPr wrap="none" rtlCol="0">
            <a:spAutoFit/>
          </a:bodyPr>
          <a:lstStyle/>
          <a:p>
            <a:pPr algn="ctr"/>
            <a:r>
              <a:rPr lang="en-SG" sz="800" noProof="0" dirty="0"/>
              <a:t>Entra Id</a:t>
            </a:r>
          </a:p>
        </p:txBody>
      </p:sp>
      <p:cxnSp>
        <p:nvCxnSpPr>
          <p:cNvPr id="87" name="Straight Arrow Connector 86">
            <a:extLst>
              <a:ext uri="{FF2B5EF4-FFF2-40B4-BE49-F238E27FC236}">
                <a16:creationId xmlns:a16="http://schemas.microsoft.com/office/drawing/2014/main" id="{4F978201-8D19-09AE-ED4B-CD21F5C3AFCA}"/>
              </a:ext>
            </a:extLst>
          </p:cNvPr>
          <p:cNvCxnSpPr>
            <a:cxnSpLocks/>
          </p:cNvCxnSpPr>
          <p:nvPr/>
        </p:nvCxnSpPr>
        <p:spPr>
          <a:xfrm flipV="1">
            <a:off x="5174812" y="1750748"/>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89" name="Straight Arrow Connector 88">
            <a:extLst>
              <a:ext uri="{FF2B5EF4-FFF2-40B4-BE49-F238E27FC236}">
                <a16:creationId xmlns:a16="http://schemas.microsoft.com/office/drawing/2014/main" id="{AD90B9A2-0375-0FA3-16FA-ABB630BAB4A7}"/>
              </a:ext>
            </a:extLst>
          </p:cNvPr>
          <p:cNvCxnSpPr>
            <a:cxnSpLocks/>
          </p:cNvCxnSpPr>
          <p:nvPr/>
        </p:nvCxnSpPr>
        <p:spPr>
          <a:xfrm>
            <a:off x="5285437" y="1750748"/>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91" name="TextBox 90">
            <a:extLst>
              <a:ext uri="{FF2B5EF4-FFF2-40B4-BE49-F238E27FC236}">
                <a16:creationId xmlns:a16="http://schemas.microsoft.com/office/drawing/2014/main" id="{604AD43A-AE31-663F-C1C9-42569C8DA09B}"/>
              </a:ext>
            </a:extLst>
          </p:cNvPr>
          <p:cNvSpPr txBox="1"/>
          <p:nvPr/>
        </p:nvSpPr>
        <p:spPr>
          <a:xfrm>
            <a:off x="3718369" y="1865987"/>
            <a:ext cx="1559393" cy="369332"/>
          </a:xfrm>
          <a:prstGeom prst="rect">
            <a:avLst/>
          </a:prstGeom>
          <a:noFill/>
        </p:spPr>
        <p:txBody>
          <a:bodyPr wrap="square" rtlCol="0">
            <a:spAutoFit/>
          </a:bodyPr>
          <a:lstStyle/>
          <a:p>
            <a:r>
              <a:rPr lang="en-SG" sz="600" noProof="0" dirty="0">
                <a:solidFill>
                  <a:schemeClr val="bg2">
                    <a:lumMod val="50000"/>
                  </a:schemeClr>
                </a:solidFill>
              </a:rPr>
              <a:t>7. Gateway checks the signature of the Entra Token, confirms the Agent has the </a:t>
            </a:r>
            <a:r>
              <a:rPr lang="en-SG" sz="600" noProof="0" dirty="0" err="1">
                <a:solidFill>
                  <a:schemeClr val="bg2">
                    <a:lumMod val="50000"/>
                  </a:schemeClr>
                </a:solidFill>
              </a:rPr>
              <a:t>Tools.Execute</a:t>
            </a:r>
            <a:r>
              <a:rPr lang="en-SG" sz="600" noProof="0" dirty="0">
                <a:solidFill>
                  <a:schemeClr val="bg2">
                    <a:lumMod val="50000"/>
                  </a:schemeClr>
                </a:solidFill>
              </a:rPr>
              <a:t> scope</a:t>
            </a:r>
          </a:p>
        </p:txBody>
      </p:sp>
      <p:sp>
        <p:nvSpPr>
          <p:cNvPr id="99" name="TextBox 98">
            <a:extLst>
              <a:ext uri="{FF2B5EF4-FFF2-40B4-BE49-F238E27FC236}">
                <a16:creationId xmlns:a16="http://schemas.microsoft.com/office/drawing/2014/main" id="{8AB91274-B8C0-C583-7FDD-E3B8282D935A}"/>
              </a:ext>
            </a:extLst>
          </p:cNvPr>
          <p:cNvSpPr txBox="1"/>
          <p:nvPr/>
        </p:nvSpPr>
        <p:spPr>
          <a:xfrm>
            <a:off x="5284112" y="1854212"/>
            <a:ext cx="1430611" cy="646331"/>
          </a:xfrm>
          <a:prstGeom prst="rect">
            <a:avLst/>
          </a:prstGeom>
          <a:noFill/>
        </p:spPr>
        <p:txBody>
          <a:bodyPr wrap="square" rtlCol="0">
            <a:spAutoFit/>
          </a:bodyPr>
          <a:lstStyle/>
          <a:p>
            <a:r>
              <a:rPr lang="en-SG" sz="600" noProof="0" dirty="0">
                <a:solidFill>
                  <a:schemeClr val="bg2">
                    <a:lumMod val="50000"/>
                  </a:schemeClr>
                </a:solidFill>
              </a:rPr>
              <a:t>8. Ok, this gateway is trusted and has permission to act on behalf of others.</a:t>
            </a:r>
          </a:p>
          <a:p>
            <a:r>
              <a:rPr lang="en-SG" sz="600" noProof="0" dirty="0">
                <a:solidFill>
                  <a:schemeClr val="bg2">
                    <a:lumMod val="50000"/>
                  </a:schemeClr>
                </a:solidFill>
              </a:rPr>
              <a:t>Return the access token.</a:t>
            </a:r>
          </a:p>
          <a:p>
            <a:endParaRPr lang="en-SG" sz="600" noProof="0" dirty="0">
              <a:solidFill>
                <a:schemeClr val="bg2">
                  <a:lumMod val="50000"/>
                </a:schemeClr>
              </a:solidFill>
            </a:endParaRPr>
          </a:p>
          <a:p>
            <a:r>
              <a:rPr lang="en-SG" sz="600" noProof="0" dirty="0" err="1">
                <a:solidFill>
                  <a:schemeClr val="bg2">
                    <a:lumMod val="50000"/>
                  </a:schemeClr>
                </a:solidFill>
              </a:rPr>
              <a:t>aud</a:t>
            </a:r>
            <a:r>
              <a:rPr lang="en-SG" sz="600" noProof="0" dirty="0">
                <a:solidFill>
                  <a:schemeClr val="bg2">
                    <a:lumMod val="50000"/>
                  </a:schemeClr>
                </a:solidFill>
              </a:rPr>
              <a:t> : </a:t>
            </a:r>
            <a:r>
              <a:rPr lang="en-SG" sz="600" noProof="0" dirty="0" err="1">
                <a:solidFill>
                  <a:schemeClr val="bg2">
                    <a:lumMod val="50000"/>
                  </a:schemeClr>
                </a:solidFill>
              </a:rPr>
              <a:t>api</a:t>
            </a:r>
            <a:r>
              <a:rPr lang="en-SG" sz="600" noProof="0" dirty="0">
                <a:solidFill>
                  <a:schemeClr val="bg2">
                    <a:lumMod val="50000"/>
                  </a:schemeClr>
                </a:solidFill>
              </a:rPr>
              <a:t>//AIGP-MCP</a:t>
            </a:r>
          </a:p>
          <a:p>
            <a:r>
              <a:rPr lang="en-SG" sz="600" noProof="0" dirty="0">
                <a:solidFill>
                  <a:schemeClr val="bg2">
                    <a:lumMod val="50000"/>
                  </a:schemeClr>
                </a:solidFill>
              </a:rPr>
              <a:t>scope : </a:t>
            </a:r>
            <a:r>
              <a:rPr lang="en-SG" sz="600" noProof="0" dirty="0" err="1">
                <a:solidFill>
                  <a:schemeClr val="bg2">
                    <a:lumMod val="50000"/>
                  </a:schemeClr>
                </a:solidFill>
              </a:rPr>
              <a:t>Tools.Execute</a:t>
            </a:r>
            <a:endParaRPr lang="en-SG" sz="600" noProof="0" dirty="0">
              <a:solidFill>
                <a:schemeClr val="bg2">
                  <a:lumMod val="50000"/>
                </a:schemeClr>
              </a:solidFill>
            </a:endParaRPr>
          </a:p>
        </p:txBody>
      </p:sp>
      <p:sp>
        <p:nvSpPr>
          <p:cNvPr id="113" name="TextBox 112">
            <a:extLst>
              <a:ext uri="{FF2B5EF4-FFF2-40B4-BE49-F238E27FC236}">
                <a16:creationId xmlns:a16="http://schemas.microsoft.com/office/drawing/2014/main" id="{AFFC92B1-A7C0-0BE7-90FD-73B16BCC1CDC}"/>
              </a:ext>
            </a:extLst>
          </p:cNvPr>
          <p:cNvSpPr txBox="1"/>
          <p:nvPr/>
        </p:nvSpPr>
        <p:spPr>
          <a:xfrm>
            <a:off x="6916961" y="2556228"/>
            <a:ext cx="1536276" cy="276999"/>
          </a:xfrm>
          <a:prstGeom prst="rect">
            <a:avLst/>
          </a:prstGeom>
          <a:noFill/>
        </p:spPr>
        <p:txBody>
          <a:bodyPr wrap="square" rtlCol="0">
            <a:spAutoFit/>
          </a:bodyPr>
          <a:lstStyle/>
          <a:p>
            <a:r>
              <a:rPr lang="en-SG" sz="600" noProof="0" dirty="0">
                <a:solidFill>
                  <a:schemeClr val="bg2">
                    <a:lumMod val="50000"/>
                  </a:schemeClr>
                </a:solidFill>
              </a:rPr>
              <a:t>11. AIGP MCP Server presents Entra token and requests for a ForgeRock Token</a:t>
            </a:r>
          </a:p>
        </p:txBody>
      </p:sp>
      <p:sp>
        <p:nvSpPr>
          <p:cNvPr id="118" name="TextBox 117">
            <a:extLst>
              <a:ext uri="{FF2B5EF4-FFF2-40B4-BE49-F238E27FC236}">
                <a16:creationId xmlns:a16="http://schemas.microsoft.com/office/drawing/2014/main" id="{D0C47A10-CDB8-D293-B8C3-1CD960DDCED6}"/>
              </a:ext>
            </a:extLst>
          </p:cNvPr>
          <p:cNvSpPr txBox="1"/>
          <p:nvPr/>
        </p:nvSpPr>
        <p:spPr>
          <a:xfrm>
            <a:off x="8514813" y="2554424"/>
            <a:ext cx="1590870" cy="276999"/>
          </a:xfrm>
          <a:prstGeom prst="rect">
            <a:avLst/>
          </a:prstGeom>
          <a:noFill/>
        </p:spPr>
        <p:txBody>
          <a:bodyPr wrap="square" rtlCol="0">
            <a:spAutoFit/>
          </a:bodyPr>
          <a:lstStyle/>
          <a:p>
            <a:r>
              <a:rPr lang="en-SG" sz="600" noProof="0" dirty="0">
                <a:solidFill>
                  <a:schemeClr val="bg2">
                    <a:lumMod val="50000"/>
                  </a:schemeClr>
                </a:solidFill>
              </a:rPr>
              <a:t>12. ForgeRock validates agent has access to the tool/API and issues a ForgeRock Token</a:t>
            </a:r>
          </a:p>
        </p:txBody>
      </p:sp>
      <p:sp>
        <p:nvSpPr>
          <p:cNvPr id="119" name="TextBox 118">
            <a:extLst>
              <a:ext uri="{FF2B5EF4-FFF2-40B4-BE49-F238E27FC236}">
                <a16:creationId xmlns:a16="http://schemas.microsoft.com/office/drawing/2014/main" id="{7D261B52-B418-13E9-3B34-D5D07E6418D2}"/>
              </a:ext>
            </a:extLst>
          </p:cNvPr>
          <p:cNvSpPr txBox="1"/>
          <p:nvPr/>
        </p:nvSpPr>
        <p:spPr>
          <a:xfrm>
            <a:off x="7473252" y="4211568"/>
            <a:ext cx="2284287" cy="276999"/>
          </a:xfrm>
          <a:prstGeom prst="rect">
            <a:avLst/>
          </a:prstGeom>
          <a:noFill/>
        </p:spPr>
        <p:txBody>
          <a:bodyPr wrap="square" rtlCol="0">
            <a:spAutoFit/>
          </a:bodyPr>
          <a:lstStyle/>
          <a:p>
            <a:r>
              <a:rPr lang="en-SG" sz="600" noProof="0" dirty="0">
                <a:solidFill>
                  <a:schemeClr val="bg2">
                    <a:lumMod val="50000"/>
                  </a:schemeClr>
                </a:solidFill>
              </a:rPr>
              <a:t>10. AIGP MCP receives the Entra token and validates the signature and the </a:t>
            </a:r>
            <a:r>
              <a:rPr lang="en-SG" sz="600" noProof="0" dirty="0" err="1">
                <a:solidFill>
                  <a:schemeClr val="bg2">
                    <a:lumMod val="50000"/>
                  </a:schemeClr>
                </a:solidFill>
              </a:rPr>
              <a:t>aud</a:t>
            </a:r>
            <a:r>
              <a:rPr lang="en-SG" sz="600" noProof="0" dirty="0">
                <a:solidFill>
                  <a:schemeClr val="bg2">
                    <a:lumMod val="50000"/>
                  </a:schemeClr>
                </a:solidFill>
              </a:rPr>
              <a:t> against their own identity.</a:t>
            </a:r>
          </a:p>
        </p:txBody>
      </p:sp>
      <p:sp>
        <p:nvSpPr>
          <p:cNvPr id="120" name="Title 1">
            <a:extLst>
              <a:ext uri="{FF2B5EF4-FFF2-40B4-BE49-F238E27FC236}">
                <a16:creationId xmlns:a16="http://schemas.microsoft.com/office/drawing/2014/main" id="{17EF5CA1-D7AB-56EB-0922-608625D6568C}"/>
              </a:ext>
            </a:extLst>
          </p:cNvPr>
          <p:cNvSpPr txBox="1">
            <a:spLocks/>
          </p:cNvSpPr>
          <p:nvPr/>
        </p:nvSpPr>
        <p:spPr>
          <a:xfrm>
            <a:off x="1109661" y="4305490"/>
            <a:ext cx="5702439" cy="2139571"/>
          </a:xfrm>
          <a:prstGeom prst="rect">
            <a:avLst/>
          </a:prstGeom>
          <a:ln w="1905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Comprehensive Audit Trail </a:t>
            </a:r>
          </a:p>
          <a:p>
            <a:r>
              <a:rPr lang="en-SG" sz="1200" b="0" noProof="0" dirty="0">
                <a:solidFill>
                  <a:schemeClr val="tx1"/>
                </a:solidFill>
              </a:rPr>
              <a:t>AO has an Entra audit log of the Agent calling the tool. AIGP has a ForgeRock audit log of the tool calling IRIN3 API.</a:t>
            </a:r>
          </a:p>
          <a:p>
            <a:endParaRPr lang="en-SG" sz="1200" noProof="0" dirty="0"/>
          </a:p>
          <a:p>
            <a:r>
              <a:rPr lang="en-SG" sz="1200" noProof="0" dirty="0"/>
              <a:t>Blast Radius: </a:t>
            </a:r>
          </a:p>
          <a:p>
            <a:r>
              <a:rPr lang="en-SG" sz="1200" b="0" noProof="0" dirty="0">
                <a:solidFill>
                  <a:schemeClr val="tx1"/>
                </a:solidFill>
              </a:rPr>
              <a:t>If the AO Gateway’s managed identity is compromised, the attacker still needs a valid Agent Token to successfully get a ForgeRock token from the exchange endpoint.</a:t>
            </a:r>
          </a:p>
          <a:p>
            <a:endParaRPr lang="en-SG" sz="1200" noProof="0" dirty="0"/>
          </a:p>
          <a:p>
            <a:r>
              <a:rPr lang="en-SG" sz="1200" noProof="0" dirty="0"/>
              <a:t>True Just-In-Time (JIT): </a:t>
            </a:r>
          </a:p>
          <a:p>
            <a:r>
              <a:rPr lang="en-SG" sz="1200" b="0" noProof="0" dirty="0">
                <a:solidFill>
                  <a:schemeClr val="tx1"/>
                </a:solidFill>
              </a:rPr>
              <a:t>The ForgeRock token is only generated at the exact moment of the call and expires almost immediately after the MCP call finishes. If we were to do the ForgeRock token exchange from AO gateway, it wouldn’t be true Just-In-Time.</a:t>
            </a:r>
          </a:p>
        </p:txBody>
      </p:sp>
      <p:sp>
        <p:nvSpPr>
          <p:cNvPr id="127" name="Title 1">
            <a:extLst>
              <a:ext uri="{FF2B5EF4-FFF2-40B4-BE49-F238E27FC236}">
                <a16:creationId xmlns:a16="http://schemas.microsoft.com/office/drawing/2014/main" id="{38FBA9C7-75F9-D1B5-B1A6-BB081D9D9790}"/>
              </a:ext>
            </a:extLst>
          </p:cNvPr>
          <p:cNvSpPr txBox="1">
            <a:spLocks/>
          </p:cNvSpPr>
          <p:nvPr/>
        </p:nvSpPr>
        <p:spPr>
          <a:xfrm>
            <a:off x="7624611" y="4629869"/>
            <a:ext cx="2526090" cy="380777"/>
          </a:xfrm>
          <a:prstGeom prst="rect">
            <a:avLst/>
          </a:prstGeom>
          <a:ln w="1905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800" noProof="0" dirty="0"/>
              <a:t>*Assume from AO’s perspective, exact details of token validation in AIGP will be proposed by AIGP</a:t>
            </a:r>
            <a:endParaRPr lang="en-SG" sz="800" noProof="0" dirty="0">
              <a:solidFill>
                <a:schemeClr val="accent1"/>
              </a:solidFill>
            </a:endParaRPr>
          </a:p>
        </p:txBody>
      </p:sp>
      <p:sp>
        <p:nvSpPr>
          <p:cNvPr id="128" name="Rectangle 127">
            <a:extLst>
              <a:ext uri="{FF2B5EF4-FFF2-40B4-BE49-F238E27FC236}">
                <a16:creationId xmlns:a16="http://schemas.microsoft.com/office/drawing/2014/main" id="{24C367DD-688B-94FC-6A20-66882FDAAE21}"/>
              </a:ext>
            </a:extLst>
          </p:cNvPr>
          <p:cNvSpPr/>
          <p:nvPr/>
        </p:nvSpPr>
        <p:spPr>
          <a:xfrm>
            <a:off x="6958041" y="1172246"/>
            <a:ext cx="3147641" cy="3838400"/>
          </a:xfrm>
          <a:prstGeom prst="rect">
            <a:avLst/>
          </a:prstGeom>
          <a:noFill/>
          <a:ln w="12700">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cxnSp>
        <p:nvCxnSpPr>
          <p:cNvPr id="133" name="Straight Arrow Connector 132">
            <a:extLst>
              <a:ext uri="{FF2B5EF4-FFF2-40B4-BE49-F238E27FC236}">
                <a16:creationId xmlns:a16="http://schemas.microsoft.com/office/drawing/2014/main" id="{E53567A0-4D39-B4E6-9527-F2284DFD3933}"/>
              </a:ext>
            </a:extLst>
          </p:cNvPr>
          <p:cNvCxnSpPr>
            <a:cxnSpLocks/>
          </p:cNvCxnSpPr>
          <p:nvPr/>
        </p:nvCxnSpPr>
        <p:spPr>
          <a:xfrm flipV="1">
            <a:off x="8338709" y="1696254"/>
            <a:ext cx="1674" cy="2112951"/>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36" name="Straight Arrow Connector 135">
            <a:extLst>
              <a:ext uri="{FF2B5EF4-FFF2-40B4-BE49-F238E27FC236}">
                <a16:creationId xmlns:a16="http://schemas.microsoft.com/office/drawing/2014/main" id="{0D538CB5-847C-18C0-4B01-5497D2107C8C}"/>
              </a:ext>
            </a:extLst>
          </p:cNvPr>
          <p:cNvCxnSpPr>
            <a:cxnSpLocks/>
          </p:cNvCxnSpPr>
          <p:nvPr/>
        </p:nvCxnSpPr>
        <p:spPr>
          <a:xfrm flipH="1">
            <a:off x="8472059" y="1696254"/>
            <a:ext cx="1674" cy="2112951"/>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5" name="Footer Placeholder 3">
            <a:extLst>
              <a:ext uri="{FF2B5EF4-FFF2-40B4-BE49-F238E27FC236}">
                <a16:creationId xmlns:a16="http://schemas.microsoft.com/office/drawing/2014/main" id="{08C05C1F-83C8-2AAE-56CD-95BE8100A399}"/>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6" name="TextBox 5">
            <a:extLst>
              <a:ext uri="{FF2B5EF4-FFF2-40B4-BE49-F238E27FC236}">
                <a16:creationId xmlns:a16="http://schemas.microsoft.com/office/drawing/2014/main" id="{F16B89C0-EBEF-2A93-7572-5706F3A140EC}"/>
              </a:ext>
            </a:extLst>
          </p:cNvPr>
          <p:cNvSpPr txBox="1"/>
          <p:nvPr/>
        </p:nvSpPr>
        <p:spPr>
          <a:xfrm>
            <a:off x="1237433" y="384732"/>
            <a:ext cx="9836967" cy="584775"/>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 — Should the exchange for the ForgeRock access token take place in the AO Gateway or in the target service (AIGP MCP)?</a:t>
            </a:r>
            <a:endParaRPr lang="en-SG" sz="1600" b="1" noProof="0" dirty="0">
              <a:solidFill>
                <a:srgbClr val="FF0000"/>
              </a:solidFill>
              <a:latin typeface="Source Sans Pro" panose="020B0503030403020204" pitchFamily="34" charset="0"/>
              <a:ea typeface="Source Sans Pro" panose="020B0503030403020204" pitchFamily="34" charset="0"/>
            </a:endParaRPr>
          </a:p>
        </p:txBody>
      </p:sp>
      <p:pic>
        <p:nvPicPr>
          <p:cNvPr id="9" name="Picture 14" descr="Icon Of A Rounded Red Exclamation Sign In, Excitement, Caution, Beware PNG  Transparent Image and Clipart for Free Download">
            <a:extLst>
              <a:ext uri="{FF2B5EF4-FFF2-40B4-BE49-F238E27FC236}">
                <a16:creationId xmlns:a16="http://schemas.microsoft.com/office/drawing/2014/main" id="{0DE97958-A3C2-4E5A-7BE2-2C7F268DCE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1" y="433362"/>
            <a:ext cx="411626" cy="425507"/>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B2E03056-D3C6-B46C-9E8F-39B3FF157CBB}"/>
              </a:ext>
            </a:extLst>
          </p:cNvPr>
          <p:cNvCxnSpPr>
            <a:cxnSpLocks/>
            <a:stCxn id="26" idx="3"/>
            <a:endCxn id="45" idx="1"/>
          </p:cNvCxnSpPr>
          <p:nvPr/>
        </p:nvCxnSpPr>
        <p:spPr>
          <a:xfrm flipV="1">
            <a:off x="5713533" y="1521975"/>
            <a:ext cx="2259400" cy="1572290"/>
          </a:xfrm>
          <a:prstGeom prst="straightConnector1">
            <a:avLst/>
          </a:prstGeom>
          <a:ln w="3175">
            <a:solidFill>
              <a:srgbClr val="FF0000"/>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881E7218-BBC7-59BC-505F-CDAAABA93604}"/>
              </a:ext>
            </a:extLst>
          </p:cNvPr>
          <p:cNvSpPr txBox="1"/>
          <p:nvPr/>
        </p:nvSpPr>
        <p:spPr>
          <a:xfrm>
            <a:off x="6613705" y="2101600"/>
            <a:ext cx="300618" cy="215444"/>
          </a:xfrm>
          <a:prstGeom prst="rect">
            <a:avLst/>
          </a:prstGeom>
          <a:noFill/>
        </p:spPr>
        <p:txBody>
          <a:bodyPr wrap="square" rtlCol="0">
            <a:spAutoFit/>
          </a:bodyPr>
          <a:lstStyle/>
          <a:p>
            <a:pPr algn="ctr"/>
            <a:r>
              <a:rPr lang="en-SG" sz="800" noProof="0" dirty="0">
                <a:solidFill>
                  <a:srgbClr val="FF0000"/>
                </a:solidFill>
              </a:rPr>
              <a:t>?</a:t>
            </a:r>
          </a:p>
        </p:txBody>
      </p:sp>
    </p:spTree>
    <p:extLst>
      <p:ext uri="{BB962C8B-B14F-4D97-AF65-F5344CB8AC3E}">
        <p14:creationId xmlns:p14="http://schemas.microsoft.com/office/powerpoint/2010/main" val="3388833641"/>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C2F49-4DD5-27FD-4AFE-A5F9BEDF68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E6BBBE-EC7A-9326-D22B-91A112D894B1}"/>
              </a:ext>
            </a:extLst>
          </p:cNvPr>
          <p:cNvSpPr>
            <a:spLocks noGrp="1"/>
          </p:cNvSpPr>
          <p:nvPr>
            <p:ph type="sldNum" sz="quarter" idx="12"/>
          </p:nvPr>
        </p:nvSpPr>
        <p:spPr/>
        <p:txBody>
          <a:bodyPr/>
          <a:lstStyle/>
          <a:p>
            <a:fld id="{5DF5AE18-F94A-B54C-9347-4CAFB5D76058}" type="slidenum">
              <a:rPr lang="en-SG" noProof="0" smtClean="0"/>
              <a:t>10</a:t>
            </a:fld>
            <a:endParaRPr lang="en-SG" noProof="0" dirty="0"/>
          </a:p>
        </p:txBody>
      </p:sp>
      <p:sp>
        <p:nvSpPr>
          <p:cNvPr id="3" name="Title 1">
            <a:extLst>
              <a:ext uri="{FF2B5EF4-FFF2-40B4-BE49-F238E27FC236}">
                <a16:creationId xmlns:a16="http://schemas.microsoft.com/office/drawing/2014/main" id="{B739E155-3C5F-E658-52CF-30343AFCDDA1}"/>
              </a:ext>
            </a:extLst>
          </p:cNvPr>
          <p:cNvSpPr txBox="1">
            <a:spLocks/>
          </p:cNvSpPr>
          <p:nvPr/>
        </p:nvSpPr>
        <p:spPr>
          <a:xfrm>
            <a:off x="233548" y="271553"/>
            <a:ext cx="7494270" cy="365126"/>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2000" b="1" noProof="0" dirty="0">
                <a:latin typeface="+mn-lt"/>
              </a:rPr>
              <a:t>Token Exchange – Execution Phase (Synchronous – IRIN3 – No HITL)</a:t>
            </a:r>
          </a:p>
        </p:txBody>
      </p:sp>
      <p:sp>
        <p:nvSpPr>
          <p:cNvPr id="10" name="Title 1">
            <a:extLst>
              <a:ext uri="{FF2B5EF4-FFF2-40B4-BE49-F238E27FC236}">
                <a16:creationId xmlns:a16="http://schemas.microsoft.com/office/drawing/2014/main" id="{6BBFEC04-C32E-173E-856A-FB3FCAF02508}"/>
              </a:ext>
            </a:extLst>
          </p:cNvPr>
          <p:cNvSpPr txBox="1">
            <a:spLocks/>
          </p:cNvSpPr>
          <p:nvPr/>
        </p:nvSpPr>
        <p:spPr>
          <a:xfrm>
            <a:off x="8029474" y="389628"/>
            <a:ext cx="3928978" cy="4891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200" b="1" noProof="0" dirty="0">
                <a:solidFill>
                  <a:srgbClr val="FF0000"/>
                </a:solidFill>
                <a:latin typeface="Source Sans Pro" panose="020B0503030403020204" pitchFamily="34" charset="0"/>
                <a:ea typeface="Source Sans Pro" panose="020B0503030403020204" pitchFamily="34" charset="0"/>
              </a:rPr>
              <a:t>For external participants to propose an alternative flow</a:t>
            </a:r>
          </a:p>
          <a:p>
            <a:r>
              <a:rPr lang="en-US" sz="1200" b="1" dirty="0">
                <a:solidFill>
                  <a:srgbClr val="FF0000"/>
                </a:solidFill>
                <a:latin typeface="Source Sans Pro" panose="020B0503030403020204" pitchFamily="34" charset="0"/>
                <a:ea typeface="Source Sans Pro" panose="020B0503030403020204" pitchFamily="34" charset="0"/>
              </a:rPr>
              <a:t>(if any)</a:t>
            </a:r>
            <a:endParaRPr lang="en-SG" sz="1200" b="1" noProof="0" dirty="0">
              <a:solidFill>
                <a:srgbClr val="FF0000"/>
              </a:solidFill>
              <a:latin typeface="Source Sans Pro" panose="020B0503030403020204" pitchFamily="34" charset="0"/>
              <a:ea typeface="Source Sans Pro" panose="020B0503030403020204" pitchFamily="34" charset="0"/>
            </a:endParaRPr>
          </a:p>
        </p:txBody>
      </p:sp>
      <p:sp>
        <p:nvSpPr>
          <p:cNvPr id="11" name="TextBox 10">
            <a:extLst>
              <a:ext uri="{FF2B5EF4-FFF2-40B4-BE49-F238E27FC236}">
                <a16:creationId xmlns:a16="http://schemas.microsoft.com/office/drawing/2014/main" id="{73BC8601-4C8B-680B-D9F9-609C6D3F29DB}"/>
              </a:ext>
            </a:extLst>
          </p:cNvPr>
          <p:cNvSpPr txBox="1"/>
          <p:nvPr/>
        </p:nvSpPr>
        <p:spPr>
          <a:xfrm>
            <a:off x="8029474" y="10227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12" name="Picture 14" descr="Icon Of A Rounded Red Exclamation Sign In, Excitement, Caution, Beware PNG  Transparent Image and Clipart for Free Download">
            <a:extLst>
              <a:ext uri="{FF2B5EF4-FFF2-40B4-BE49-F238E27FC236}">
                <a16:creationId xmlns:a16="http://schemas.microsoft.com/office/drawing/2014/main" id="{4EB618A4-3B28-68D8-6529-9C02D55A9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1529" y="120102"/>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4651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C6164-7BEC-3806-40A0-AF7B916CBD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4EF65-A896-A263-3748-062B7AF5553A}"/>
              </a:ext>
            </a:extLst>
          </p:cNvPr>
          <p:cNvSpPr>
            <a:spLocks noGrp="1"/>
          </p:cNvSpPr>
          <p:nvPr>
            <p:ph type="title"/>
          </p:nvPr>
        </p:nvSpPr>
        <p:spPr>
          <a:xfrm>
            <a:off x="838200" y="85507"/>
            <a:ext cx="10515600" cy="425507"/>
          </a:xfrm>
        </p:spPr>
        <p:txBody>
          <a:bodyPr>
            <a:normAutofit/>
          </a:bodyPr>
          <a:lstStyle/>
          <a:p>
            <a:r>
              <a:rPr lang="en-SG" sz="2000" noProof="0" dirty="0"/>
              <a:t>Token Exchange – Execution Phase (Synchronous – IRIN3 – HITL)</a:t>
            </a:r>
          </a:p>
        </p:txBody>
      </p:sp>
      <p:sp>
        <p:nvSpPr>
          <p:cNvPr id="4" name="Slide Number Placeholder 3">
            <a:extLst>
              <a:ext uri="{FF2B5EF4-FFF2-40B4-BE49-F238E27FC236}">
                <a16:creationId xmlns:a16="http://schemas.microsoft.com/office/drawing/2014/main" id="{B12014A9-EE59-AFD4-BE14-E5874B334117}"/>
              </a:ext>
            </a:extLst>
          </p:cNvPr>
          <p:cNvSpPr>
            <a:spLocks noGrp="1"/>
          </p:cNvSpPr>
          <p:nvPr>
            <p:ph type="sldNum" sz="quarter" idx="12"/>
          </p:nvPr>
        </p:nvSpPr>
        <p:spPr/>
        <p:txBody>
          <a:bodyPr/>
          <a:lstStyle/>
          <a:p>
            <a:fld id="{5DF5AE18-F94A-B54C-9347-4CAFB5D76058}" type="slidenum">
              <a:rPr lang="en-SG" noProof="0" smtClean="0"/>
              <a:pPr/>
              <a:t>11</a:t>
            </a:fld>
            <a:endParaRPr lang="en-SG" noProof="0" dirty="0"/>
          </a:p>
        </p:txBody>
      </p:sp>
      <p:sp>
        <p:nvSpPr>
          <p:cNvPr id="16" name="Rectangle 15">
            <a:extLst>
              <a:ext uri="{FF2B5EF4-FFF2-40B4-BE49-F238E27FC236}">
                <a16:creationId xmlns:a16="http://schemas.microsoft.com/office/drawing/2014/main" id="{90E499FE-BEEC-ED5B-4B95-411E6DC96FCB}"/>
              </a:ext>
            </a:extLst>
          </p:cNvPr>
          <p:cNvSpPr/>
          <p:nvPr/>
        </p:nvSpPr>
        <p:spPr>
          <a:xfrm>
            <a:off x="1000382" y="1689722"/>
            <a:ext cx="10074018" cy="4861707"/>
          </a:xfrm>
          <a:prstGeom prst="rect">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7" name="TextBox 16">
            <a:extLst>
              <a:ext uri="{FF2B5EF4-FFF2-40B4-BE49-F238E27FC236}">
                <a16:creationId xmlns:a16="http://schemas.microsoft.com/office/drawing/2014/main" id="{2461AC89-B08C-3409-CC2D-DF207F5EF542}"/>
              </a:ext>
            </a:extLst>
          </p:cNvPr>
          <p:cNvSpPr txBox="1"/>
          <p:nvPr/>
        </p:nvSpPr>
        <p:spPr>
          <a:xfrm>
            <a:off x="1027008" y="1735964"/>
            <a:ext cx="2121093" cy="400110"/>
          </a:xfrm>
          <a:prstGeom prst="rect">
            <a:avLst/>
          </a:prstGeom>
          <a:noFill/>
        </p:spPr>
        <p:txBody>
          <a:bodyPr wrap="none" rtlCol="0">
            <a:spAutoFit/>
          </a:bodyPr>
          <a:lstStyle/>
          <a:p>
            <a:r>
              <a:rPr lang="en-SG" sz="1000" b="1" noProof="0" dirty="0">
                <a:solidFill>
                  <a:schemeClr val="accent1"/>
                </a:solidFill>
              </a:rPr>
              <a:t>EXECUTION PHASE </a:t>
            </a:r>
          </a:p>
          <a:p>
            <a:r>
              <a:rPr lang="en-SG" sz="1000" b="1" noProof="0" dirty="0">
                <a:solidFill>
                  <a:schemeClr val="accent1"/>
                </a:solidFill>
              </a:rPr>
              <a:t>Synchronous Tool Call – IRIN3 – HITL</a:t>
            </a:r>
          </a:p>
        </p:txBody>
      </p:sp>
      <p:sp>
        <p:nvSpPr>
          <p:cNvPr id="70" name="Rectangle 69">
            <a:extLst>
              <a:ext uri="{FF2B5EF4-FFF2-40B4-BE49-F238E27FC236}">
                <a16:creationId xmlns:a16="http://schemas.microsoft.com/office/drawing/2014/main" id="{3EA9F486-12AE-DC24-635A-16CB566032B3}"/>
              </a:ext>
            </a:extLst>
          </p:cNvPr>
          <p:cNvSpPr/>
          <p:nvPr/>
        </p:nvSpPr>
        <p:spPr>
          <a:xfrm>
            <a:off x="2426256" y="2861262"/>
            <a:ext cx="864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71" name="TextBox 70">
            <a:extLst>
              <a:ext uri="{FF2B5EF4-FFF2-40B4-BE49-F238E27FC236}">
                <a16:creationId xmlns:a16="http://schemas.microsoft.com/office/drawing/2014/main" id="{DB4D6D1D-8E5B-7468-3F5A-CADA60A53A82}"/>
              </a:ext>
            </a:extLst>
          </p:cNvPr>
          <p:cNvSpPr txBox="1"/>
          <p:nvPr/>
        </p:nvSpPr>
        <p:spPr>
          <a:xfrm>
            <a:off x="2603843" y="2874095"/>
            <a:ext cx="542024" cy="215444"/>
          </a:xfrm>
          <a:prstGeom prst="rect">
            <a:avLst/>
          </a:prstGeom>
          <a:noFill/>
        </p:spPr>
        <p:txBody>
          <a:bodyPr wrap="square" rtlCol="0">
            <a:spAutoFit/>
          </a:bodyPr>
          <a:lstStyle/>
          <a:p>
            <a:r>
              <a:rPr lang="en-SG" sz="800" noProof="0" dirty="0">
                <a:solidFill>
                  <a:sysClr val="windowText" lastClr="000000"/>
                </a:solidFill>
              </a:rPr>
              <a:t>Agent A</a:t>
            </a:r>
          </a:p>
        </p:txBody>
      </p:sp>
      <p:sp>
        <p:nvSpPr>
          <p:cNvPr id="72" name="TextBox 71">
            <a:extLst>
              <a:ext uri="{FF2B5EF4-FFF2-40B4-BE49-F238E27FC236}">
                <a16:creationId xmlns:a16="http://schemas.microsoft.com/office/drawing/2014/main" id="{7A4526F1-BA09-26A0-E1CB-834800059ED5}"/>
              </a:ext>
            </a:extLst>
          </p:cNvPr>
          <p:cNvSpPr txBox="1"/>
          <p:nvPr/>
        </p:nvSpPr>
        <p:spPr>
          <a:xfrm>
            <a:off x="2529028" y="3004068"/>
            <a:ext cx="635110" cy="184666"/>
          </a:xfrm>
          <a:prstGeom prst="rect">
            <a:avLst/>
          </a:prstGeom>
          <a:noFill/>
        </p:spPr>
        <p:txBody>
          <a:bodyPr wrap="none" rtlCol="0">
            <a:spAutoFit/>
          </a:bodyPr>
          <a:lstStyle/>
          <a:p>
            <a:r>
              <a:rPr lang="en-SG" sz="600" noProof="0" dirty="0">
                <a:solidFill>
                  <a:schemeClr val="bg2">
                    <a:lumMod val="50000"/>
                  </a:schemeClr>
                </a:solidFill>
              </a:rPr>
              <a:t>Container App</a:t>
            </a:r>
          </a:p>
        </p:txBody>
      </p:sp>
      <p:pic>
        <p:nvPicPr>
          <p:cNvPr id="75" name="Picture 2" descr="Secure SSO connection to Kontainer with Entra ID">
            <a:extLst>
              <a:ext uri="{FF2B5EF4-FFF2-40B4-BE49-F238E27FC236}">
                <a16:creationId xmlns:a16="http://schemas.microsoft.com/office/drawing/2014/main" id="{4F873A51-0501-3EA8-E2C8-F138DBA6E9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6318" y="2039606"/>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a:extLst>
              <a:ext uri="{FF2B5EF4-FFF2-40B4-BE49-F238E27FC236}">
                <a16:creationId xmlns:a16="http://schemas.microsoft.com/office/drawing/2014/main" id="{3FB7E5BE-A65D-B64D-F079-8E193A31CB2D}"/>
              </a:ext>
            </a:extLst>
          </p:cNvPr>
          <p:cNvSpPr txBox="1"/>
          <p:nvPr/>
        </p:nvSpPr>
        <p:spPr>
          <a:xfrm>
            <a:off x="4911506" y="2415623"/>
            <a:ext cx="510076" cy="215444"/>
          </a:xfrm>
          <a:prstGeom prst="rect">
            <a:avLst/>
          </a:prstGeom>
          <a:noFill/>
        </p:spPr>
        <p:txBody>
          <a:bodyPr wrap="none" rtlCol="0">
            <a:spAutoFit/>
          </a:bodyPr>
          <a:lstStyle/>
          <a:p>
            <a:pPr algn="ctr"/>
            <a:r>
              <a:rPr lang="en-SG" sz="800" noProof="0" dirty="0"/>
              <a:t>Entra Id</a:t>
            </a:r>
          </a:p>
        </p:txBody>
      </p:sp>
      <p:cxnSp>
        <p:nvCxnSpPr>
          <p:cNvPr id="78" name="Straight Arrow Connector 77">
            <a:extLst>
              <a:ext uri="{FF2B5EF4-FFF2-40B4-BE49-F238E27FC236}">
                <a16:creationId xmlns:a16="http://schemas.microsoft.com/office/drawing/2014/main" id="{6C5E6F5F-8B37-EE7B-BD06-AA3052715D35}"/>
              </a:ext>
            </a:extLst>
          </p:cNvPr>
          <p:cNvCxnSpPr>
            <a:cxnSpLocks/>
          </p:cNvCxnSpPr>
          <p:nvPr/>
        </p:nvCxnSpPr>
        <p:spPr>
          <a:xfrm flipV="1">
            <a:off x="5119219" y="2631067"/>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6C9425F4-215B-76EE-01BE-32B715878B52}"/>
              </a:ext>
            </a:extLst>
          </p:cNvPr>
          <p:cNvCxnSpPr>
            <a:cxnSpLocks/>
          </p:cNvCxnSpPr>
          <p:nvPr/>
        </p:nvCxnSpPr>
        <p:spPr>
          <a:xfrm>
            <a:off x="5210594" y="2631067"/>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83" name="Rectangle 82">
            <a:extLst>
              <a:ext uri="{FF2B5EF4-FFF2-40B4-BE49-F238E27FC236}">
                <a16:creationId xmlns:a16="http://schemas.microsoft.com/office/drawing/2014/main" id="{874EF966-B951-C8A2-6649-1FDED7B921FC}"/>
              </a:ext>
            </a:extLst>
          </p:cNvPr>
          <p:cNvSpPr/>
          <p:nvPr/>
        </p:nvSpPr>
        <p:spPr>
          <a:xfrm>
            <a:off x="4827011" y="3784129"/>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4" name="TextBox 83">
            <a:extLst>
              <a:ext uri="{FF2B5EF4-FFF2-40B4-BE49-F238E27FC236}">
                <a16:creationId xmlns:a16="http://schemas.microsoft.com/office/drawing/2014/main" id="{FC727943-59C1-4803-617E-CBCCC6DB4F97}"/>
              </a:ext>
            </a:extLst>
          </p:cNvPr>
          <p:cNvSpPr txBox="1"/>
          <p:nvPr/>
        </p:nvSpPr>
        <p:spPr>
          <a:xfrm>
            <a:off x="4827008" y="3847868"/>
            <a:ext cx="792000" cy="215444"/>
          </a:xfrm>
          <a:prstGeom prst="rect">
            <a:avLst/>
          </a:prstGeom>
          <a:noFill/>
        </p:spPr>
        <p:txBody>
          <a:bodyPr wrap="square" rtlCol="0">
            <a:spAutoFit/>
          </a:bodyPr>
          <a:lstStyle/>
          <a:p>
            <a:pPr algn="ctr"/>
            <a:r>
              <a:rPr lang="en-SG" sz="800" noProof="0" dirty="0">
                <a:solidFill>
                  <a:sysClr val="windowText" lastClr="000000"/>
                </a:solidFill>
              </a:rPr>
              <a:t>AO Gateway </a:t>
            </a:r>
          </a:p>
        </p:txBody>
      </p:sp>
      <p:sp>
        <p:nvSpPr>
          <p:cNvPr id="88" name="TextBox 87">
            <a:extLst>
              <a:ext uri="{FF2B5EF4-FFF2-40B4-BE49-F238E27FC236}">
                <a16:creationId xmlns:a16="http://schemas.microsoft.com/office/drawing/2014/main" id="{E4BCBDBF-8D1F-5B06-A4A2-94A66812512F}"/>
              </a:ext>
            </a:extLst>
          </p:cNvPr>
          <p:cNvSpPr txBox="1"/>
          <p:nvPr/>
        </p:nvSpPr>
        <p:spPr>
          <a:xfrm>
            <a:off x="3065984" y="3694487"/>
            <a:ext cx="1620000" cy="369332"/>
          </a:xfrm>
          <a:prstGeom prst="rect">
            <a:avLst/>
          </a:prstGeom>
          <a:noFill/>
        </p:spPr>
        <p:txBody>
          <a:bodyPr wrap="square" rtlCol="0">
            <a:spAutoFit/>
          </a:bodyPr>
          <a:lstStyle/>
          <a:p>
            <a:r>
              <a:rPr lang="en-SG" sz="600" noProof="0" dirty="0">
                <a:solidFill>
                  <a:schemeClr val="bg2">
                    <a:lumMod val="50000"/>
                  </a:schemeClr>
                </a:solidFill>
              </a:rPr>
              <a:t>6. Hey gateway, I want to call this tool A within AIGP MCP, here’s my discovery token!</a:t>
            </a:r>
          </a:p>
        </p:txBody>
      </p:sp>
      <p:sp>
        <p:nvSpPr>
          <p:cNvPr id="93" name="TextBox 92">
            <a:extLst>
              <a:ext uri="{FF2B5EF4-FFF2-40B4-BE49-F238E27FC236}">
                <a16:creationId xmlns:a16="http://schemas.microsoft.com/office/drawing/2014/main" id="{55004972-047D-24F3-991B-E59598036010}"/>
              </a:ext>
            </a:extLst>
          </p:cNvPr>
          <p:cNvSpPr txBox="1"/>
          <p:nvPr/>
        </p:nvSpPr>
        <p:spPr>
          <a:xfrm>
            <a:off x="2862947" y="5228067"/>
            <a:ext cx="1831547" cy="276999"/>
          </a:xfrm>
          <a:prstGeom prst="rect">
            <a:avLst/>
          </a:prstGeom>
          <a:noFill/>
        </p:spPr>
        <p:txBody>
          <a:bodyPr wrap="square" rtlCol="0">
            <a:spAutoFit/>
          </a:bodyPr>
          <a:lstStyle/>
          <a:p>
            <a:r>
              <a:rPr lang="en-SG" sz="600" noProof="0" dirty="0">
                <a:solidFill>
                  <a:schemeClr val="bg2">
                    <a:lumMod val="50000"/>
                  </a:schemeClr>
                </a:solidFill>
              </a:rPr>
              <a:t>7. I’ve checked the policy, </a:t>
            </a:r>
            <a:r>
              <a:rPr lang="en-SG" sz="600" noProof="0" dirty="0">
                <a:solidFill>
                  <a:srgbClr val="FF0000"/>
                </a:solidFill>
              </a:rPr>
              <a:t>HITL is required</a:t>
            </a:r>
            <a:r>
              <a:rPr lang="en-SG" sz="600" noProof="0" dirty="0"/>
              <a:t> </a:t>
            </a:r>
            <a:r>
              <a:rPr lang="en-SG" sz="600" noProof="0" dirty="0">
                <a:solidFill>
                  <a:schemeClr val="bg2">
                    <a:lumMod val="50000"/>
                  </a:schemeClr>
                </a:solidFill>
              </a:rPr>
              <a:t>for this tool call. Please release your agent and resume later.</a:t>
            </a:r>
          </a:p>
        </p:txBody>
      </p:sp>
      <p:sp>
        <p:nvSpPr>
          <p:cNvPr id="94" name="TextBox 93">
            <a:extLst>
              <a:ext uri="{FF2B5EF4-FFF2-40B4-BE49-F238E27FC236}">
                <a16:creationId xmlns:a16="http://schemas.microsoft.com/office/drawing/2014/main" id="{1234F170-F5AD-80E6-A946-54F888D5A98E}"/>
              </a:ext>
            </a:extLst>
          </p:cNvPr>
          <p:cNvSpPr txBox="1"/>
          <p:nvPr/>
        </p:nvSpPr>
        <p:spPr>
          <a:xfrm>
            <a:off x="5249093" y="2728598"/>
            <a:ext cx="1430611" cy="646331"/>
          </a:xfrm>
          <a:prstGeom prst="rect">
            <a:avLst/>
          </a:prstGeom>
          <a:noFill/>
        </p:spPr>
        <p:txBody>
          <a:bodyPr wrap="square" rtlCol="0">
            <a:spAutoFit/>
          </a:bodyPr>
          <a:lstStyle/>
          <a:p>
            <a:r>
              <a:rPr lang="en-SG" sz="600" noProof="0" dirty="0">
                <a:solidFill>
                  <a:schemeClr val="bg2">
                    <a:lumMod val="50000"/>
                  </a:schemeClr>
                </a:solidFill>
              </a:rPr>
              <a:t>10. Ok, this gateway is trusted and has permission to act on behalf of others.</a:t>
            </a:r>
          </a:p>
          <a:p>
            <a:r>
              <a:rPr lang="en-SG" sz="600" noProof="0" dirty="0">
                <a:solidFill>
                  <a:schemeClr val="bg2">
                    <a:lumMod val="50000"/>
                  </a:schemeClr>
                </a:solidFill>
              </a:rPr>
              <a:t>Return the access token.</a:t>
            </a:r>
          </a:p>
          <a:p>
            <a:endParaRPr lang="en-SG" sz="600" noProof="0" dirty="0">
              <a:solidFill>
                <a:schemeClr val="bg2">
                  <a:lumMod val="50000"/>
                </a:schemeClr>
              </a:solidFill>
            </a:endParaRPr>
          </a:p>
          <a:p>
            <a:r>
              <a:rPr lang="en-SG" sz="600" noProof="0" dirty="0" err="1">
                <a:solidFill>
                  <a:schemeClr val="bg2">
                    <a:lumMod val="50000"/>
                  </a:schemeClr>
                </a:solidFill>
              </a:rPr>
              <a:t>aud</a:t>
            </a:r>
            <a:r>
              <a:rPr lang="en-SG" sz="600" noProof="0" dirty="0">
                <a:solidFill>
                  <a:schemeClr val="bg2">
                    <a:lumMod val="50000"/>
                  </a:schemeClr>
                </a:solidFill>
              </a:rPr>
              <a:t> : </a:t>
            </a:r>
            <a:r>
              <a:rPr lang="en-SG" sz="600" noProof="0" dirty="0" err="1">
                <a:solidFill>
                  <a:schemeClr val="bg2">
                    <a:lumMod val="50000"/>
                  </a:schemeClr>
                </a:solidFill>
              </a:rPr>
              <a:t>api</a:t>
            </a:r>
            <a:r>
              <a:rPr lang="en-SG" sz="600" noProof="0" dirty="0">
                <a:solidFill>
                  <a:schemeClr val="bg2">
                    <a:lumMod val="50000"/>
                  </a:schemeClr>
                </a:solidFill>
              </a:rPr>
              <a:t>//AIGP-MCP</a:t>
            </a:r>
          </a:p>
          <a:p>
            <a:r>
              <a:rPr lang="en-SG" sz="600" noProof="0" dirty="0">
                <a:solidFill>
                  <a:schemeClr val="bg2">
                    <a:lumMod val="50000"/>
                  </a:schemeClr>
                </a:solidFill>
              </a:rPr>
              <a:t>scope : </a:t>
            </a:r>
            <a:r>
              <a:rPr lang="en-SG" sz="600" noProof="0" dirty="0" err="1">
                <a:solidFill>
                  <a:schemeClr val="bg2">
                    <a:lumMod val="50000"/>
                  </a:schemeClr>
                </a:solidFill>
              </a:rPr>
              <a:t>Tools.Execute</a:t>
            </a:r>
            <a:endParaRPr lang="en-SG" sz="600" noProof="0" dirty="0">
              <a:solidFill>
                <a:schemeClr val="bg2">
                  <a:lumMod val="50000"/>
                </a:schemeClr>
              </a:solidFill>
            </a:endParaRPr>
          </a:p>
        </p:txBody>
      </p:sp>
      <p:sp>
        <p:nvSpPr>
          <p:cNvPr id="95" name="Rectangle 94">
            <a:extLst>
              <a:ext uri="{FF2B5EF4-FFF2-40B4-BE49-F238E27FC236}">
                <a16:creationId xmlns:a16="http://schemas.microsoft.com/office/drawing/2014/main" id="{93DE714F-71E0-B3A1-BF0B-C5BE1B41B988}"/>
              </a:ext>
            </a:extLst>
          </p:cNvPr>
          <p:cNvSpPr/>
          <p:nvPr/>
        </p:nvSpPr>
        <p:spPr>
          <a:xfrm>
            <a:off x="6884463" y="3784129"/>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96" name="TextBox 95">
            <a:extLst>
              <a:ext uri="{FF2B5EF4-FFF2-40B4-BE49-F238E27FC236}">
                <a16:creationId xmlns:a16="http://schemas.microsoft.com/office/drawing/2014/main" id="{6FFA24B1-1AD3-3AE2-21AF-4DC033200BCB}"/>
              </a:ext>
            </a:extLst>
          </p:cNvPr>
          <p:cNvSpPr txBox="1"/>
          <p:nvPr/>
        </p:nvSpPr>
        <p:spPr>
          <a:xfrm>
            <a:off x="6884460" y="3847868"/>
            <a:ext cx="792000" cy="215444"/>
          </a:xfrm>
          <a:prstGeom prst="rect">
            <a:avLst/>
          </a:prstGeom>
          <a:noFill/>
        </p:spPr>
        <p:txBody>
          <a:bodyPr wrap="square" rtlCol="0">
            <a:spAutoFit/>
          </a:bodyPr>
          <a:lstStyle/>
          <a:p>
            <a:pPr algn="ctr"/>
            <a:r>
              <a:rPr lang="en-SG" sz="800" noProof="0" dirty="0">
                <a:solidFill>
                  <a:sysClr val="windowText" lastClr="000000"/>
                </a:solidFill>
              </a:rPr>
              <a:t>AIGP MCP</a:t>
            </a:r>
          </a:p>
        </p:txBody>
      </p:sp>
      <p:cxnSp>
        <p:nvCxnSpPr>
          <p:cNvPr id="97" name="Straight Arrow Connector 96">
            <a:extLst>
              <a:ext uri="{FF2B5EF4-FFF2-40B4-BE49-F238E27FC236}">
                <a16:creationId xmlns:a16="http://schemas.microsoft.com/office/drawing/2014/main" id="{E5F0649A-2A22-DB62-8074-5C9A8F5D187C}"/>
              </a:ext>
            </a:extLst>
          </p:cNvPr>
          <p:cNvCxnSpPr>
            <a:cxnSpLocks/>
          </p:cNvCxnSpPr>
          <p:nvPr/>
        </p:nvCxnSpPr>
        <p:spPr>
          <a:xfrm flipV="1">
            <a:off x="5639742" y="3869230"/>
            <a:ext cx="1224000"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0" name="TextBox 99">
            <a:extLst>
              <a:ext uri="{FF2B5EF4-FFF2-40B4-BE49-F238E27FC236}">
                <a16:creationId xmlns:a16="http://schemas.microsoft.com/office/drawing/2014/main" id="{6E1E0EB5-FF20-61DA-0F98-8A839043E946}"/>
              </a:ext>
            </a:extLst>
          </p:cNvPr>
          <p:cNvSpPr txBox="1"/>
          <p:nvPr/>
        </p:nvSpPr>
        <p:spPr>
          <a:xfrm>
            <a:off x="5576847" y="3624244"/>
            <a:ext cx="1311567" cy="184666"/>
          </a:xfrm>
          <a:prstGeom prst="rect">
            <a:avLst/>
          </a:prstGeom>
          <a:noFill/>
        </p:spPr>
        <p:txBody>
          <a:bodyPr wrap="square" rtlCol="0">
            <a:spAutoFit/>
          </a:bodyPr>
          <a:lstStyle/>
          <a:p>
            <a:r>
              <a:rPr lang="en-SG" sz="600" noProof="0" dirty="0">
                <a:solidFill>
                  <a:schemeClr val="bg2">
                    <a:lumMod val="50000"/>
                  </a:schemeClr>
                </a:solidFill>
              </a:rPr>
              <a:t>11. pass-through request to AIGP</a:t>
            </a:r>
          </a:p>
        </p:txBody>
      </p:sp>
      <p:sp>
        <p:nvSpPr>
          <p:cNvPr id="9" name="TextBox 8">
            <a:extLst>
              <a:ext uri="{FF2B5EF4-FFF2-40B4-BE49-F238E27FC236}">
                <a16:creationId xmlns:a16="http://schemas.microsoft.com/office/drawing/2014/main" id="{B4CFB9EF-B81A-2214-FE7B-F671FFC3B8E6}"/>
              </a:ext>
            </a:extLst>
          </p:cNvPr>
          <p:cNvSpPr txBox="1"/>
          <p:nvPr/>
        </p:nvSpPr>
        <p:spPr>
          <a:xfrm>
            <a:off x="5684805" y="4024638"/>
            <a:ext cx="1063717" cy="276999"/>
          </a:xfrm>
          <a:prstGeom prst="rect">
            <a:avLst/>
          </a:prstGeom>
          <a:noFill/>
        </p:spPr>
        <p:txBody>
          <a:bodyPr wrap="square" rtlCol="0">
            <a:spAutoFit/>
          </a:bodyPr>
          <a:lstStyle/>
          <a:p>
            <a:r>
              <a:rPr lang="en-SG" sz="600" noProof="0" dirty="0">
                <a:solidFill>
                  <a:schemeClr val="bg2">
                    <a:lumMod val="50000"/>
                  </a:schemeClr>
                </a:solidFill>
              </a:rPr>
              <a:t>14. AIGP returns response from IRIN3 API</a:t>
            </a:r>
          </a:p>
        </p:txBody>
      </p:sp>
      <p:cxnSp>
        <p:nvCxnSpPr>
          <p:cNvPr id="12" name="Straight Arrow Connector 11">
            <a:extLst>
              <a:ext uri="{FF2B5EF4-FFF2-40B4-BE49-F238E27FC236}">
                <a16:creationId xmlns:a16="http://schemas.microsoft.com/office/drawing/2014/main" id="{F9EDABC0-E5FC-4A8C-FCE0-AB0458A1D024}"/>
              </a:ext>
            </a:extLst>
          </p:cNvPr>
          <p:cNvCxnSpPr>
            <a:cxnSpLocks/>
          </p:cNvCxnSpPr>
          <p:nvPr/>
        </p:nvCxnSpPr>
        <p:spPr>
          <a:xfrm flipH="1">
            <a:off x="5639742" y="4016550"/>
            <a:ext cx="1224000"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7458375F-1148-3466-32F6-81313A332964}"/>
              </a:ext>
            </a:extLst>
          </p:cNvPr>
          <p:cNvSpPr/>
          <p:nvPr/>
        </p:nvSpPr>
        <p:spPr>
          <a:xfrm>
            <a:off x="3353295" y="5910587"/>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4" name="TextBox 13">
            <a:extLst>
              <a:ext uri="{FF2B5EF4-FFF2-40B4-BE49-F238E27FC236}">
                <a16:creationId xmlns:a16="http://schemas.microsoft.com/office/drawing/2014/main" id="{8868754A-FA9B-A248-C935-CD5E6B2FF821}"/>
              </a:ext>
            </a:extLst>
          </p:cNvPr>
          <p:cNvSpPr txBox="1"/>
          <p:nvPr/>
        </p:nvSpPr>
        <p:spPr>
          <a:xfrm>
            <a:off x="3363611" y="5914243"/>
            <a:ext cx="792000" cy="338554"/>
          </a:xfrm>
          <a:prstGeom prst="rect">
            <a:avLst/>
          </a:prstGeom>
          <a:noFill/>
        </p:spPr>
        <p:txBody>
          <a:bodyPr wrap="square" rtlCol="0">
            <a:spAutoFit/>
          </a:bodyPr>
          <a:lstStyle/>
          <a:p>
            <a:pPr algn="ctr"/>
            <a:r>
              <a:rPr lang="en-SG" sz="800" noProof="0" dirty="0">
                <a:solidFill>
                  <a:sysClr val="windowText" lastClr="000000"/>
                </a:solidFill>
              </a:rPr>
              <a:t>AO Approval Queue/DB</a:t>
            </a:r>
          </a:p>
        </p:txBody>
      </p:sp>
      <p:cxnSp>
        <p:nvCxnSpPr>
          <p:cNvPr id="15" name="Connector: Elbow 14">
            <a:extLst>
              <a:ext uri="{FF2B5EF4-FFF2-40B4-BE49-F238E27FC236}">
                <a16:creationId xmlns:a16="http://schemas.microsoft.com/office/drawing/2014/main" id="{546D36E0-5E88-9726-B828-52916F75B077}"/>
              </a:ext>
            </a:extLst>
          </p:cNvPr>
          <p:cNvCxnSpPr>
            <a:cxnSpLocks/>
            <a:stCxn id="83" idx="2"/>
            <a:endCxn id="14" idx="3"/>
          </p:cNvCxnSpPr>
          <p:nvPr/>
        </p:nvCxnSpPr>
        <p:spPr>
          <a:xfrm rot="5400000">
            <a:off x="3776494" y="4511805"/>
            <a:ext cx="1836000" cy="1077766"/>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22" name="Connector: Elbow 21">
            <a:extLst>
              <a:ext uri="{FF2B5EF4-FFF2-40B4-BE49-F238E27FC236}">
                <a16:creationId xmlns:a16="http://schemas.microsoft.com/office/drawing/2014/main" id="{6EB60381-EAEE-4BE5-E173-15EEA9967684}"/>
              </a:ext>
            </a:extLst>
          </p:cNvPr>
          <p:cNvCxnSpPr>
            <a:cxnSpLocks/>
            <a:stCxn id="70" idx="2"/>
            <a:endCxn id="84" idx="1"/>
          </p:cNvCxnSpPr>
          <p:nvPr/>
        </p:nvCxnSpPr>
        <p:spPr>
          <a:xfrm rot="16200000" flipH="1">
            <a:off x="3469748" y="2598329"/>
            <a:ext cx="745769" cy="1968752"/>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29" name="Rectangle 28">
            <a:extLst>
              <a:ext uri="{FF2B5EF4-FFF2-40B4-BE49-F238E27FC236}">
                <a16:creationId xmlns:a16="http://schemas.microsoft.com/office/drawing/2014/main" id="{EB0842EE-F38F-66AA-2E88-E65538622AFB}"/>
              </a:ext>
            </a:extLst>
          </p:cNvPr>
          <p:cNvSpPr/>
          <p:nvPr/>
        </p:nvSpPr>
        <p:spPr>
          <a:xfrm>
            <a:off x="2355613" y="4683361"/>
            <a:ext cx="1046216" cy="34292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0" name="TextBox 29">
            <a:extLst>
              <a:ext uri="{FF2B5EF4-FFF2-40B4-BE49-F238E27FC236}">
                <a16:creationId xmlns:a16="http://schemas.microsoft.com/office/drawing/2014/main" id="{419C9B80-2D6F-255E-C08A-684A774ADD11}"/>
              </a:ext>
            </a:extLst>
          </p:cNvPr>
          <p:cNvSpPr txBox="1"/>
          <p:nvPr/>
        </p:nvSpPr>
        <p:spPr>
          <a:xfrm>
            <a:off x="2355611" y="4683361"/>
            <a:ext cx="1008000" cy="324000"/>
          </a:xfrm>
          <a:prstGeom prst="rect">
            <a:avLst/>
          </a:prstGeom>
          <a:noFill/>
        </p:spPr>
        <p:txBody>
          <a:bodyPr wrap="square" rtlCol="0">
            <a:spAutoFit/>
          </a:bodyPr>
          <a:lstStyle/>
          <a:p>
            <a:pPr algn="ctr"/>
            <a:r>
              <a:rPr lang="en-SG" sz="800" noProof="0" dirty="0">
                <a:solidFill>
                  <a:sysClr val="windowText" lastClr="000000"/>
                </a:solidFill>
              </a:rPr>
              <a:t>Orchestrator/</a:t>
            </a:r>
          </a:p>
          <a:p>
            <a:pPr algn="ctr"/>
            <a:r>
              <a:rPr lang="en-SG" sz="800" noProof="0" dirty="0">
                <a:solidFill>
                  <a:sysClr val="windowText" lastClr="000000"/>
                </a:solidFill>
              </a:rPr>
              <a:t>Workflow Manager</a:t>
            </a:r>
          </a:p>
        </p:txBody>
      </p:sp>
      <p:cxnSp>
        <p:nvCxnSpPr>
          <p:cNvPr id="31" name="Connector: Elbow 30">
            <a:extLst>
              <a:ext uri="{FF2B5EF4-FFF2-40B4-BE49-F238E27FC236}">
                <a16:creationId xmlns:a16="http://schemas.microsoft.com/office/drawing/2014/main" id="{78121371-3D51-FD5E-5AFF-20A37B0E5D4C}"/>
              </a:ext>
            </a:extLst>
          </p:cNvPr>
          <p:cNvCxnSpPr>
            <a:cxnSpLocks/>
          </p:cNvCxnSpPr>
          <p:nvPr/>
        </p:nvCxnSpPr>
        <p:spPr>
          <a:xfrm rot="5400000">
            <a:off x="3526608" y="3383141"/>
            <a:ext cx="874673" cy="2373766"/>
          </a:xfrm>
          <a:prstGeom prst="bentConnector3">
            <a:avLst>
              <a:gd name="adj1" fmla="val 126135"/>
            </a:avLst>
          </a:prstGeom>
          <a:ln w="3175">
            <a:tailEnd type="triangle"/>
          </a:ln>
        </p:spPr>
        <p:style>
          <a:lnRef idx="2">
            <a:schemeClr val="dk1"/>
          </a:lnRef>
          <a:fillRef idx="0">
            <a:schemeClr val="dk1"/>
          </a:fillRef>
          <a:effectRef idx="1">
            <a:schemeClr val="dk1"/>
          </a:effectRef>
          <a:fontRef idx="minor">
            <a:schemeClr val="tx1"/>
          </a:fontRef>
        </p:style>
      </p:cxnSp>
      <p:sp>
        <p:nvSpPr>
          <p:cNvPr id="37" name="Rectangle 36">
            <a:extLst>
              <a:ext uri="{FF2B5EF4-FFF2-40B4-BE49-F238E27FC236}">
                <a16:creationId xmlns:a16="http://schemas.microsoft.com/office/drawing/2014/main" id="{46A5CBD8-42E8-1FF3-2FD1-732125CFC2FC}"/>
              </a:ext>
            </a:extLst>
          </p:cNvPr>
          <p:cNvSpPr/>
          <p:nvPr/>
        </p:nvSpPr>
        <p:spPr>
          <a:xfrm>
            <a:off x="6162834" y="5919958"/>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8" name="TextBox 37">
            <a:extLst>
              <a:ext uri="{FF2B5EF4-FFF2-40B4-BE49-F238E27FC236}">
                <a16:creationId xmlns:a16="http://schemas.microsoft.com/office/drawing/2014/main" id="{EEF6D501-BDE5-BD2C-8A8D-EAC66454F016}"/>
              </a:ext>
            </a:extLst>
          </p:cNvPr>
          <p:cNvSpPr txBox="1"/>
          <p:nvPr/>
        </p:nvSpPr>
        <p:spPr>
          <a:xfrm>
            <a:off x="6251014" y="5985168"/>
            <a:ext cx="612000" cy="215444"/>
          </a:xfrm>
          <a:prstGeom prst="rect">
            <a:avLst/>
          </a:prstGeom>
          <a:noFill/>
        </p:spPr>
        <p:txBody>
          <a:bodyPr wrap="square" rtlCol="0">
            <a:spAutoFit/>
          </a:bodyPr>
          <a:lstStyle/>
          <a:p>
            <a:pPr algn="ctr"/>
            <a:r>
              <a:rPr lang="en-SG" sz="800" noProof="0" dirty="0">
                <a:solidFill>
                  <a:sysClr val="windowText" lastClr="000000"/>
                </a:solidFill>
              </a:rPr>
              <a:t>SWEE 2.0</a:t>
            </a:r>
          </a:p>
        </p:txBody>
      </p:sp>
      <p:cxnSp>
        <p:nvCxnSpPr>
          <p:cNvPr id="55" name="Straight Arrow Connector 54">
            <a:extLst>
              <a:ext uri="{FF2B5EF4-FFF2-40B4-BE49-F238E27FC236}">
                <a16:creationId xmlns:a16="http://schemas.microsoft.com/office/drawing/2014/main" id="{838CEA67-B2B0-5CCC-CDE7-E789800BF3E0}"/>
              </a:ext>
            </a:extLst>
          </p:cNvPr>
          <p:cNvCxnSpPr>
            <a:cxnSpLocks/>
            <a:stCxn id="14" idx="3"/>
            <a:endCxn id="37" idx="1"/>
          </p:cNvCxnSpPr>
          <p:nvPr/>
        </p:nvCxnSpPr>
        <p:spPr>
          <a:xfrm>
            <a:off x="4155611" y="6083520"/>
            <a:ext cx="2007223" cy="10718"/>
          </a:xfrm>
          <a:prstGeom prst="straightConnector1">
            <a:avLst/>
          </a:prstGeom>
          <a:ln w="3175">
            <a:solidFill>
              <a:schemeClr val="bg2">
                <a:lumMod val="50000"/>
              </a:schemeClr>
            </a:solidFill>
            <a:prstDash val="dash"/>
            <a:tailEnd type="triangle"/>
          </a:ln>
        </p:spPr>
        <p:style>
          <a:lnRef idx="2">
            <a:schemeClr val="dk1"/>
          </a:lnRef>
          <a:fillRef idx="0">
            <a:schemeClr val="dk1"/>
          </a:fillRef>
          <a:effectRef idx="1">
            <a:schemeClr val="dk1"/>
          </a:effectRef>
          <a:fontRef idx="minor">
            <a:schemeClr val="tx1"/>
          </a:fontRef>
        </p:style>
      </p:cxnSp>
      <p:sp>
        <p:nvSpPr>
          <p:cNvPr id="74" name="TextBox 73">
            <a:extLst>
              <a:ext uri="{FF2B5EF4-FFF2-40B4-BE49-F238E27FC236}">
                <a16:creationId xmlns:a16="http://schemas.microsoft.com/office/drawing/2014/main" id="{34590BD6-846F-AEDD-E74C-2C30F0362AC9}"/>
              </a:ext>
            </a:extLst>
          </p:cNvPr>
          <p:cNvSpPr txBox="1"/>
          <p:nvPr/>
        </p:nvSpPr>
        <p:spPr>
          <a:xfrm>
            <a:off x="4250442" y="5783996"/>
            <a:ext cx="972000" cy="184666"/>
          </a:xfrm>
          <a:prstGeom prst="rect">
            <a:avLst/>
          </a:prstGeom>
          <a:noFill/>
        </p:spPr>
        <p:txBody>
          <a:bodyPr wrap="square" rtlCol="0">
            <a:spAutoFit/>
          </a:bodyPr>
          <a:lstStyle/>
          <a:p>
            <a:r>
              <a:rPr lang="en-SG" sz="600" noProof="0" dirty="0">
                <a:solidFill>
                  <a:schemeClr val="bg2">
                    <a:lumMod val="50000"/>
                  </a:schemeClr>
                </a:solidFill>
              </a:rPr>
              <a:t>7.1. Record HITL in queue</a:t>
            </a:r>
          </a:p>
        </p:txBody>
      </p:sp>
      <p:cxnSp>
        <p:nvCxnSpPr>
          <p:cNvPr id="79" name="Connector: Elbow 78">
            <a:extLst>
              <a:ext uri="{FF2B5EF4-FFF2-40B4-BE49-F238E27FC236}">
                <a16:creationId xmlns:a16="http://schemas.microsoft.com/office/drawing/2014/main" id="{932A1992-B314-7CB0-8FDA-1F97B4A7EC22}"/>
              </a:ext>
            </a:extLst>
          </p:cNvPr>
          <p:cNvCxnSpPr>
            <a:cxnSpLocks/>
          </p:cNvCxnSpPr>
          <p:nvPr/>
        </p:nvCxnSpPr>
        <p:spPr>
          <a:xfrm rot="16200000" flipV="1">
            <a:off x="5042792" y="4425957"/>
            <a:ext cx="1800000" cy="1188000"/>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sp>
        <p:nvSpPr>
          <p:cNvPr id="92" name="TextBox 91">
            <a:extLst>
              <a:ext uri="{FF2B5EF4-FFF2-40B4-BE49-F238E27FC236}">
                <a16:creationId xmlns:a16="http://schemas.microsoft.com/office/drawing/2014/main" id="{12D28277-DDD9-8BEA-8E19-FDEC120DCDEF}"/>
              </a:ext>
            </a:extLst>
          </p:cNvPr>
          <p:cNvSpPr txBox="1"/>
          <p:nvPr/>
        </p:nvSpPr>
        <p:spPr>
          <a:xfrm>
            <a:off x="5421582" y="4735399"/>
            <a:ext cx="1831547" cy="276999"/>
          </a:xfrm>
          <a:prstGeom prst="rect">
            <a:avLst/>
          </a:prstGeom>
          <a:noFill/>
        </p:spPr>
        <p:txBody>
          <a:bodyPr wrap="square" rtlCol="0">
            <a:spAutoFit/>
          </a:bodyPr>
          <a:lstStyle/>
          <a:p>
            <a:r>
              <a:rPr lang="en-SG" sz="600" noProof="0" dirty="0">
                <a:solidFill>
                  <a:schemeClr val="bg2">
                    <a:lumMod val="50000"/>
                  </a:schemeClr>
                </a:solidFill>
              </a:rPr>
              <a:t>8.3. Obtains user’s approval and Entra access token, send to AO gateway </a:t>
            </a:r>
          </a:p>
        </p:txBody>
      </p:sp>
      <p:sp>
        <p:nvSpPr>
          <p:cNvPr id="98" name="TextBox 97">
            <a:extLst>
              <a:ext uri="{FF2B5EF4-FFF2-40B4-BE49-F238E27FC236}">
                <a16:creationId xmlns:a16="http://schemas.microsoft.com/office/drawing/2014/main" id="{80AB580F-B986-2EF6-4C49-98E07B17B4C7}"/>
              </a:ext>
            </a:extLst>
          </p:cNvPr>
          <p:cNvSpPr txBox="1"/>
          <p:nvPr/>
        </p:nvSpPr>
        <p:spPr>
          <a:xfrm>
            <a:off x="4428048" y="6119782"/>
            <a:ext cx="1610657" cy="184666"/>
          </a:xfrm>
          <a:prstGeom prst="rect">
            <a:avLst/>
          </a:prstGeom>
          <a:noFill/>
        </p:spPr>
        <p:txBody>
          <a:bodyPr wrap="square" rtlCol="0">
            <a:spAutoFit/>
          </a:bodyPr>
          <a:lstStyle/>
          <a:p>
            <a:r>
              <a:rPr lang="en-SG" sz="600" noProof="0" dirty="0">
                <a:solidFill>
                  <a:schemeClr val="bg2">
                    <a:lumMod val="50000"/>
                  </a:schemeClr>
                </a:solidFill>
              </a:rPr>
              <a:t>SWEE 2.0 read/writes to Approval Queue/DB</a:t>
            </a:r>
          </a:p>
        </p:txBody>
      </p:sp>
      <p:sp>
        <p:nvSpPr>
          <p:cNvPr id="103" name="TextBox 102">
            <a:extLst>
              <a:ext uri="{FF2B5EF4-FFF2-40B4-BE49-F238E27FC236}">
                <a16:creationId xmlns:a16="http://schemas.microsoft.com/office/drawing/2014/main" id="{620A67B4-D69E-36FD-C23C-5266152D212B}"/>
              </a:ext>
            </a:extLst>
          </p:cNvPr>
          <p:cNvSpPr txBox="1"/>
          <p:nvPr/>
        </p:nvSpPr>
        <p:spPr>
          <a:xfrm>
            <a:off x="3564169" y="2919430"/>
            <a:ext cx="1601123" cy="369332"/>
          </a:xfrm>
          <a:prstGeom prst="rect">
            <a:avLst/>
          </a:prstGeom>
          <a:noFill/>
        </p:spPr>
        <p:txBody>
          <a:bodyPr wrap="square" rtlCol="0">
            <a:spAutoFit/>
          </a:bodyPr>
          <a:lstStyle/>
          <a:p>
            <a:r>
              <a:rPr lang="en-SG" sz="600" noProof="0" dirty="0">
                <a:solidFill>
                  <a:schemeClr val="bg2">
                    <a:lumMod val="50000"/>
                  </a:schemeClr>
                </a:solidFill>
              </a:rPr>
              <a:t>9. Entra, I have a valid agent and user’s OBO access token, please give me access token to make the MCP tool call</a:t>
            </a:r>
          </a:p>
        </p:txBody>
      </p:sp>
      <p:cxnSp>
        <p:nvCxnSpPr>
          <p:cNvPr id="104" name="Connector: Elbow 103">
            <a:extLst>
              <a:ext uri="{FF2B5EF4-FFF2-40B4-BE49-F238E27FC236}">
                <a16:creationId xmlns:a16="http://schemas.microsoft.com/office/drawing/2014/main" id="{C4FF7EC3-827B-A03B-9B5E-4C273222F1E1}"/>
              </a:ext>
            </a:extLst>
          </p:cNvPr>
          <p:cNvCxnSpPr>
            <a:cxnSpLocks/>
          </p:cNvCxnSpPr>
          <p:nvPr/>
        </p:nvCxnSpPr>
        <p:spPr>
          <a:xfrm rot="5400000">
            <a:off x="3873927" y="3664688"/>
            <a:ext cx="720000" cy="1656000"/>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07" name="TextBox 106">
            <a:extLst>
              <a:ext uri="{FF2B5EF4-FFF2-40B4-BE49-F238E27FC236}">
                <a16:creationId xmlns:a16="http://schemas.microsoft.com/office/drawing/2014/main" id="{D3608216-5767-17E3-B306-84DE27464592}"/>
              </a:ext>
            </a:extLst>
          </p:cNvPr>
          <p:cNvSpPr txBox="1"/>
          <p:nvPr/>
        </p:nvSpPr>
        <p:spPr>
          <a:xfrm>
            <a:off x="3363611" y="4421751"/>
            <a:ext cx="1831547" cy="369332"/>
          </a:xfrm>
          <a:prstGeom prst="rect">
            <a:avLst/>
          </a:prstGeom>
          <a:noFill/>
        </p:spPr>
        <p:txBody>
          <a:bodyPr wrap="square" rtlCol="0">
            <a:spAutoFit/>
          </a:bodyPr>
          <a:lstStyle/>
          <a:p>
            <a:r>
              <a:rPr lang="en-SG" sz="600" noProof="0" dirty="0">
                <a:solidFill>
                  <a:schemeClr val="bg2">
                    <a:lumMod val="50000"/>
                  </a:schemeClr>
                </a:solidFill>
              </a:rPr>
              <a:t>15. Hey orchestrator, HITL approval was obtained and the MCP server returned a response, you may resume your workflow now.</a:t>
            </a:r>
          </a:p>
        </p:txBody>
      </p:sp>
      <p:cxnSp>
        <p:nvCxnSpPr>
          <p:cNvPr id="108" name="Straight Arrow Connector 107">
            <a:extLst>
              <a:ext uri="{FF2B5EF4-FFF2-40B4-BE49-F238E27FC236}">
                <a16:creationId xmlns:a16="http://schemas.microsoft.com/office/drawing/2014/main" id="{AA568199-981D-D92C-2B82-17C742EF87B3}"/>
              </a:ext>
            </a:extLst>
          </p:cNvPr>
          <p:cNvCxnSpPr>
            <a:cxnSpLocks/>
          </p:cNvCxnSpPr>
          <p:nvPr/>
        </p:nvCxnSpPr>
        <p:spPr>
          <a:xfrm flipH="1" flipV="1">
            <a:off x="2800504" y="3209821"/>
            <a:ext cx="1355" cy="1473540"/>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111" name="TextBox 110">
            <a:extLst>
              <a:ext uri="{FF2B5EF4-FFF2-40B4-BE49-F238E27FC236}">
                <a16:creationId xmlns:a16="http://schemas.microsoft.com/office/drawing/2014/main" id="{196F6998-17F2-2104-7C55-20FE4B1317D3}"/>
              </a:ext>
            </a:extLst>
          </p:cNvPr>
          <p:cNvSpPr txBox="1"/>
          <p:nvPr/>
        </p:nvSpPr>
        <p:spPr>
          <a:xfrm>
            <a:off x="1659563" y="3649570"/>
            <a:ext cx="1259297" cy="276999"/>
          </a:xfrm>
          <a:prstGeom prst="rect">
            <a:avLst/>
          </a:prstGeom>
          <a:noFill/>
        </p:spPr>
        <p:txBody>
          <a:bodyPr wrap="square" rtlCol="0">
            <a:spAutoFit/>
          </a:bodyPr>
          <a:lstStyle/>
          <a:p>
            <a:r>
              <a:rPr lang="en-SG" sz="600" noProof="0" dirty="0">
                <a:solidFill>
                  <a:schemeClr val="bg2">
                    <a:lumMod val="50000"/>
                  </a:schemeClr>
                </a:solidFill>
              </a:rPr>
              <a:t>16. Agent, please continue the workflow with this new response</a:t>
            </a:r>
          </a:p>
        </p:txBody>
      </p:sp>
      <p:sp>
        <p:nvSpPr>
          <p:cNvPr id="3" name="Rectangle 2">
            <a:extLst>
              <a:ext uri="{FF2B5EF4-FFF2-40B4-BE49-F238E27FC236}">
                <a16:creationId xmlns:a16="http://schemas.microsoft.com/office/drawing/2014/main" id="{461932C5-5216-26FD-9680-DA5400A905AD}"/>
              </a:ext>
            </a:extLst>
          </p:cNvPr>
          <p:cNvSpPr/>
          <p:nvPr/>
        </p:nvSpPr>
        <p:spPr>
          <a:xfrm>
            <a:off x="9306018" y="3783371"/>
            <a:ext cx="900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 name="TextBox 4">
            <a:extLst>
              <a:ext uri="{FF2B5EF4-FFF2-40B4-BE49-F238E27FC236}">
                <a16:creationId xmlns:a16="http://schemas.microsoft.com/office/drawing/2014/main" id="{B6181BFE-EE89-8E30-2D11-4FF00D20E904}"/>
              </a:ext>
            </a:extLst>
          </p:cNvPr>
          <p:cNvSpPr txBox="1"/>
          <p:nvPr/>
        </p:nvSpPr>
        <p:spPr>
          <a:xfrm>
            <a:off x="9327181" y="3847110"/>
            <a:ext cx="864000" cy="216000"/>
          </a:xfrm>
          <a:prstGeom prst="rect">
            <a:avLst/>
          </a:prstGeom>
          <a:noFill/>
        </p:spPr>
        <p:txBody>
          <a:bodyPr wrap="square" rtlCol="0">
            <a:spAutoFit/>
          </a:bodyPr>
          <a:lstStyle/>
          <a:p>
            <a:pPr algn="ctr"/>
            <a:r>
              <a:rPr lang="en-SG" sz="800" noProof="0" dirty="0">
                <a:solidFill>
                  <a:sysClr val="windowText" lastClr="000000"/>
                </a:solidFill>
              </a:rPr>
              <a:t>IRIN3 ForgeRock</a:t>
            </a:r>
          </a:p>
        </p:txBody>
      </p:sp>
      <p:cxnSp>
        <p:nvCxnSpPr>
          <p:cNvPr id="6" name="Connector: Elbow 5">
            <a:extLst>
              <a:ext uri="{FF2B5EF4-FFF2-40B4-BE49-F238E27FC236}">
                <a16:creationId xmlns:a16="http://schemas.microsoft.com/office/drawing/2014/main" id="{F77B146A-0639-3A4D-9D32-5EC5FC653982}"/>
              </a:ext>
            </a:extLst>
          </p:cNvPr>
          <p:cNvCxnSpPr>
            <a:cxnSpLocks/>
            <a:endCxn id="3" idx="2"/>
          </p:cNvCxnSpPr>
          <p:nvPr/>
        </p:nvCxnSpPr>
        <p:spPr>
          <a:xfrm flipV="1">
            <a:off x="6981916" y="4131930"/>
            <a:ext cx="2774102" cy="1908000"/>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0" name="TextBox 9">
            <a:extLst>
              <a:ext uri="{FF2B5EF4-FFF2-40B4-BE49-F238E27FC236}">
                <a16:creationId xmlns:a16="http://schemas.microsoft.com/office/drawing/2014/main" id="{D199E654-1DA2-E2BA-2C18-182C881C8888}"/>
              </a:ext>
            </a:extLst>
          </p:cNvPr>
          <p:cNvSpPr txBox="1"/>
          <p:nvPr/>
        </p:nvSpPr>
        <p:spPr>
          <a:xfrm>
            <a:off x="6975565" y="5691663"/>
            <a:ext cx="1831547" cy="276999"/>
          </a:xfrm>
          <a:prstGeom prst="rect">
            <a:avLst/>
          </a:prstGeom>
          <a:noFill/>
        </p:spPr>
        <p:txBody>
          <a:bodyPr wrap="square" rtlCol="0">
            <a:spAutoFit/>
          </a:bodyPr>
          <a:lstStyle/>
          <a:p>
            <a:r>
              <a:rPr lang="en-SG" sz="600" noProof="0" dirty="0">
                <a:solidFill>
                  <a:schemeClr val="bg2">
                    <a:lumMod val="50000"/>
                  </a:schemeClr>
                </a:solidFill>
              </a:rPr>
              <a:t>8.1. Upon user login to SWEE 2.0 UI, federate OIDC with IRIN3 ForgeRock to get user’s IRIN3 roles</a:t>
            </a:r>
          </a:p>
        </p:txBody>
      </p:sp>
      <p:cxnSp>
        <p:nvCxnSpPr>
          <p:cNvPr id="11" name="Connector: Elbow 10">
            <a:extLst>
              <a:ext uri="{FF2B5EF4-FFF2-40B4-BE49-F238E27FC236}">
                <a16:creationId xmlns:a16="http://schemas.microsoft.com/office/drawing/2014/main" id="{95274909-CC49-E51B-A41C-E36E0E69F572}"/>
              </a:ext>
            </a:extLst>
          </p:cNvPr>
          <p:cNvCxnSpPr>
            <a:cxnSpLocks/>
          </p:cNvCxnSpPr>
          <p:nvPr/>
        </p:nvCxnSpPr>
        <p:spPr>
          <a:xfrm rot="5400000">
            <a:off x="7427618" y="3675580"/>
            <a:ext cx="1980000" cy="2880000"/>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E7837895-4638-E8A0-5847-0B3A64EADD3A}"/>
              </a:ext>
            </a:extLst>
          </p:cNvPr>
          <p:cNvSpPr txBox="1"/>
          <p:nvPr/>
        </p:nvSpPr>
        <p:spPr>
          <a:xfrm>
            <a:off x="6979365" y="6142380"/>
            <a:ext cx="1831547" cy="276999"/>
          </a:xfrm>
          <a:prstGeom prst="rect">
            <a:avLst/>
          </a:prstGeom>
          <a:noFill/>
        </p:spPr>
        <p:txBody>
          <a:bodyPr wrap="square" rtlCol="0">
            <a:spAutoFit/>
          </a:bodyPr>
          <a:lstStyle/>
          <a:p>
            <a:r>
              <a:rPr lang="en-SG" sz="600" noProof="0" dirty="0">
                <a:solidFill>
                  <a:schemeClr val="bg2">
                    <a:lumMod val="50000"/>
                  </a:schemeClr>
                </a:solidFill>
              </a:rPr>
              <a:t>8.2. ForgeRock issues access token containing both Entra AD groups and IRIN3 custom roles</a:t>
            </a:r>
          </a:p>
        </p:txBody>
      </p:sp>
      <p:sp>
        <p:nvSpPr>
          <p:cNvPr id="21" name="Title 1">
            <a:extLst>
              <a:ext uri="{FF2B5EF4-FFF2-40B4-BE49-F238E27FC236}">
                <a16:creationId xmlns:a16="http://schemas.microsoft.com/office/drawing/2014/main" id="{84BAA471-16A3-6BDF-FD64-9331C8C4141E}"/>
              </a:ext>
            </a:extLst>
          </p:cNvPr>
          <p:cNvSpPr txBox="1">
            <a:spLocks/>
          </p:cNvSpPr>
          <p:nvPr/>
        </p:nvSpPr>
        <p:spPr>
          <a:xfrm>
            <a:off x="6664450" y="5067359"/>
            <a:ext cx="1946150" cy="5150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800" noProof="0" dirty="0"/>
              <a:t>Make sure we only show approve button in SWEE UI if user has the necessary authorization!</a:t>
            </a:r>
          </a:p>
        </p:txBody>
      </p:sp>
      <p:sp>
        <p:nvSpPr>
          <p:cNvPr id="24" name="Rectangle 23">
            <a:extLst>
              <a:ext uri="{FF2B5EF4-FFF2-40B4-BE49-F238E27FC236}">
                <a16:creationId xmlns:a16="http://schemas.microsoft.com/office/drawing/2014/main" id="{A4C65835-D933-BF7D-7836-7621A900BC8E}"/>
              </a:ext>
            </a:extLst>
          </p:cNvPr>
          <p:cNvSpPr/>
          <p:nvPr/>
        </p:nvSpPr>
        <p:spPr>
          <a:xfrm>
            <a:off x="6750207" y="2728597"/>
            <a:ext cx="3943191" cy="1874751"/>
          </a:xfrm>
          <a:prstGeom prst="rect">
            <a:avLst/>
          </a:prstGeom>
          <a:noFill/>
          <a:ln w="12700">
            <a:solidFill>
              <a:schemeClr val="bg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cxnSp>
        <p:nvCxnSpPr>
          <p:cNvPr id="25" name="Straight Arrow Connector 24">
            <a:extLst>
              <a:ext uri="{FF2B5EF4-FFF2-40B4-BE49-F238E27FC236}">
                <a16:creationId xmlns:a16="http://schemas.microsoft.com/office/drawing/2014/main" id="{D3C632CA-5DF0-DD44-EBEB-E7E0AA6525E1}"/>
              </a:ext>
            </a:extLst>
          </p:cNvPr>
          <p:cNvCxnSpPr>
            <a:cxnSpLocks/>
          </p:cNvCxnSpPr>
          <p:nvPr/>
        </p:nvCxnSpPr>
        <p:spPr>
          <a:xfrm flipV="1">
            <a:off x="7697195" y="3868751"/>
            <a:ext cx="1608823" cy="758"/>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E4998C9E-5E03-F566-40B9-6E057FB76039}"/>
              </a:ext>
            </a:extLst>
          </p:cNvPr>
          <p:cNvCxnSpPr>
            <a:cxnSpLocks/>
          </p:cNvCxnSpPr>
          <p:nvPr/>
        </p:nvCxnSpPr>
        <p:spPr>
          <a:xfrm flipH="1">
            <a:off x="7697195" y="4002101"/>
            <a:ext cx="1608823" cy="758"/>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46" name="TextBox 45">
            <a:extLst>
              <a:ext uri="{FF2B5EF4-FFF2-40B4-BE49-F238E27FC236}">
                <a16:creationId xmlns:a16="http://schemas.microsoft.com/office/drawing/2014/main" id="{17B93D85-AFD7-906F-A8D6-1D89F8666FBD}"/>
              </a:ext>
            </a:extLst>
          </p:cNvPr>
          <p:cNvSpPr txBox="1"/>
          <p:nvPr/>
        </p:nvSpPr>
        <p:spPr>
          <a:xfrm>
            <a:off x="7733468" y="3499276"/>
            <a:ext cx="1536276" cy="369332"/>
          </a:xfrm>
          <a:prstGeom prst="rect">
            <a:avLst/>
          </a:prstGeom>
          <a:noFill/>
        </p:spPr>
        <p:txBody>
          <a:bodyPr wrap="square" rtlCol="0">
            <a:spAutoFit/>
          </a:bodyPr>
          <a:lstStyle/>
          <a:p>
            <a:r>
              <a:rPr lang="en-SG" sz="600" noProof="0" dirty="0">
                <a:solidFill>
                  <a:schemeClr val="bg2">
                    <a:lumMod val="50000"/>
                  </a:schemeClr>
                </a:solidFill>
              </a:rPr>
              <a:t>12. After validating </a:t>
            </a:r>
            <a:r>
              <a:rPr lang="en-SG" sz="600" noProof="0" dirty="0" err="1">
                <a:solidFill>
                  <a:schemeClr val="bg2">
                    <a:lumMod val="50000"/>
                  </a:schemeClr>
                </a:solidFill>
              </a:rPr>
              <a:t>aud</a:t>
            </a:r>
            <a:r>
              <a:rPr lang="en-SG" sz="600" noProof="0" dirty="0">
                <a:solidFill>
                  <a:schemeClr val="bg2">
                    <a:lumMod val="50000"/>
                  </a:schemeClr>
                </a:solidFill>
              </a:rPr>
              <a:t> and signature,</a:t>
            </a:r>
          </a:p>
          <a:p>
            <a:r>
              <a:rPr lang="en-SG" sz="600" noProof="0" dirty="0">
                <a:solidFill>
                  <a:schemeClr val="bg2">
                    <a:lumMod val="50000"/>
                  </a:schemeClr>
                </a:solidFill>
              </a:rPr>
              <a:t>AIGP MCP Server presents Entra token and requests for a ForgeRock Token</a:t>
            </a:r>
          </a:p>
        </p:txBody>
      </p:sp>
      <p:sp>
        <p:nvSpPr>
          <p:cNvPr id="47" name="TextBox 46">
            <a:extLst>
              <a:ext uri="{FF2B5EF4-FFF2-40B4-BE49-F238E27FC236}">
                <a16:creationId xmlns:a16="http://schemas.microsoft.com/office/drawing/2014/main" id="{F5E6BA76-D989-02A8-9E1E-A4530D465FB3}"/>
              </a:ext>
            </a:extLst>
          </p:cNvPr>
          <p:cNvSpPr txBox="1"/>
          <p:nvPr/>
        </p:nvSpPr>
        <p:spPr>
          <a:xfrm>
            <a:off x="7747127" y="4011470"/>
            <a:ext cx="1590870" cy="276999"/>
          </a:xfrm>
          <a:prstGeom prst="rect">
            <a:avLst/>
          </a:prstGeom>
          <a:noFill/>
        </p:spPr>
        <p:txBody>
          <a:bodyPr wrap="square" rtlCol="0">
            <a:spAutoFit/>
          </a:bodyPr>
          <a:lstStyle/>
          <a:p>
            <a:r>
              <a:rPr lang="en-SG" sz="600" noProof="0" dirty="0">
                <a:solidFill>
                  <a:schemeClr val="bg2">
                    <a:lumMod val="50000"/>
                  </a:schemeClr>
                </a:solidFill>
              </a:rPr>
              <a:t>13. ForgeRock validates user has access to the tool/API, issues a ForgeRock Token</a:t>
            </a:r>
          </a:p>
        </p:txBody>
      </p:sp>
      <p:sp>
        <p:nvSpPr>
          <p:cNvPr id="52" name="Title 1">
            <a:extLst>
              <a:ext uri="{FF2B5EF4-FFF2-40B4-BE49-F238E27FC236}">
                <a16:creationId xmlns:a16="http://schemas.microsoft.com/office/drawing/2014/main" id="{88D72879-1850-28EC-BC05-8A8112C3BBB7}"/>
              </a:ext>
            </a:extLst>
          </p:cNvPr>
          <p:cNvSpPr txBox="1">
            <a:spLocks/>
          </p:cNvSpPr>
          <p:nvPr/>
        </p:nvSpPr>
        <p:spPr>
          <a:xfrm>
            <a:off x="8167308" y="2729354"/>
            <a:ext cx="2526090" cy="380777"/>
          </a:xfrm>
          <a:prstGeom prst="rect">
            <a:avLst/>
          </a:prstGeom>
          <a:ln w="1905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800" noProof="0" dirty="0"/>
              <a:t>*Assumed from AO’s perspective, exact details of AIGP will be proposed by AIGP team</a:t>
            </a:r>
            <a:endParaRPr lang="en-SG" sz="800" noProof="0" dirty="0">
              <a:solidFill>
                <a:schemeClr val="accent1"/>
              </a:solidFill>
            </a:endParaRPr>
          </a:p>
        </p:txBody>
      </p:sp>
      <p:sp>
        <p:nvSpPr>
          <p:cNvPr id="7" name="Title 1">
            <a:extLst>
              <a:ext uri="{FF2B5EF4-FFF2-40B4-BE49-F238E27FC236}">
                <a16:creationId xmlns:a16="http://schemas.microsoft.com/office/drawing/2014/main" id="{37893CC9-A847-3B98-69B2-A76B5E448C17}"/>
              </a:ext>
            </a:extLst>
          </p:cNvPr>
          <p:cNvSpPr txBox="1">
            <a:spLocks/>
          </p:cNvSpPr>
          <p:nvPr/>
        </p:nvSpPr>
        <p:spPr>
          <a:xfrm>
            <a:off x="1119380" y="567643"/>
            <a:ext cx="10109564" cy="633819"/>
          </a:xfrm>
          <a:prstGeom prst="rect">
            <a:avLst/>
          </a:prstGeom>
          <a:ln w="19050">
            <a:noFill/>
          </a:ln>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solidFill>
                  <a:srgbClr val="FF0000"/>
                </a:solidFill>
              </a:rPr>
              <a:t>For Confirmation – Do we want A. SWEE 2.0 to return the user’s approval (OBO token) directly to the Orchestrator, allowing the Agent to decide what to do next? Or B. should it pass the approval to the AO Gateway, which then makes the call directly? Once the response is returned, the AO Gateway would wake up the Orchestrator and ask it to resume the workflow with the new information. In that case, should the client cache its own token? And what happens if the user rejects the HITL request?</a:t>
            </a:r>
          </a:p>
        </p:txBody>
      </p:sp>
      <p:sp>
        <p:nvSpPr>
          <p:cNvPr id="8" name="Footer Placeholder 3">
            <a:extLst>
              <a:ext uri="{FF2B5EF4-FFF2-40B4-BE49-F238E27FC236}">
                <a16:creationId xmlns:a16="http://schemas.microsoft.com/office/drawing/2014/main" id="{114B5C0C-6D43-0C3B-CC08-DBC17F532498}"/>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19" name="TextBox 18">
            <a:extLst>
              <a:ext uri="{FF2B5EF4-FFF2-40B4-BE49-F238E27FC236}">
                <a16:creationId xmlns:a16="http://schemas.microsoft.com/office/drawing/2014/main" id="{98212014-AD5A-BA1E-A9D3-DE97BECEB4DB}"/>
              </a:ext>
            </a:extLst>
          </p:cNvPr>
          <p:cNvSpPr txBox="1"/>
          <p:nvPr/>
        </p:nvSpPr>
        <p:spPr>
          <a:xfrm>
            <a:off x="1096725" y="1167039"/>
            <a:ext cx="10132218" cy="461665"/>
          </a:xfrm>
          <a:prstGeom prst="rect">
            <a:avLst/>
          </a:prstGeom>
          <a:noFill/>
        </p:spPr>
        <p:txBody>
          <a:bodyPr wrap="square">
            <a:spAutoFit/>
          </a:bodyPr>
          <a:lstStyle/>
          <a:p>
            <a:pPr algn="l">
              <a:spcBef>
                <a:spcPts val="1800"/>
              </a:spcBef>
              <a:spcAft>
                <a:spcPts val="1200"/>
              </a:spcAft>
              <a:buNone/>
            </a:pPr>
            <a:r>
              <a:rPr lang="en-SG" sz="1200" b="1" i="0" noProof="0" dirty="0">
                <a:solidFill>
                  <a:srgbClr val="FF0000"/>
                </a:solidFill>
                <a:effectLst/>
                <a:latin typeface="Source Sans Pro" panose="020B0503030403020204" pitchFamily="34" charset="0"/>
                <a:ea typeface="Source Sans Pro" panose="020B0503030403020204" pitchFamily="34" charset="0"/>
              </a:rPr>
              <a:t>For Confirmation – SWEE 2.0 will federate to ForgeRock for user login. There will need to be roles and scopes mapping within SWEE 2.0. This is to prevent an officer with insufficient privilege from being able to approve a high-privileged action  </a:t>
            </a:r>
          </a:p>
        </p:txBody>
      </p:sp>
      <p:pic>
        <p:nvPicPr>
          <p:cNvPr id="23" name="Picture 14" descr="Icon Of A Rounded Red Exclamation Sign In, Excitement, Caution, Beware PNG  Transparent Image and Clipart for Free Download">
            <a:extLst>
              <a:ext uri="{FF2B5EF4-FFF2-40B4-BE49-F238E27FC236}">
                <a16:creationId xmlns:a16="http://schemas.microsoft.com/office/drawing/2014/main" id="{0CCD37C4-5797-85B2-3340-964A6A5710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872" y="1148095"/>
            <a:ext cx="425507" cy="42550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4" descr="Icon Of A Rounded Red Exclamation Sign In, Excitement, Caution, Beware PNG  Transparent Image and Clipart for Free Download">
            <a:extLst>
              <a:ext uri="{FF2B5EF4-FFF2-40B4-BE49-F238E27FC236}">
                <a16:creationId xmlns:a16="http://schemas.microsoft.com/office/drawing/2014/main" id="{A97FA276-CE64-21A2-88DC-8A319F22A9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627" y="480492"/>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40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A9C4B-7E8E-495F-07B3-0E9429B51BB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AFA68D-DC93-C955-5126-F86DADEFC95C}"/>
              </a:ext>
            </a:extLst>
          </p:cNvPr>
          <p:cNvSpPr>
            <a:spLocks noGrp="1"/>
          </p:cNvSpPr>
          <p:nvPr>
            <p:ph type="sldNum" sz="quarter" idx="12"/>
          </p:nvPr>
        </p:nvSpPr>
        <p:spPr/>
        <p:txBody>
          <a:bodyPr/>
          <a:lstStyle/>
          <a:p>
            <a:fld id="{5DF5AE18-F94A-B54C-9347-4CAFB5D76058}" type="slidenum">
              <a:rPr lang="en-SG" noProof="0" smtClean="0"/>
              <a:t>12</a:t>
            </a:fld>
            <a:endParaRPr lang="en-SG" noProof="0" dirty="0"/>
          </a:p>
        </p:txBody>
      </p:sp>
      <p:sp>
        <p:nvSpPr>
          <p:cNvPr id="3" name="Title 1">
            <a:extLst>
              <a:ext uri="{FF2B5EF4-FFF2-40B4-BE49-F238E27FC236}">
                <a16:creationId xmlns:a16="http://schemas.microsoft.com/office/drawing/2014/main" id="{EC3A8FE5-5F56-E9BA-5CDF-41EC67210A7C}"/>
              </a:ext>
            </a:extLst>
          </p:cNvPr>
          <p:cNvSpPr txBox="1">
            <a:spLocks/>
          </p:cNvSpPr>
          <p:nvPr/>
        </p:nvSpPr>
        <p:spPr>
          <a:xfrm>
            <a:off x="562766" y="269075"/>
            <a:ext cx="7494270" cy="365126"/>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2000" b="1" noProof="0" dirty="0">
                <a:latin typeface="+mn-lt"/>
              </a:rPr>
              <a:t>Token Exchange – Execution Phase (Synchronous – IRIN3 – HITL)</a:t>
            </a:r>
          </a:p>
        </p:txBody>
      </p:sp>
      <p:sp>
        <p:nvSpPr>
          <p:cNvPr id="8" name="Title 1">
            <a:extLst>
              <a:ext uri="{FF2B5EF4-FFF2-40B4-BE49-F238E27FC236}">
                <a16:creationId xmlns:a16="http://schemas.microsoft.com/office/drawing/2014/main" id="{5F9E914E-8691-A2CC-CDC2-53AFAEB1682A}"/>
              </a:ext>
            </a:extLst>
          </p:cNvPr>
          <p:cNvSpPr txBox="1">
            <a:spLocks/>
          </p:cNvSpPr>
          <p:nvPr/>
        </p:nvSpPr>
        <p:spPr>
          <a:xfrm>
            <a:off x="8029474" y="389628"/>
            <a:ext cx="3928978" cy="4891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200" b="1" noProof="0" dirty="0">
                <a:solidFill>
                  <a:srgbClr val="FF0000"/>
                </a:solidFill>
                <a:latin typeface="Source Sans Pro" panose="020B0503030403020204" pitchFamily="34" charset="0"/>
                <a:ea typeface="Source Sans Pro" panose="020B0503030403020204" pitchFamily="34" charset="0"/>
              </a:rPr>
              <a:t>For external participants to propose an alternative flow</a:t>
            </a:r>
          </a:p>
          <a:p>
            <a:r>
              <a:rPr lang="en-US" sz="1200" b="1" dirty="0">
                <a:solidFill>
                  <a:srgbClr val="FF0000"/>
                </a:solidFill>
                <a:latin typeface="Source Sans Pro" panose="020B0503030403020204" pitchFamily="34" charset="0"/>
                <a:ea typeface="Source Sans Pro" panose="020B0503030403020204" pitchFamily="34" charset="0"/>
              </a:rPr>
              <a:t>(if any)</a:t>
            </a:r>
            <a:endParaRPr lang="en-SG" sz="1200" b="1" noProof="0" dirty="0">
              <a:solidFill>
                <a:srgbClr val="FF0000"/>
              </a:solidFill>
              <a:latin typeface="Source Sans Pro" panose="020B0503030403020204" pitchFamily="34" charset="0"/>
              <a:ea typeface="Source Sans Pro" panose="020B0503030403020204" pitchFamily="34" charset="0"/>
            </a:endParaRPr>
          </a:p>
        </p:txBody>
      </p:sp>
      <p:sp>
        <p:nvSpPr>
          <p:cNvPr id="9" name="TextBox 8">
            <a:extLst>
              <a:ext uri="{FF2B5EF4-FFF2-40B4-BE49-F238E27FC236}">
                <a16:creationId xmlns:a16="http://schemas.microsoft.com/office/drawing/2014/main" id="{6F13C209-06E6-AB25-C81A-C700EC684ACA}"/>
              </a:ext>
            </a:extLst>
          </p:cNvPr>
          <p:cNvSpPr txBox="1"/>
          <p:nvPr/>
        </p:nvSpPr>
        <p:spPr>
          <a:xfrm>
            <a:off x="8029474" y="10227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10" name="Picture 14" descr="Icon Of A Rounded Red Exclamation Sign In, Excitement, Caution, Beware PNG  Transparent Image and Clipart for Free Download">
            <a:extLst>
              <a:ext uri="{FF2B5EF4-FFF2-40B4-BE49-F238E27FC236}">
                <a16:creationId xmlns:a16="http://schemas.microsoft.com/office/drawing/2014/main" id="{C22B5C4D-22BC-50BE-D85D-C7FC8F0117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1529" y="120102"/>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653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0E592-C7EC-4B1E-E59B-E98A07570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35A4-8772-12DB-0093-3432B01F2CEB}"/>
              </a:ext>
            </a:extLst>
          </p:cNvPr>
          <p:cNvSpPr>
            <a:spLocks noGrp="1"/>
          </p:cNvSpPr>
          <p:nvPr>
            <p:ph type="title"/>
          </p:nvPr>
        </p:nvSpPr>
        <p:spPr>
          <a:xfrm>
            <a:off x="838200" y="517769"/>
            <a:ext cx="10515600" cy="425507"/>
          </a:xfrm>
        </p:spPr>
        <p:txBody>
          <a:bodyPr>
            <a:normAutofit/>
          </a:bodyPr>
          <a:lstStyle/>
          <a:p>
            <a:r>
              <a:rPr lang="en-SG" sz="2000" noProof="0" dirty="0"/>
              <a:t>Token Exchange – Execution Phase (Synchronous – Non-IRIN3 – HITL)</a:t>
            </a:r>
          </a:p>
        </p:txBody>
      </p:sp>
      <p:sp>
        <p:nvSpPr>
          <p:cNvPr id="4" name="Slide Number Placeholder 3">
            <a:extLst>
              <a:ext uri="{FF2B5EF4-FFF2-40B4-BE49-F238E27FC236}">
                <a16:creationId xmlns:a16="http://schemas.microsoft.com/office/drawing/2014/main" id="{CD6CA535-D9A5-E7AC-E3FC-C6CDF6592137}"/>
              </a:ext>
            </a:extLst>
          </p:cNvPr>
          <p:cNvSpPr>
            <a:spLocks noGrp="1"/>
          </p:cNvSpPr>
          <p:nvPr>
            <p:ph type="sldNum" sz="quarter" idx="12"/>
          </p:nvPr>
        </p:nvSpPr>
        <p:spPr/>
        <p:txBody>
          <a:bodyPr/>
          <a:lstStyle/>
          <a:p>
            <a:fld id="{5DF5AE18-F94A-B54C-9347-4CAFB5D76058}" type="slidenum">
              <a:rPr lang="en-SG" noProof="0" smtClean="0"/>
              <a:pPr/>
              <a:t>13</a:t>
            </a:fld>
            <a:endParaRPr lang="en-SG" noProof="0" dirty="0"/>
          </a:p>
        </p:txBody>
      </p:sp>
      <p:sp>
        <p:nvSpPr>
          <p:cNvPr id="16" name="Rectangle 15">
            <a:extLst>
              <a:ext uri="{FF2B5EF4-FFF2-40B4-BE49-F238E27FC236}">
                <a16:creationId xmlns:a16="http://schemas.microsoft.com/office/drawing/2014/main" id="{A5D8FF15-FCBE-17EB-DE20-AC9FCA606F8C}"/>
              </a:ext>
            </a:extLst>
          </p:cNvPr>
          <p:cNvSpPr/>
          <p:nvPr/>
        </p:nvSpPr>
        <p:spPr>
          <a:xfrm>
            <a:off x="1000382" y="975025"/>
            <a:ext cx="10074018" cy="4861707"/>
          </a:xfrm>
          <a:prstGeom prst="rect">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7" name="TextBox 16">
            <a:extLst>
              <a:ext uri="{FF2B5EF4-FFF2-40B4-BE49-F238E27FC236}">
                <a16:creationId xmlns:a16="http://schemas.microsoft.com/office/drawing/2014/main" id="{7AFC4221-BFC6-81C7-E4BA-DAF61D028043}"/>
              </a:ext>
            </a:extLst>
          </p:cNvPr>
          <p:cNvSpPr txBox="1"/>
          <p:nvPr/>
        </p:nvSpPr>
        <p:spPr>
          <a:xfrm>
            <a:off x="1027008" y="1021267"/>
            <a:ext cx="2382383" cy="400110"/>
          </a:xfrm>
          <a:prstGeom prst="rect">
            <a:avLst/>
          </a:prstGeom>
          <a:noFill/>
        </p:spPr>
        <p:txBody>
          <a:bodyPr wrap="none" rtlCol="0">
            <a:spAutoFit/>
          </a:bodyPr>
          <a:lstStyle/>
          <a:p>
            <a:r>
              <a:rPr lang="en-SG" sz="1000" b="1" noProof="0" dirty="0">
                <a:solidFill>
                  <a:schemeClr val="accent1"/>
                </a:solidFill>
              </a:rPr>
              <a:t>EXECUTION PHASE </a:t>
            </a:r>
          </a:p>
          <a:p>
            <a:r>
              <a:rPr lang="en-SG" sz="1000" b="1" noProof="0" dirty="0">
                <a:solidFill>
                  <a:schemeClr val="accent1"/>
                </a:solidFill>
              </a:rPr>
              <a:t>Synchronous Tool Call – Non-IRIN3 – HITL</a:t>
            </a:r>
          </a:p>
        </p:txBody>
      </p:sp>
      <p:sp>
        <p:nvSpPr>
          <p:cNvPr id="70" name="Rectangle 69">
            <a:extLst>
              <a:ext uri="{FF2B5EF4-FFF2-40B4-BE49-F238E27FC236}">
                <a16:creationId xmlns:a16="http://schemas.microsoft.com/office/drawing/2014/main" id="{9DA374A5-50F0-FF99-BD4F-C04F08A9DD60}"/>
              </a:ext>
            </a:extLst>
          </p:cNvPr>
          <p:cNvSpPr/>
          <p:nvPr/>
        </p:nvSpPr>
        <p:spPr>
          <a:xfrm>
            <a:off x="3467661" y="2146565"/>
            <a:ext cx="864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71" name="TextBox 70">
            <a:extLst>
              <a:ext uri="{FF2B5EF4-FFF2-40B4-BE49-F238E27FC236}">
                <a16:creationId xmlns:a16="http://schemas.microsoft.com/office/drawing/2014/main" id="{FEB4C3A4-4C8D-7429-0C2B-78C3B9BE301B}"/>
              </a:ext>
            </a:extLst>
          </p:cNvPr>
          <p:cNvSpPr txBox="1"/>
          <p:nvPr/>
        </p:nvSpPr>
        <p:spPr>
          <a:xfrm>
            <a:off x="3645248" y="2159398"/>
            <a:ext cx="542024" cy="215444"/>
          </a:xfrm>
          <a:prstGeom prst="rect">
            <a:avLst/>
          </a:prstGeom>
          <a:noFill/>
        </p:spPr>
        <p:txBody>
          <a:bodyPr wrap="square" rtlCol="0">
            <a:spAutoFit/>
          </a:bodyPr>
          <a:lstStyle/>
          <a:p>
            <a:r>
              <a:rPr lang="en-SG" sz="800" noProof="0" dirty="0">
                <a:solidFill>
                  <a:sysClr val="windowText" lastClr="000000"/>
                </a:solidFill>
              </a:rPr>
              <a:t>Agent A</a:t>
            </a:r>
          </a:p>
        </p:txBody>
      </p:sp>
      <p:sp>
        <p:nvSpPr>
          <p:cNvPr id="72" name="TextBox 71">
            <a:extLst>
              <a:ext uri="{FF2B5EF4-FFF2-40B4-BE49-F238E27FC236}">
                <a16:creationId xmlns:a16="http://schemas.microsoft.com/office/drawing/2014/main" id="{98A35058-DCF8-E04D-54E0-9F64A2BCBC27}"/>
              </a:ext>
            </a:extLst>
          </p:cNvPr>
          <p:cNvSpPr txBox="1"/>
          <p:nvPr/>
        </p:nvSpPr>
        <p:spPr>
          <a:xfrm>
            <a:off x="3570433" y="2289371"/>
            <a:ext cx="635110" cy="184666"/>
          </a:xfrm>
          <a:prstGeom prst="rect">
            <a:avLst/>
          </a:prstGeom>
          <a:noFill/>
        </p:spPr>
        <p:txBody>
          <a:bodyPr wrap="none" rtlCol="0">
            <a:spAutoFit/>
          </a:bodyPr>
          <a:lstStyle/>
          <a:p>
            <a:r>
              <a:rPr lang="en-SG" sz="600" noProof="0" dirty="0">
                <a:solidFill>
                  <a:schemeClr val="bg2">
                    <a:lumMod val="50000"/>
                  </a:schemeClr>
                </a:solidFill>
              </a:rPr>
              <a:t>Container App</a:t>
            </a:r>
          </a:p>
        </p:txBody>
      </p:sp>
      <p:pic>
        <p:nvPicPr>
          <p:cNvPr id="75" name="Picture 2" descr="Secure SSO connection to Kontainer with Entra ID">
            <a:extLst>
              <a:ext uri="{FF2B5EF4-FFF2-40B4-BE49-F238E27FC236}">
                <a16:creationId xmlns:a16="http://schemas.microsoft.com/office/drawing/2014/main" id="{9B1E484B-7D3B-4D84-ED09-13099AFFC6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7723" y="1324909"/>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a:extLst>
              <a:ext uri="{FF2B5EF4-FFF2-40B4-BE49-F238E27FC236}">
                <a16:creationId xmlns:a16="http://schemas.microsoft.com/office/drawing/2014/main" id="{005F7854-1740-07F8-BBEA-875E5902F22A}"/>
              </a:ext>
            </a:extLst>
          </p:cNvPr>
          <p:cNvSpPr txBox="1"/>
          <p:nvPr/>
        </p:nvSpPr>
        <p:spPr>
          <a:xfrm>
            <a:off x="5952911" y="1700926"/>
            <a:ext cx="510076" cy="215444"/>
          </a:xfrm>
          <a:prstGeom prst="rect">
            <a:avLst/>
          </a:prstGeom>
          <a:noFill/>
        </p:spPr>
        <p:txBody>
          <a:bodyPr wrap="none" rtlCol="0">
            <a:spAutoFit/>
          </a:bodyPr>
          <a:lstStyle/>
          <a:p>
            <a:pPr algn="ctr"/>
            <a:r>
              <a:rPr lang="en-SG" sz="800" noProof="0" dirty="0"/>
              <a:t>Entra Id</a:t>
            </a:r>
          </a:p>
        </p:txBody>
      </p:sp>
      <p:cxnSp>
        <p:nvCxnSpPr>
          <p:cNvPr id="78" name="Straight Arrow Connector 77">
            <a:extLst>
              <a:ext uri="{FF2B5EF4-FFF2-40B4-BE49-F238E27FC236}">
                <a16:creationId xmlns:a16="http://schemas.microsoft.com/office/drawing/2014/main" id="{423B1178-E8A9-E658-F1E3-FA8A97537296}"/>
              </a:ext>
            </a:extLst>
          </p:cNvPr>
          <p:cNvCxnSpPr>
            <a:cxnSpLocks/>
          </p:cNvCxnSpPr>
          <p:nvPr/>
        </p:nvCxnSpPr>
        <p:spPr>
          <a:xfrm flipV="1">
            <a:off x="6160624" y="1916370"/>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82" name="Straight Arrow Connector 81">
            <a:extLst>
              <a:ext uri="{FF2B5EF4-FFF2-40B4-BE49-F238E27FC236}">
                <a16:creationId xmlns:a16="http://schemas.microsoft.com/office/drawing/2014/main" id="{10A80B6C-0855-0BB0-3CB0-BFA11ED8C44A}"/>
              </a:ext>
            </a:extLst>
          </p:cNvPr>
          <p:cNvCxnSpPr>
            <a:cxnSpLocks/>
          </p:cNvCxnSpPr>
          <p:nvPr/>
        </p:nvCxnSpPr>
        <p:spPr>
          <a:xfrm>
            <a:off x="6271249" y="1916370"/>
            <a:ext cx="0" cy="1145954"/>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83" name="Rectangle 82">
            <a:extLst>
              <a:ext uri="{FF2B5EF4-FFF2-40B4-BE49-F238E27FC236}">
                <a16:creationId xmlns:a16="http://schemas.microsoft.com/office/drawing/2014/main" id="{DAEA85D1-F02B-B8F1-8B9D-89E319B981DA}"/>
              </a:ext>
            </a:extLst>
          </p:cNvPr>
          <p:cNvSpPr/>
          <p:nvPr/>
        </p:nvSpPr>
        <p:spPr>
          <a:xfrm>
            <a:off x="5868416" y="3069432"/>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4" name="TextBox 83">
            <a:extLst>
              <a:ext uri="{FF2B5EF4-FFF2-40B4-BE49-F238E27FC236}">
                <a16:creationId xmlns:a16="http://schemas.microsoft.com/office/drawing/2014/main" id="{06330D29-86DF-7464-4CDA-3418B0AC1686}"/>
              </a:ext>
            </a:extLst>
          </p:cNvPr>
          <p:cNvSpPr txBox="1"/>
          <p:nvPr/>
        </p:nvSpPr>
        <p:spPr>
          <a:xfrm>
            <a:off x="5868413" y="3133171"/>
            <a:ext cx="792000" cy="215444"/>
          </a:xfrm>
          <a:prstGeom prst="rect">
            <a:avLst/>
          </a:prstGeom>
          <a:noFill/>
        </p:spPr>
        <p:txBody>
          <a:bodyPr wrap="square" rtlCol="0">
            <a:spAutoFit/>
          </a:bodyPr>
          <a:lstStyle/>
          <a:p>
            <a:pPr algn="ctr"/>
            <a:r>
              <a:rPr lang="en-SG" sz="800" noProof="0" dirty="0">
                <a:solidFill>
                  <a:sysClr val="windowText" lastClr="000000"/>
                </a:solidFill>
              </a:rPr>
              <a:t>AO Gateway </a:t>
            </a:r>
          </a:p>
        </p:txBody>
      </p:sp>
      <p:sp>
        <p:nvSpPr>
          <p:cNvPr id="88" name="TextBox 87">
            <a:extLst>
              <a:ext uri="{FF2B5EF4-FFF2-40B4-BE49-F238E27FC236}">
                <a16:creationId xmlns:a16="http://schemas.microsoft.com/office/drawing/2014/main" id="{3978CFE5-A8C0-EB6C-B1C7-F742F69D9E98}"/>
              </a:ext>
            </a:extLst>
          </p:cNvPr>
          <p:cNvSpPr txBox="1"/>
          <p:nvPr/>
        </p:nvSpPr>
        <p:spPr>
          <a:xfrm>
            <a:off x="4107389" y="2979790"/>
            <a:ext cx="1505002" cy="276999"/>
          </a:xfrm>
          <a:prstGeom prst="rect">
            <a:avLst/>
          </a:prstGeom>
          <a:noFill/>
        </p:spPr>
        <p:txBody>
          <a:bodyPr wrap="square" rtlCol="0">
            <a:spAutoFit/>
          </a:bodyPr>
          <a:lstStyle/>
          <a:p>
            <a:r>
              <a:rPr lang="en-SG" sz="600" noProof="0" dirty="0">
                <a:solidFill>
                  <a:schemeClr val="bg2">
                    <a:lumMod val="50000"/>
                  </a:schemeClr>
                </a:solidFill>
              </a:rPr>
              <a:t>6. Hey gateway, I want to call this tool A within MCP A, here’s my discovery token!</a:t>
            </a:r>
          </a:p>
        </p:txBody>
      </p:sp>
      <p:sp>
        <p:nvSpPr>
          <p:cNvPr id="93" name="TextBox 92">
            <a:extLst>
              <a:ext uri="{FF2B5EF4-FFF2-40B4-BE49-F238E27FC236}">
                <a16:creationId xmlns:a16="http://schemas.microsoft.com/office/drawing/2014/main" id="{BFB107D4-6EC5-C5F7-359E-1D0E2F30DF7D}"/>
              </a:ext>
            </a:extLst>
          </p:cNvPr>
          <p:cNvSpPr txBox="1"/>
          <p:nvPr/>
        </p:nvSpPr>
        <p:spPr>
          <a:xfrm>
            <a:off x="3904352" y="4530304"/>
            <a:ext cx="1831547" cy="276999"/>
          </a:xfrm>
          <a:prstGeom prst="rect">
            <a:avLst/>
          </a:prstGeom>
          <a:noFill/>
        </p:spPr>
        <p:txBody>
          <a:bodyPr wrap="square" rtlCol="0">
            <a:spAutoFit/>
          </a:bodyPr>
          <a:lstStyle/>
          <a:p>
            <a:r>
              <a:rPr lang="en-SG" sz="600" noProof="0" dirty="0">
                <a:solidFill>
                  <a:schemeClr val="bg2">
                    <a:lumMod val="50000"/>
                  </a:schemeClr>
                </a:solidFill>
              </a:rPr>
              <a:t>7. I’ve checked the policy, </a:t>
            </a:r>
            <a:r>
              <a:rPr lang="en-SG" sz="600" noProof="0" dirty="0">
                <a:solidFill>
                  <a:srgbClr val="FF0000"/>
                </a:solidFill>
              </a:rPr>
              <a:t>HITL is required</a:t>
            </a:r>
            <a:r>
              <a:rPr lang="en-SG" sz="600" noProof="0" dirty="0"/>
              <a:t> </a:t>
            </a:r>
            <a:r>
              <a:rPr lang="en-SG" sz="600" noProof="0" dirty="0">
                <a:solidFill>
                  <a:schemeClr val="bg2">
                    <a:lumMod val="50000"/>
                  </a:schemeClr>
                </a:solidFill>
              </a:rPr>
              <a:t>for this tool call. Please release your agent and resume later.</a:t>
            </a:r>
          </a:p>
        </p:txBody>
      </p:sp>
      <p:sp>
        <p:nvSpPr>
          <p:cNvPr id="94" name="TextBox 93">
            <a:extLst>
              <a:ext uri="{FF2B5EF4-FFF2-40B4-BE49-F238E27FC236}">
                <a16:creationId xmlns:a16="http://schemas.microsoft.com/office/drawing/2014/main" id="{628D663B-7627-8F7A-93AD-5033710133B3}"/>
              </a:ext>
            </a:extLst>
          </p:cNvPr>
          <p:cNvSpPr txBox="1"/>
          <p:nvPr/>
        </p:nvSpPr>
        <p:spPr>
          <a:xfrm>
            <a:off x="6290498" y="2013901"/>
            <a:ext cx="1430611" cy="646331"/>
          </a:xfrm>
          <a:prstGeom prst="rect">
            <a:avLst/>
          </a:prstGeom>
          <a:noFill/>
        </p:spPr>
        <p:txBody>
          <a:bodyPr wrap="square" rtlCol="0">
            <a:spAutoFit/>
          </a:bodyPr>
          <a:lstStyle/>
          <a:p>
            <a:r>
              <a:rPr lang="en-SG" sz="600" noProof="0" dirty="0">
                <a:solidFill>
                  <a:schemeClr val="bg2">
                    <a:lumMod val="50000"/>
                  </a:schemeClr>
                </a:solidFill>
              </a:rPr>
              <a:t>10. Ok, this gateway is trusted and has permission to act on behalf of others.</a:t>
            </a:r>
          </a:p>
          <a:p>
            <a:r>
              <a:rPr lang="en-SG" sz="600" noProof="0" dirty="0">
                <a:solidFill>
                  <a:schemeClr val="bg2">
                    <a:lumMod val="50000"/>
                  </a:schemeClr>
                </a:solidFill>
              </a:rPr>
              <a:t>Return the access token.</a:t>
            </a:r>
          </a:p>
          <a:p>
            <a:endParaRPr lang="en-SG" sz="600" noProof="0" dirty="0">
              <a:solidFill>
                <a:schemeClr val="bg2">
                  <a:lumMod val="50000"/>
                </a:schemeClr>
              </a:solidFill>
            </a:endParaRPr>
          </a:p>
          <a:p>
            <a:r>
              <a:rPr lang="en-SG" sz="600" noProof="0" dirty="0" err="1">
                <a:solidFill>
                  <a:schemeClr val="bg2">
                    <a:lumMod val="50000"/>
                  </a:schemeClr>
                </a:solidFill>
              </a:rPr>
              <a:t>aud</a:t>
            </a:r>
            <a:r>
              <a:rPr lang="en-SG" sz="600" noProof="0" dirty="0">
                <a:solidFill>
                  <a:schemeClr val="bg2">
                    <a:lumMod val="50000"/>
                  </a:schemeClr>
                </a:solidFill>
              </a:rPr>
              <a:t> : </a:t>
            </a:r>
            <a:r>
              <a:rPr lang="en-SG" sz="600" noProof="0" dirty="0" err="1">
                <a:solidFill>
                  <a:schemeClr val="bg2">
                    <a:lumMod val="50000"/>
                  </a:schemeClr>
                </a:solidFill>
              </a:rPr>
              <a:t>api</a:t>
            </a:r>
            <a:r>
              <a:rPr lang="en-SG" sz="600" noProof="0" dirty="0">
                <a:solidFill>
                  <a:schemeClr val="bg2">
                    <a:lumMod val="50000"/>
                  </a:schemeClr>
                </a:solidFill>
              </a:rPr>
              <a:t>//MCP-A</a:t>
            </a:r>
          </a:p>
          <a:p>
            <a:r>
              <a:rPr lang="en-SG" sz="600" noProof="0" dirty="0">
                <a:solidFill>
                  <a:schemeClr val="bg2">
                    <a:lumMod val="50000"/>
                  </a:schemeClr>
                </a:solidFill>
              </a:rPr>
              <a:t>scope : </a:t>
            </a:r>
            <a:r>
              <a:rPr lang="en-SG" sz="600" noProof="0" dirty="0" err="1">
                <a:solidFill>
                  <a:schemeClr val="bg2">
                    <a:lumMod val="50000"/>
                  </a:schemeClr>
                </a:solidFill>
              </a:rPr>
              <a:t>Tools.Execute</a:t>
            </a:r>
            <a:endParaRPr lang="en-SG" sz="600" noProof="0" dirty="0">
              <a:solidFill>
                <a:schemeClr val="bg2">
                  <a:lumMod val="50000"/>
                </a:schemeClr>
              </a:solidFill>
            </a:endParaRPr>
          </a:p>
        </p:txBody>
      </p:sp>
      <p:sp>
        <p:nvSpPr>
          <p:cNvPr id="95" name="Rectangle 94">
            <a:extLst>
              <a:ext uri="{FF2B5EF4-FFF2-40B4-BE49-F238E27FC236}">
                <a16:creationId xmlns:a16="http://schemas.microsoft.com/office/drawing/2014/main" id="{91350256-CC7D-0294-0239-B207B5986CEB}"/>
              </a:ext>
            </a:extLst>
          </p:cNvPr>
          <p:cNvSpPr/>
          <p:nvPr/>
        </p:nvSpPr>
        <p:spPr>
          <a:xfrm>
            <a:off x="7824268" y="3069432"/>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96" name="TextBox 95">
            <a:extLst>
              <a:ext uri="{FF2B5EF4-FFF2-40B4-BE49-F238E27FC236}">
                <a16:creationId xmlns:a16="http://schemas.microsoft.com/office/drawing/2014/main" id="{8790AD17-7E67-4EB2-3DCF-4FCBDC577C62}"/>
              </a:ext>
            </a:extLst>
          </p:cNvPr>
          <p:cNvSpPr txBox="1"/>
          <p:nvPr/>
        </p:nvSpPr>
        <p:spPr>
          <a:xfrm>
            <a:off x="7824265" y="3133171"/>
            <a:ext cx="792000" cy="215444"/>
          </a:xfrm>
          <a:prstGeom prst="rect">
            <a:avLst/>
          </a:prstGeom>
          <a:noFill/>
        </p:spPr>
        <p:txBody>
          <a:bodyPr wrap="square" rtlCol="0">
            <a:spAutoFit/>
          </a:bodyPr>
          <a:lstStyle/>
          <a:p>
            <a:pPr algn="ctr"/>
            <a:r>
              <a:rPr lang="en-SG" sz="800" noProof="0" dirty="0">
                <a:solidFill>
                  <a:sysClr val="windowText" lastClr="000000"/>
                </a:solidFill>
              </a:rPr>
              <a:t>MCP A</a:t>
            </a:r>
          </a:p>
        </p:txBody>
      </p:sp>
      <p:cxnSp>
        <p:nvCxnSpPr>
          <p:cNvPr id="97" name="Straight Arrow Connector 96">
            <a:extLst>
              <a:ext uri="{FF2B5EF4-FFF2-40B4-BE49-F238E27FC236}">
                <a16:creationId xmlns:a16="http://schemas.microsoft.com/office/drawing/2014/main" id="{B591A30B-ACCD-BD7F-57BE-7C9B97CFA908}"/>
              </a:ext>
            </a:extLst>
          </p:cNvPr>
          <p:cNvCxnSpPr>
            <a:cxnSpLocks/>
          </p:cNvCxnSpPr>
          <p:nvPr/>
        </p:nvCxnSpPr>
        <p:spPr>
          <a:xfrm flipV="1">
            <a:off x="6681148" y="3154533"/>
            <a:ext cx="1143117"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0" name="TextBox 99">
            <a:extLst>
              <a:ext uri="{FF2B5EF4-FFF2-40B4-BE49-F238E27FC236}">
                <a16:creationId xmlns:a16="http://schemas.microsoft.com/office/drawing/2014/main" id="{4831E590-EACB-E3BC-119F-C24BE2EF18C2}"/>
              </a:ext>
            </a:extLst>
          </p:cNvPr>
          <p:cNvSpPr txBox="1"/>
          <p:nvPr/>
        </p:nvSpPr>
        <p:spPr>
          <a:xfrm>
            <a:off x="6618252" y="2909547"/>
            <a:ext cx="1311567" cy="184666"/>
          </a:xfrm>
          <a:prstGeom prst="rect">
            <a:avLst/>
          </a:prstGeom>
          <a:noFill/>
        </p:spPr>
        <p:txBody>
          <a:bodyPr wrap="square" rtlCol="0">
            <a:spAutoFit/>
          </a:bodyPr>
          <a:lstStyle/>
          <a:p>
            <a:r>
              <a:rPr lang="en-SG" sz="600" noProof="0" dirty="0">
                <a:solidFill>
                  <a:schemeClr val="bg2">
                    <a:lumMod val="50000"/>
                  </a:schemeClr>
                </a:solidFill>
              </a:rPr>
              <a:t>11. pass-through request to MCP A</a:t>
            </a:r>
          </a:p>
        </p:txBody>
      </p:sp>
      <p:sp>
        <p:nvSpPr>
          <p:cNvPr id="9" name="TextBox 8">
            <a:extLst>
              <a:ext uri="{FF2B5EF4-FFF2-40B4-BE49-F238E27FC236}">
                <a16:creationId xmlns:a16="http://schemas.microsoft.com/office/drawing/2014/main" id="{889B5930-D9F7-3F8E-E12E-4CC1108EF693}"/>
              </a:ext>
            </a:extLst>
          </p:cNvPr>
          <p:cNvSpPr txBox="1"/>
          <p:nvPr/>
        </p:nvSpPr>
        <p:spPr>
          <a:xfrm>
            <a:off x="6637302" y="3349173"/>
            <a:ext cx="1311567" cy="184666"/>
          </a:xfrm>
          <a:prstGeom prst="rect">
            <a:avLst/>
          </a:prstGeom>
          <a:noFill/>
        </p:spPr>
        <p:txBody>
          <a:bodyPr wrap="square" rtlCol="0">
            <a:spAutoFit/>
          </a:bodyPr>
          <a:lstStyle/>
          <a:p>
            <a:r>
              <a:rPr lang="en-SG" sz="600" noProof="0" dirty="0">
                <a:solidFill>
                  <a:schemeClr val="bg2">
                    <a:lumMod val="50000"/>
                  </a:schemeClr>
                </a:solidFill>
              </a:rPr>
              <a:t>12. MCP A returns response</a:t>
            </a:r>
          </a:p>
        </p:txBody>
      </p:sp>
      <p:cxnSp>
        <p:nvCxnSpPr>
          <p:cNvPr id="12" name="Straight Arrow Connector 11">
            <a:extLst>
              <a:ext uri="{FF2B5EF4-FFF2-40B4-BE49-F238E27FC236}">
                <a16:creationId xmlns:a16="http://schemas.microsoft.com/office/drawing/2014/main" id="{403C5F52-273B-9883-6ADE-8885140CEFC5}"/>
              </a:ext>
            </a:extLst>
          </p:cNvPr>
          <p:cNvCxnSpPr>
            <a:cxnSpLocks/>
          </p:cNvCxnSpPr>
          <p:nvPr/>
        </p:nvCxnSpPr>
        <p:spPr>
          <a:xfrm flipH="1">
            <a:off x="6681148" y="3301853"/>
            <a:ext cx="1143117" cy="2819"/>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2A4FED7A-CE89-1139-3B60-F2773092189C}"/>
              </a:ext>
            </a:extLst>
          </p:cNvPr>
          <p:cNvSpPr/>
          <p:nvPr/>
        </p:nvSpPr>
        <p:spPr>
          <a:xfrm>
            <a:off x="4394700" y="5195890"/>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4" name="TextBox 13">
            <a:extLst>
              <a:ext uri="{FF2B5EF4-FFF2-40B4-BE49-F238E27FC236}">
                <a16:creationId xmlns:a16="http://schemas.microsoft.com/office/drawing/2014/main" id="{817F398E-B2EF-DC80-58A3-D44EAC2822CE}"/>
              </a:ext>
            </a:extLst>
          </p:cNvPr>
          <p:cNvSpPr txBox="1"/>
          <p:nvPr/>
        </p:nvSpPr>
        <p:spPr>
          <a:xfrm>
            <a:off x="4405016" y="5199546"/>
            <a:ext cx="792000" cy="338554"/>
          </a:xfrm>
          <a:prstGeom prst="rect">
            <a:avLst/>
          </a:prstGeom>
          <a:noFill/>
        </p:spPr>
        <p:txBody>
          <a:bodyPr wrap="square" rtlCol="0">
            <a:spAutoFit/>
          </a:bodyPr>
          <a:lstStyle/>
          <a:p>
            <a:pPr algn="ctr"/>
            <a:r>
              <a:rPr lang="en-SG" sz="800" noProof="0" dirty="0">
                <a:solidFill>
                  <a:sysClr val="windowText" lastClr="000000"/>
                </a:solidFill>
              </a:rPr>
              <a:t>AO Approval Queue/DB</a:t>
            </a:r>
          </a:p>
        </p:txBody>
      </p:sp>
      <p:cxnSp>
        <p:nvCxnSpPr>
          <p:cNvPr id="15" name="Connector: Elbow 14">
            <a:extLst>
              <a:ext uri="{FF2B5EF4-FFF2-40B4-BE49-F238E27FC236}">
                <a16:creationId xmlns:a16="http://schemas.microsoft.com/office/drawing/2014/main" id="{B9CBDD75-6663-CA8A-38D0-84689220A126}"/>
              </a:ext>
            </a:extLst>
          </p:cNvPr>
          <p:cNvCxnSpPr>
            <a:cxnSpLocks/>
          </p:cNvCxnSpPr>
          <p:nvPr/>
        </p:nvCxnSpPr>
        <p:spPr>
          <a:xfrm rot="5400000">
            <a:off x="4799899" y="3815108"/>
            <a:ext cx="1872000" cy="1077766"/>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22" name="Connector: Elbow 21">
            <a:extLst>
              <a:ext uri="{FF2B5EF4-FFF2-40B4-BE49-F238E27FC236}">
                <a16:creationId xmlns:a16="http://schemas.microsoft.com/office/drawing/2014/main" id="{4A46F65A-95D4-AE39-23C7-2A564D05654E}"/>
              </a:ext>
            </a:extLst>
          </p:cNvPr>
          <p:cNvCxnSpPr>
            <a:cxnSpLocks/>
            <a:stCxn id="70" idx="2"/>
            <a:endCxn id="84" idx="1"/>
          </p:cNvCxnSpPr>
          <p:nvPr/>
        </p:nvCxnSpPr>
        <p:spPr>
          <a:xfrm rot="16200000" flipH="1">
            <a:off x="4511153" y="1883632"/>
            <a:ext cx="745769" cy="1968752"/>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29" name="Rectangle 28">
            <a:extLst>
              <a:ext uri="{FF2B5EF4-FFF2-40B4-BE49-F238E27FC236}">
                <a16:creationId xmlns:a16="http://schemas.microsoft.com/office/drawing/2014/main" id="{ACDAC1BB-EE9F-4FCF-BD80-180D32AEB984}"/>
              </a:ext>
            </a:extLst>
          </p:cNvPr>
          <p:cNvSpPr/>
          <p:nvPr/>
        </p:nvSpPr>
        <p:spPr>
          <a:xfrm>
            <a:off x="3397018" y="3968664"/>
            <a:ext cx="1046216" cy="34292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0" name="TextBox 29">
            <a:extLst>
              <a:ext uri="{FF2B5EF4-FFF2-40B4-BE49-F238E27FC236}">
                <a16:creationId xmlns:a16="http://schemas.microsoft.com/office/drawing/2014/main" id="{19ECF27D-73F7-D11D-6461-647258A84AE3}"/>
              </a:ext>
            </a:extLst>
          </p:cNvPr>
          <p:cNvSpPr txBox="1"/>
          <p:nvPr/>
        </p:nvSpPr>
        <p:spPr>
          <a:xfrm>
            <a:off x="3397016" y="3968664"/>
            <a:ext cx="1008000" cy="324000"/>
          </a:xfrm>
          <a:prstGeom prst="rect">
            <a:avLst/>
          </a:prstGeom>
          <a:noFill/>
        </p:spPr>
        <p:txBody>
          <a:bodyPr wrap="square" rtlCol="0">
            <a:spAutoFit/>
          </a:bodyPr>
          <a:lstStyle/>
          <a:p>
            <a:pPr algn="ctr"/>
            <a:r>
              <a:rPr lang="en-SG" sz="800" noProof="0" dirty="0">
                <a:solidFill>
                  <a:sysClr val="windowText" lastClr="000000"/>
                </a:solidFill>
              </a:rPr>
              <a:t>Orchestrator/</a:t>
            </a:r>
          </a:p>
          <a:p>
            <a:pPr algn="ctr"/>
            <a:r>
              <a:rPr lang="en-SG" sz="800" noProof="0" dirty="0">
                <a:solidFill>
                  <a:sysClr val="windowText" lastClr="000000"/>
                </a:solidFill>
              </a:rPr>
              <a:t>Workflow Manager</a:t>
            </a:r>
          </a:p>
        </p:txBody>
      </p:sp>
      <p:cxnSp>
        <p:nvCxnSpPr>
          <p:cNvPr id="31" name="Connector: Elbow 30">
            <a:extLst>
              <a:ext uri="{FF2B5EF4-FFF2-40B4-BE49-F238E27FC236}">
                <a16:creationId xmlns:a16="http://schemas.microsoft.com/office/drawing/2014/main" id="{9EE9178B-E77D-7D58-5EB3-DC1E91E108EF}"/>
              </a:ext>
            </a:extLst>
          </p:cNvPr>
          <p:cNvCxnSpPr>
            <a:cxnSpLocks/>
          </p:cNvCxnSpPr>
          <p:nvPr/>
        </p:nvCxnSpPr>
        <p:spPr>
          <a:xfrm rot="5400000">
            <a:off x="4568013" y="2668444"/>
            <a:ext cx="874673" cy="2373766"/>
          </a:xfrm>
          <a:prstGeom prst="bentConnector3">
            <a:avLst>
              <a:gd name="adj1" fmla="val 126135"/>
            </a:avLst>
          </a:prstGeom>
          <a:ln w="3175">
            <a:tailEnd type="triangle"/>
          </a:ln>
        </p:spPr>
        <p:style>
          <a:lnRef idx="2">
            <a:schemeClr val="dk1"/>
          </a:lnRef>
          <a:fillRef idx="0">
            <a:schemeClr val="dk1"/>
          </a:fillRef>
          <a:effectRef idx="1">
            <a:schemeClr val="dk1"/>
          </a:effectRef>
          <a:fontRef idx="minor">
            <a:schemeClr val="tx1"/>
          </a:fontRef>
        </p:style>
      </p:cxnSp>
      <p:sp>
        <p:nvSpPr>
          <p:cNvPr id="37" name="Rectangle 36">
            <a:extLst>
              <a:ext uri="{FF2B5EF4-FFF2-40B4-BE49-F238E27FC236}">
                <a16:creationId xmlns:a16="http://schemas.microsoft.com/office/drawing/2014/main" id="{E3DDA859-A3E6-C02D-B9BF-92EAFF3390DC}"/>
              </a:ext>
            </a:extLst>
          </p:cNvPr>
          <p:cNvSpPr/>
          <p:nvPr/>
        </p:nvSpPr>
        <p:spPr>
          <a:xfrm>
            <a:off x="7204239" y="5205261"/>
            <a:ext cx="812732"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8" name="TextBox 37">
            <a:extLst>
              <a:ext uri="{FF2B5EF4-FFF2-40B4-BE49-F238E27FC236}">
                <a16:creationId xmlns:a16="http://schemas.microsoft.com/office/drawing/2014/main" id="{63090059-F5CB-66CE-775E-4498AF394278}"/>
              </a:ext>
            </a:extLst>
          </p:cNvPr>
          <p:cNvSpPr txBox="1"/>
          <p:nvPr/>
        </p:nvSpPr>
        <p:spPr>
          <a:xfrm>
            <a:off x="7292419" y="5270471"/>
            <a:ext cx="612000" cy="215444"/>
          </a:xfrm>
          <a:prstGeom prst="rect">
            <a:avLst/>
          </a:prstGeom>
          <a:noFill/>
        </p:spPr>
        <p:txBody>
          <a:bodyPr wrap="square" rtlCol="0">
            <a:spAutoFit/>
          </a:bodyPr>
          <a:lstStyle/>
          <a:p>
            <a:pPr algn="ctr"/>
            <a:r>
              <a:rPr lang="en-SG" sz="800" noProof="0" dirty="0">
                <a:solidFill>
                  <a:sysClr val="windowText" lastClr="000000"/>
                </a:solidFill>
              </a:rPr>
              <a:t>SWEE 2.0</a:t>
            </a:r>
          </a:p>
        </p:txBody>
      </p:sp>
      <p:cxnSp>
        <p:nvCxnSpPr>
          <p:cNvPr id="55" name="Straight Arrow Connector 54">
            <a:extLst>
              <a:ext uri="{FF2B5EF4-FFF2-40B4-BE49-F238E27FC236}">
                <a16:creationId xmlns:a16="http://schemas.microsoft.com/office/drawing/2014/main" id="{1CB1CBE8-A95C-B073-070D-ED91EB1BC7B9}"/>
              </a:ext>
            </a:extLst>
          </p:cNvPr>
          <p:cNvCxnSpPr>
            <a:cxnSpLocks/>
            <a:stCxn id="14" idx="3"/>
            <a:endCxn id="37" idx="1"/>
          </p:cNvCxnSpPr>
          <p:nvPr/>
        </p:nvCxnSpPr>
        <p:spPr>
          <a:xfrm>
            <a:off x="5197016" y="5368823"/>
            <a:ext cx="2007223" cy="10718"/>
          </a:xfrm>
          <a:prstGeom prst="straightConnector1">
            <a:avLst/>
          </a:prstGeom>
          <a:ln w="3175">
            <a:solidFill>
              <a:schemeClr val="bg2">
                <a:lumMod val="50000"/>
              </a:schemeClr>
            </a:solidFill>
            <a:prstDash val="dash"/>
            <a:tailEnd type="triangle"/>
          </a:ln>
        </p:spPr>
        <p:style>
          <a:lnRef idx="2">
            <a:schemeClr val="dk1"/>
          </a:lnRef>
          <a:fillRef idx="0">
            <a:schemeClr val="dk1"/>
          </a:fillRef>
          <a:effectRef idx="1">
            <a:schemeClr val="dk1"/>
          </a:effectRef>
          <a:fontRef idx="minor">
            <a:schemeClr val="tx1"/>
          </a:fontRef>
        </p:style>
      </p:cxnSp>
      <p:sp>
        <p:nvSpPr>
          <p:cNvPr id="74" name="TextBox 73">
            <a:extLst>
              <a:ext uri="{FF2B5EF4-FFF2-40B4-BE49-F238E27FC236}">
                <a16:creationId xmlns:a16="http://schemas.microsoft.com/office/drawing/2014/main" id="{84FCAD90-CE73-0954-A50C-259F05ABABB2}"/>
              </a:ext>
            </a:extLst>
          </p:cNvPr>
          <p:cNvSpPr txBox="1"/>
          <p:nvPr/>
        </p:nvSpPr>
        <p:spPr>
          <a:xfrm>
            <a:off x="5272797" y="5107399"/>
            <a:ext cx="972000" cy="184666"/>
          </a:xfrm>
          <a:prstGeom prst="rect">
            <a:avLst/>
          </a:prstGeom>
          <a:noFill/>
        </p:spPr>
        <p:txBody>
          <a:bodyPr wrap="square" rtlCol="0">
            <a:spAutoFit/>
          </a:bodyPr>
          <a:lstStyle/>
          <a:p>
            <a:r>
              <a:rPr lang="en-SG" sz="600" noProof="0" dirty="0">
                <a:solidFill>
                  <a:schemeClr val="bg2">
                    <a:lumMod val="50000"/>
                  </a:schemeClr>
                </a:solidFill>
              </a:rPr>
              <a:t>7.1. Record HITL in queue</a:t>
            </a:r>
          </a:p>
        </p:txBody>
      </p:sp>
      <p:cxnSp>
        <p:nvCxnSpPr>
          <p:cNvPr id="79" name="Connector: Elbow 78">
            <a:extLst>
              <a:ext uri="{FF2B5EF4-FFF2-40B4-BE49-F238E27FC236}">
                <a16:creationId xmlns:a16="http://schemas.microsoft.com/office/drawing/2014/main" id="{74A9F0F3-F092-AE09-395B-1DDEC132442C}"/>
              </a:ext>
            </a:extLst>
          </p:cNvPr>
          <p:cNvCxnSpPr>
            <a:cxnSpLocks/>
          </p:cNvCxnSpPr>
          <p:nvPr/>
        </p:nvCxnSpPr>
        <p:spPr>
          <a:xfrm rot="16200000" flipV="1">
            <a:off x="6132815" y="3771625"/>
            <a:ext cx="1787270" cy="1080000"/>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sp>
        <p:nvSpPr>
          <p:cNvPr id="92" name="TextBox 91">
            <a:extLst>
              <a:ext uri="{FF2B5EF4-FFF2-40B4-BE49-F238E27FC236}">
                <a16:creationId xmlns:a16="http://schemas.microsoft.com/office/drawing/2014/main" id="{CFFB7AB1-4E94-2C24-B367-64E10D516840}"/>
              </a:ext>
            </a:extLst>
          </p:cNvPr>
          <p:cNvSpPr txBox="1"/>
          <p:nvPr/>
        </p:nvSpPr>
        <p:spPr>
          <a:xfrm>
            <a:off x="6462987" y="4020702"/>
            <a:ext cx="1831547" cy="276999"/>
          </a:xfrm>
          <a:prstGeom prst="rect">
            <a:avLst/>
          </a:prstGeom>
          <a:noFill/>
        </p:spPr>
        <p:txBody>
          <a:bodyPr wrap="square" rtlCol="0">
            <a:spAutoFit/>
          </a:bodyPr>
          <a:lstStyle/>
          <a:p>
            <a:r>
              <a:rPr lang="en-SG" sz="600" noProof="0" dirty="0">
                <a:solidFill>
                  <a:schemeClr val="bg2">
                    <a:lumMod val="50000"/>
                  </a:schemeClr>
                </a:solidFill>
              </a:rPr>
              <a:t>8. Obtains user’s approval and Entra access token, send to AO gateway </a:t>
            </a:r>
          </a:p>
        </p:txBody>
      </p:sp>
      <p:sp>
        <p:nvSpPr>
          <p:cNvPr id="98" name="TextBox 97">
            <a:extLst>
              <a:ext uri="{FF2B5EF4-FFF2-40B4-BE49-F238E27FC236}">
                <a16:creationId xmlns:a16="http://schemas.microsoft.com/office/drawing/2014/main" id="{6181DBAF-74D8-8FCA-7842-09F6A044253A}"/>
              </a:ext>
            </a:extLst>
          </p:cNvPr>
          <p:cNvSpPr txBox="1"/>
          <p:nvPr/>
        </p:nvSpPr>
        <p:spPr>
          <a:xfrm>
            <a:off x="5469453" y="5405085"/>
            <a:ext cx="1610657" cy="184666"/>
          </a:xfrm>
          <a:prstGeom prst="rect">
            <a:avLst/>
          </a:prstGeom>
          <a:noFill/>
        </p:spPr>
        <p:txBody>
          <a:bodyPr wrap="square" rtlCol="0">
            <a:spAutoFit/>
          </a:bodyPr>
          <a:lstStyle/>
          <a:p>
            <a:r>
              <a:rPr lang="en-SG" sz="600" noProof="0" dirty="0">
                <a:solidFill>
                  <a:schemeClr val="bg2">
                    <a:lumMod val="50000"/>
                  </a:schemeClr>
                </a:solidFill>
              </a:rPr>
              <a:t>SWEE 2.0 read/writes to Approval Queue/DB</a:t>
            </a:r>
          </a:p>
        </p:txBody>
      </p:sp>
      <p:sp>
        <p:nvSpPr>
          <p:cNvPr id="103" name="TextBox 102">
            <a:extLst>
              <a:ext uri="{FF2B5EF4-FFF2-40B4-BE49-F238E27FC236}">
                <a16:creationId xmlns:a16="http://schemas.microsoft.com/office/drawing/2014/main" id="{380A8E89-4B1D-6E4D-AE08-21611564DBC5}"/>
              </a:ext>
            </a:extLst>
          </p:cNvPr>
          <p:cNvSpPr txBox="1"/>
          <p:nvPr/>
        </p:nvSpPr>
        <p:spPr>
          <a:xfrm>
            <a:off x="4605574" y="2204733"/>
            <a:ext cx="1601123" cy="369332"/>
          </a:xfrm>
          <a:prstGeom prst="rect">
            <a:avLst/>
          </a:prstGeom>
          <a:noFill/>
        </p:spPr>
        <p:txBody>
          <a:bodyPr wrap="square" rtlCol="0">
            <a:spAutoFit/>
          </a:bodyPr>
          <a:lstStyle/>
          <a:p>
            <a:r>
              <a:rPr lang="en-SG" sz="600" noProof="0" dirty="0">
                <a:solidFill>
                  <a:schemeClr val="bg2">
                    <a:lumMod val="50000"/>
                  </a:schemeClr>
                </a:solidFill>
              </a:rPr>
              <a:t>9. Entra, I have a valid agent and user’s OBO access token, please give me a token for </a:t>
            </a:r>
            <a:r>
              <a:rPr lang="en-SG" sz="600" noProof="0" dirty="0" err="1">
                <a:solidFill>
                  <a:schemeClr val="bg2">
                    <a:lumMod val="50000"/>
                  </a:schemeClr>
                </a:solidFill>
              </a:rPr>
              <a:t>Tools.Execute</a:t>
            </a:r>
            <a:r>
              <a:rPr lang="en-SG" sz="600" noProof="0" dirty="0">
                <a:solidFill>
                  <a:schemeClr val="bg2">
                    <a:lumMod val="50000"/>
                  </a:schemeClr>
                </a:solidFill>
              </a:rPr>
              <a:t> on their behalf (OBO)</a:t>
            </a:r>
          </a:p>
        </p:txBody>
      </p:sp>
      <p:cxnSp>
        <p:nvCxnSpPr>
          <p:cNvPr id="104" name="Connector: Elbow 103">
            <a:extLst>
              <a:ext uri="{FF2B5EF4-FFF2-40B4-BE49-F238E27FC236}">
                <a16:creationId xmlns:a16="http://schemas.microsoft.com/office/drawing/2014/main" id="{D8E33B7A-2A68-5EEC-F5DA-08E38BC8D6DA}"/>
              </a:ext>
            </a:extLst>
          </p:cNvPr>
          <p:cNvCxnSpPr>
            <a:cxnSpLocks/>
          </p:cNvCxnSpPr>
          <p:nvPr/>
        </p:nvCxnSpPr>
        <p:spPr>
          <a:xfrm rot="5400000">
            <a:off x="4915332" y="2949991"/>
            <a:ext cx="720000" cy="1656000"/>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07" name="TextBox 106">
            <a:extLst>
              <a:ext uri="{FF2B5EF4-FFF2-40B4-BE49-F238E27FC236}">
                <a16:creationId xmlns:a16="http://schemas.microsoft.com/office/drawing/2014/main" id="{97523F8D-F58C-555F-28F5-00A84DDB18F4}"/>
              </a:ext>
            </a:extLst>
          </p:cNvPr>
          <p:cNvSpPr txBox="1"/>
          <p:nvPr/>
        </p:nvSpPr>
        <p:spPr>
          <a:xfrm>
            <a:off x="4405016" y="3707054"/>
            <a:ext cx="1831547" cy="369332"/>
          </a:xfrm>
          <a:prstGeom prst="rect">
            <a:avLst/>
          </a:prstGeom>
          <a:noFill/>
        </p:spPr>
        <p:txBody>
          <a:bodyPr wrap="square" rtlCol="0">
            <a:spAutoFit/>
          </a:bodyPr>
          <a:lstStyle/>
          <a:p>
            <a:r>
              <a:rPr lang="en-SG" sz="600" noProof="0" dirty="0">
                <a:solidFill>
                  <a:schemeClr val="bg2">
                    <a:lumMod val="50000"/>
                  </a:schemeClr>
                </a:solidFill>
              </a:rPr>
              <a:t>13. Hey orchestrator, HITL approval was obtained and the MCP server returned a response, you may resume your workflow now.</a:t>
            </a:r>
          </a:p>
        </p:txBody>
      </p:sp>
      <p:cxnSp>
        <p:nvCxnSpPr>
          <p:cNvPr id="108" name="Straight Arrow Connector 107">
            <a:extLst>
              <a:ext uri="{FF2B5EF4-FFF2-40B4-BE49-F238E27FC236}">
                <a16:creationId xmlns:a16="http://schemas.microsoft.com/office/drawing/2014/main" id="{97A5EA5F-4E48-E9A0-720D-28B0DE8DD965}"/>
              </a:ext>
            </a:extLst>
          </p:cNvPr>
          <p:cNvCxnSpPr>
            <a:cxnSpLocks/>
          </p:cNvCxnSpPr>
          <p:nvPr/>
        </p:nvCxnSpPr>
        <p:spPr>
          <a:xfrm flipH="1" flipV="1">
            <a:off x="3841909" y="2495124"/>
            <a:ext cx="1355" cy="1473540"/>
          </a:xfrm>
          <a:prstGeom prst="straightConnector1">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111" name="TextBox 110">
            <a:extLst>
              <a:ext uri="{FF2B5EF4-FFF2-40B4-BE49-F238E27FC236}">
                <a16:creationId xmlns:a16="http://schemas.microsoft.com/office/drawing/2014/main" id="{F46B1B1D-F359-46BF-FECD-20B3C976FB09}"/>
              </a:ext>
            </a:extLst>
          </p:cNvPr>
          <p:cNvSpPr txBox="1"/>
          <p:nvPr/>
        </p:nvSpPr>
        <p:spPr>
          <a:xfrm>
            <a:off x="2700968" y="2934873"/>
            <a:ext cx="1259297" cy="276999"/>
          </a:xfrm>
          <a:prstGeom prst="rect">
            <a:avLst/>
          </a:prstGeom>
          <a:noFill/>
        </p:spPr>
        <p:txBody>
          <a:bodyPr wrap="square" rtlCol="0">
            <a:spAutoFit/>
          </a:bodyPr>
          <a:lstStyle/>
          <a:p>
            <a:r>
              <a:rPr lang="en-SG" sz="600" noProof="0" dirty="0">
                <a:solidFill>
                  <a:schemeClr val="bg2">
                    <a:lumMod val="50000"/>
                  </a:schemeClr>
                </a:solidFill>
              </a:rPr>
              <a:t>14. Agent, please continue the workflow with this new response</a:t>
            </a:r>
          </a:p>
        </p:txBody>
      </p:sp>
      <p:sp>
        <p:nvSpPr>
          <p:cNvPr id="3" name="Footer Placeholder 3">
            <a:extLst>
              <a:ext uri="{FF2B5EF4-FFF2-40B4-BE49-F238E27FC236}">
                <a16:creationId xmlns:a16="http://schemas.microsoft.com/office/drawing/2014/main" id="{C57DE048-0152-F1D4-BA65-85410315289F}"/>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7" name="TextBox 6">
            <a:extLst>
              <a:ext uri="{FF2B5EF4-FFF2-40B4-BE49-F238E27FC236}">
                <a16:creationId xmlns:a16="http://schemas.microsoft.com/office/drawing/2014/main" id="{56EC6A35-E16A-321B-14B5-5A84EE7673B6}"/>
              </a:ext>
            </a:extLst>
          </p:cNvPr>
          <p:cNvSpPr txBox="1"/>
          <p:nvPr/>
        </p:nvSpPr>
        <p:spPr>
          <a:xfrm>
            <a:off x="9054703" y="125815"/>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rPr>
              <a:t>For Confirmation</a:t>
            </a:r>
          </a:p>
        </p:txBody>
      </p:sp>
      <p:pic>
        <p:nvPicPr>
          <p:cNvPr id="10" name="Picture 14" descr="Icon Of A Rounded Red Exclamation Sign In, Excitement, Caution, Beware PNG  Transparent Image and Clipart for Free Download">
            <a:extLst>
              <a:ext uri="{FF2B5EF4-FFF2-40B4-BE49-F238E27FC236}">
                <a16:creationId xmlns:a16="http://schemas.microsoft.com/office/drawing/2014/main" id="{BC7E290D-F20D-DA37-A11C-21701E5A02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4883" y="60513"/>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63221"/>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B4041-6642-E671-6227-D6A1CA729C9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1430E8-87E2-099E-996D-C88E3B6A97C9}"/>
              </a:ext>
            </a:extLst>
          </p:cNvPr>
          <p:cNvSpPr>
            <a:spLocks noGrp="1"/>
          </p:cNvSpPr>
          <p:nvPr>
            <p:ph type="sldNum" sz="quarter" idx="12"/>
          </p:nvPr>
        </p:nvSpPr>
        <p:spPr/>
        <p:txBody>
          <a:bodyPr/>
          <a:lstStyle/>
          <a:p>
            <a:fld id="{5DF5AE18-F94A-B54C-9347-4CAFB5D76058}" type="slidenum">
              <a:rPr lang="en-SG" noProof="0" smtClean="0"/>
              <a:t>14</a:t>
            </a:fld>
            <a:endParaRPr lang="en-SG" noProof="0" dirty="0"/>
          </a:p>
        </p:txBody>
      </p:sp>
      <p:sp>
        <p:nvSpPr>
          <p:cNvPr id="3" name="Title 1">
            <a:extLst>
              <a:ext uri="{FF2B5EF4-FFF2-40B4-BE49-F238E27FC236}">
                <a16:creationId xmlns:a16="http://schemas.microsoft.com/office/drawing/2014/main" id="{800432C1-A345-01DD-9FF2-2A8818D4B032}"/>
              </a:ext>
            </a:extLst>
          </p:cNvPr>
          <p:cNvSpPr txBox="1">
            <a:spLocks/>
          </p:cNvSpPr>
          <p:nvPr/>
        </p:nvSpPr>
        <p:spPr>
          <a:xfrm>
            <a:off x="233548" y="207065"/>
            <a:ext cx="7494270" cy="365126"/>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2000" b="1" noProof="0" dirty="0">
                <a:latin typeface="+mn-lt"/>
              </a:rPr>
              <a:t>Token Exchange – Execution Phase (Synchronous – Non-IRIN3 – HITL)</a:t>
            </a:r>
          </a:p>
        </p:txBody>
      </p:sp>
      <p:sp>
        <p:nvSpPr>
          <p:cNvPr id="9" name="Title 1">
            <a:extLst>
              <a:ext uri="{FF2B5EF4-FFF2-40B4-BE49-F238E27FC236}">
                <a16:creationId xmlns:a16="http://schemas.microsoft.com/office/drawing/2014/main" id="{3B43DABF-6F1F-4DEB-FA21-DE8E5D401EDB}"/>
              </a:ext>
            </a:extLst>
          </p:cNvPr>
          <p:cNvSpPr txBox="1">
            <a:spLocks/>
          </p:cNvSpPr>
          <p:nvPr/>
        </p:nvSpPr>
        <p:spPr>
          <a:xfrm>
            <a:off x="8029474" y="389628"/>
            <a:ext cx="3928978" cy="48914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200" b="1" noProof="0" dirty="0">
                <a:solidFill>
                  <a:srgbClr val="FF0000"/>
                </a:solidFill>
                <a:latin typeface="Source Sans Pro" panose="020B0503030403020204" pitchFamily="34" charset="0"/>
                <a:ea typeface="Source Sans Pro" panose="020B0503030403020204" pitchFamily="34" charset="0"/>
              </a:rPr>
              <a:t>For external participants to propose an alternative flow</a:t>
            </a:r>
          </a:p>
          <a:p>
            <a:r>
              <a:rPr lang="en-US" sz="1200" b="1" dirty="0">
                <a:solidFill>
                  <a:srgbClr val="FF0000"/>
                </a:solidFill>
                <a:latin typeface="Source Sans Pro" panose="020B0503030403020204" pitchFamily="34" charset="0"/>
                <a:ea typeface="Source Sans Pro" panose="020B0503030403020204" pitchFamily="34" charset="0"/>
              </a:rPr>
              <a:t>(if any)</a:t>
            </a:r>
            <a:endParaRPr lang="en-SG" sz="1200" b="1" noProof="0" dirty="0">
              <a:solidFill>
                <a:srgbClr val="FF0000"/>
              </a:solidFill>
              <a:latin typeface="Source Sans Pro" panose="020B0503030403020204" pitchFamily="34" charset="0"/>
              <a:ea typeface="Source Sans Pro" panose="020B0503030403020204" pitchFamily="34" charset="0"/>
            </a:endParaRPr>
          </a:p>
        </p:txBody>
      </p:sp>
      <p:sp>
        <p:nvSpPr>
          <p:cNvPr id="10" name="TextBox 9">
            <a:extLst>
              <a:ext uri="{FF2B5EF4-FFF2-40B4-BE49-F238E27FC236}">
                <a16:creationId xmlns:a16="http://schemas.microsoft.com/office/drawing/2014/main" id="{857F0713-2671-7A0B-B76A-EB20EC8CBF30}"/>
              </a:ext>
            </a:extLst>
          </p:cNvPr>
          <p:cNvSpPr txBox="1"/>
          <p:nvPr/>
        </p:nvSpPr>
        <p:spPr>
          <a:xfrm>
            <a:off x="8029474" y="10227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p>
        </p:txBody>
      </p:sp>
      <p:pic>
        <p:nvPicPr>
          <p:cNvPr id="11" name="Picture 14" descr="Icon Of A Rounded Red Exclamation Sign In, Excitement, Caution, Beware PNG  Transparent Image and Clipart for Free Download">
            <a:extLst>
              <a:ext uri="{FF2B5EF4-FFF2-40B4-BE49-F238E27FC236}">
                <a16:creationId xmlns:a16="http://schemas.microsoft.com/office/drawing/2014/main" id="{74153763-D732-CFFD-75C9-BF1FEFF86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1529" y="120102"/>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1523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FCA87-8592-1EC6-D183-EF2C4D78D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415531-03F3-6520-506E-4D1EF639B95D}"/>
              </a:ext>
            </a:extLst>
          </p:cNvPr>
          <p:cNvSpPr>
            <a:spLocks noGrp="1"/>
          </p:cNvSpPr>
          <p:nvPr>
            <p:ph type="title"/>
          </p:nvPr>
        </p:nvSpPr>
        <p:spPr>
          <a:xfrm>
            <a:off x="667351" y="136525"/>
            <a:ext cx="10515600" cy="425507"/>
          </a:xfrm>
        </p:spPr>
        <p:txBody>
          <a:bodyPr>
            <a:normAutofit/>
          </a:bodyPr>
          <a:lstStyle/>
          <a:p>
            <a:r>
              <a:rPr lang="en-SG" sz="2000" noProof="0" dirty="0"/>
              <a:t>Agent Identity </a:t>
            </a:r>
          </a:p>
        </p:txBody>
      </p:sp>
      <p:sp>
        <p:nvSpPr>
          <p:cNvPr id="4" name="Slide Number Placeholder 3">
            <a:extLst>
              <a:ext uri="{FF2B5EF4-FFF2-40B4-BE49-F238E27FC236}">
                <a16:creationId xmlns:a16="http://schemas.microsoft.com/office/drawing/2014/main" id="{C6FD74FE-BF61-16A8-E688-ADF993C7792D}"/>
              </a:ext>
            </a:extLst>
          </p:cNvPr>
          <p:cNvSpPr>
            <a:spLocks noGrp="1"/>
          </p:cNvSpPr>
          <p:nvPr>
            <p:ph type="sldNum" sz="quarter" idx="12"/>
          </p:nvPr>
        </p:nvSpPr>
        <p:spPr/>
        <p:txBody>
          <a:bodyPr/>
          <a:lstStyle/>
          <a:p>
            <a:fld id="{5DF5AE18-F94A-B54C-9347-4CAFB5D76058}" type="slidenum">
              <a:rPr lang="en-SG" noProof="0" smtClean="0"/>
              <a:pPr/>
              <a:t>15</a:t>
            </a:fld>
            <a:endParaRPr lang="en-SG" noProof="0" dirty="0"/>
          </a:p>
        </p:txBody>
      </p:sp>
      <p:graphicFrame>
        <p:nvGraphicFramePr>
          <p:cNvPr id="3" name="Table 2">
            <a:extLst>
              <a:ext uri="{FF2B5EF4-FFF2-40B4-BE49-F238E27FC236}">
                <a16:creationId xmlns:a16="http://schemas.microsoft.com/office/drawing/2014/main" id="{739E263B-D138-EC40-DD76-B2896D6459AD}"/>
              </a:ext>
            </a:extLst>
          </p:cNvPr>
          <p:cNvGraphicFramePr>
            <a:graphicFrameLocks noGrp="1"/>
          </p:cNvGraphicFramePr>
          <p:nvPr>
            <p:extLst>
              <p:ext uri="{D42A27DB-BD31-4B8C-83A1-F6EECF244321}">
                <p14:modId xmlns:p14="http://schemas.microsoft.com/office/powerpoint/2010/main" val="26412846"/>
              </p:ext>
            </p:extLst>
          </p:nvPr>
        </p:nvGraphicFramePr>
        <p:xfrm>
          <a:off x="667351" y="1018395"/>
          <a:ext cx="11316104" cy="4936932"/>
        </p:xfrm>
        <a:graphic>
          <a:graphicData uri="http://schemas.openxmlformats.org/drawingml/2006/table">
            <a:tbl>
              <a:tblPr firstRow="1" bandRow="1">
                <a:tableStyleId>{7E9639D4-E3E2-4D34-9284-5A2195B3D0D7}</a:tableStyleId>
              </a:tblPr>
              <a:tblGrid>
                <a:gridCol w="439554">
                  <a:extLst>
                    <a:ext uri="{9D8B030D-6E8A-4147-A177-3AD203B41FA5}">
                      <a16:colId xmlns:a16="http://schemas.microsoft.com/office/drawing/2014/main" val="3314179839"/>
                    </a:ext>
                  </a:extLst>
                </a:gridCol>
                <a:gridCol w="1116531">
                  <a:extLst>
                    <a:ext uri="{9D8B030D-6E8A-4147-A177-3AD203B41FA5}">
                      <a16:colId xmlns:a16="http://schemas.microsoft.com/office/drawing/2014/main" val="4023126614"/>
                    </a:ext>
                  </a:extLst>
                </a:gridCol>
                <a:gridCol w="2627697">
                  <a:extLst>
                    <a:ext uri="{9D8B030D-6E8A-4147-A177-3AD203B41FA5}">
                      <a16:colId xmlns:a16="http://schemas.microsoft.com/office/drawing/2014/main" val="3109461255"/>
                    </a:ext>
                  </a:extLst>
                </a:gridCol>
                <a:gridCol w="2396690">
                  <a:extLst>
                    <a:ext uri="{9D8B030D-6E8A-4147-A177-3AD203B41FA5}">
                      <a16:colId xmlns:a16="http://schemas.microsoft.com/office/drawing/2014/main" val="342121196"/>
                    </a:ext>
                  </a:extLst>
                </a:gridCol>
                <a:gridCol w="3214837">
                  <a:extLst>
                    <a:ext uri="{9D8B030D-6E8A-4147-A177-3AD203B41FA5}">
                      <a16:colId xmlns:a16="http://schemas.microsoft.com/office/drawing/2014/main" val="988894772"/>
                    </a:ext>
                  </a:extLst>
                </a:gridCol>
                <a:gridCol w="1520795">
                  <a:extLst>
                    <a:ext uri="{9D8B030D-6E8A-4147-A177-3AD203B41FA5}">
                      <a16:colId xmlns:a16="http://schemas.microsoft.com/office/drawing/2014/main" val="35201252"/>
                    </a:ext>
                  </a:extLst>
                </a:gridCol>
              </a:tblGrid>
              <a:tr h="303972">
                <a:tc>
                  <a:txBody>
                    <a:bodyPr/>
                    <a:lstStyle/>
                    <a:p>
                      <a:r>
                        <a:rPr lang="en-SG" sz="1100" noProof="0" dirty="0">
                          <a:latin typeface="Source Sans Pro" panose="020B0503030403020204" pitchFamily="34" charset="0"/>
                          <a:ea typeface="Source Sans Pro" panose="020B0503030403020204" pitchFamily="34" charset="0"/>
                        </a:rPr>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latin typeface="Source Sans Pro" panose="020B0503030403020204" pitchFamily="34" charset="0"/>
                          <a:ea typeface="Source Sans Pro" panose="020B0503030403020204" pitchFamily="34" charset="0"/>
                        </a:rPr>
                        <a:t>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latin typeface="Source Sans Pro" panose="020B0503030403020204" pitchFamily="34" charset="0"/>
                          <a:ea typeface="Source Sans Pro" panose="020B0503030403020204" pitchFamily="34"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latin typeface="Source Sans Pro" panose="020B0503030403020204" pitchFamily="34" charset="0"/>
                          <a:ea typeface="Source Sans Pro" panose="020B0503030403020204" pitchFamily="34" charset="0"/>
                        </a:rPr>
                        <a:t>Pros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latin typeface="Source Sans Pro" panose="020B0503030403020204" pitchFamily="34" charset="0"/>
                          <a:ea typeface="Source Sans Pro" panose="020B0503030403020204" pitchFamily="34" charset="0"/>
                        </a:rPr>
                        <a:t>Cons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latin typeface="Source Sans Pro" panose="020B0503030403020204" pitchFamily="34" charset="0"/>
                          <a:ea typeface="Source Sans Pro" panose="020B0503030403020204" pitchFamily="34" charset="0"/>
                        </a:rPr>
                        <a:t>Participant Remarks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1402267">
                <a:tc>
                  <a:txBody>
                    <a:bodyPr/>
                    <a:lstStyle/>
                    <a:p>
                      <a:r>
                        <a:rPr lang="en-SG" sz="1100" noProof="0" dirty="0">
                          <a:latin typeface="Source Sans Pro" panose="020B0503030403020204" pitchFamily="34" charset="0"/>
                          <a:ea typeface="Source Sans Pro" panose="020B0503030403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latin typeface="Source Sans Pro" panose="020B0503030403020204" pitchFamily="34" charset="0"/>
                          <a:ea typeface="Source Sans Pro" panose="020B0503030403020204" pitchFamily="34" charset="0"/>
                        </a:rPr>
                        <a:t>Microsoft Entra Agent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latin typeface="Source Sans Pro" panose="020B0503030403020204" pitchFamily="34" charset="0"/>
                          <a:ea typeface="Source Sans Pro" panose="020B0503030403020204" pitchFamily="34" charset="0"/>
                        </a:rPr>
                        <a:t>Azure-native identity type for autonomous agents using "Blueprints”.</a:t>
                      </a:r>
                    </a:p>
                    <a:p>
                      <a:endParaRPr lang="en-SG" sz="1100" noProof="0" dirty="0">
                        <a:latin typeface="Source Sans Pro" panose="020B0503030403020204" pitchFamily="34" charset="0"/>
                        <a:ea typeface="Source Sans Pro" panose="020B0503030403020204" pitchFamily="34" charset="0"/>
                      </a:endParaRPr>
                    </a:p>
                    <a:p>
                      <a:r>
                        <a:rPr lang="en-SG" sz="1100" noProof="0" dirty="0">
                          <a:latin typeface="Source Sans Pro" panose="020B0503030403020204" pitchFamily="34" charset="0"/>
                          <a:ea typeface="Source Sans Pro" panose="020B0503030403020204" pitchFamily="34" charset="0"/>
                        </a:rPr>
                        <a:t>One blueprint parent can have many agent identities.</a:t>
                      </a:r>
                    </a:p>
                    <a:p>
                      <a:endParaRPr lang="en-SG" sz="1100" noProof="0" dirty="0">
                        <a:latin typeface="Source Sans Pro" panose="020B0503030403020204" pitchFamily="34" charset="0"/>
                        <a:ea typeface="Source Sans Pro" panose="020B0503030403020204" pitchFamily="34" charset="0"/>
                      </a:endParaRPr>
                    </a:p>
                    <a:p>
                      <a:r>
                        <a:rPr lang="en-SG" sz="1100" noProof="0" dirty="0">
                          <a:latin typeface="Source Sans Pro" panose="020B0503030403020204" pitchFamily="34" charset="0"/>
                          <a:ea typeface="Source Sans Pro" panose="020B0503030403020204" pitchFamily="34" charset="0"/>
                        </a:rPr>
                        <a:t>An agent identity is a special type of Service Principal.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Azure-native, high ecosystem synergy</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Simplifies M365/Azure integration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Currently in public preview; availability in GCC 2.0 remains uncertain.</a:t>
                      </a:r>
                    </a:p>
                    <a:p>
                      <a:pPr marL="171450" indent="-171450">
                        <a:buFont typeface="Arial" panose="020B0604020202020204" pitchFamily="34" charset="0"/>
                        <a:buChar char="•"/>
                      </a:pPr>
                      <a:r>
                        <a:rPr lang="en-SG" sz="1100" noProof="0" dirty="0" err="1">
                          <a:latin typeface="Source Sans Pro" panose="020B0503030403020204" pitchFamily="34" charset="0"/>
                          <a:ea typeface="Source Sans Pro" panose="020B0503030403020204" pitchFamily="34" charset="0"/>
                        </a:rPr>
                        <a:t>GovTech</a:t>
                      </a:r>
                      <a:r>
                        <a:rPr lang="en-SG" sz="1100" noProof="0" dirty="0">
                          <a:latin typeface="Source Sans Pro" panose="020B0503030403020204" pitchFamily="34" charset="0"/>
                          <a:ea typeface="Source Sans Pro" panose="020B0503030403020204" pitchFamily="34" charset="0"/>
                        </a:rPr>
                        <a:t> may impose specific policy restrictions within the GCC 2.0 environment.</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Early-phase development suggests maturity levels may not yet meet production standards.</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Risk of vendor lock-in; centralized Azure changes could negatively impact AO/AIGP/WOI.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1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8590357"/>
                  </a:ext>
                </a:extLst>
              </a:tr>
              <a:tr h="1215674">
                <a:tc>
                  <a:txBody>
                    <a:bodyPr/>
                    <a:lstStyle/>
                    <a:p>
                      <a:r>
                        <a:rPr lang="en-SG" sz="1100" noProof="0" dirty="0">
                          <a:latin typeface="Source Sans Pro" panose="020B0503030403020204" pitchFamily="34" charset="0"/>
                          <a:ea typeface="Source Sans Pro" panose="020B0503030403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latin typeface="Source Sans Pro" panose="020B0503030403020204" pitchFamily="34" charset="0"/>
                          <a:ea typeface="Source Sans Pro" panose="020B0503030403020204" pitchFamily="34" charset="0"/>
                        </a:rPr>
                        <a:t>ForgeRock (now Ping Identity),</a:t>
                      </a:r>
                    </a:p>
                    <a:p>
                      <a:r>
                        <a:rPr lang="en-SG" sz="1100" noProof="0" dirty="0">
                          <a:latin typeface="Source Sans Pro" panose="020B0503030403020204" pitchFamily="34" charset="0"/>
                          <a:ea typeface="Source Sans Pro" panose="020B0503030403020204" pitchFamily="34" charset="0"/>
                        </a:rPr>
                        <a:t>Use IRIN3’s or bring it in UDP’s own ForgeRock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ForgeRock has a feature to create agent identities</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We create the agent identity in IRIN3 ForgeRock</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AO agents will call IRIN3 ForgeRock to get authentication token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High synergy with IRIN3 access management and governance.</a:t>
                      </a:r>
                    </a:p>
                    <a:p>
                      <a:pPr marL="285750" indent="-2857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Already existing in IRAS; no need for re-onboarding, just enhancement to handle more load.</a:t>
                      </a:r>
                    </a:p>
                    <a:p>
                      <a:pPr marL="285750" indent="-2857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Enables centralised identity management across internal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Tight coupling: Every agent management request from AO must pass through ForgeRock, even for non-IRIN3 tasks.</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Performance overhead: Increased load on IRIN3 IAM for high-frequency agent tokens.</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Management complexity: AO must be built to handle ForgeRock’s specific OAuth2/OIDC flows for agent identities.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1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9588714"/>
                  </a:ext>
                </a:extLst>
              </a:tr>
              <a:tr h="581792">
                <a:tc>
                  <a:txBody>
                    <a:bodyPr/>
                    <a:lstStyle/>
                    <a:p>
                      <a:r>
                        <a:rPr lang="en-SG" sz="1100" noProof="0" dirty="0">
                          <a:latin typeface="Source Sans Pro" panose="020B0503030403020204" pitchFamily="34" charset="0"/>
                          <a:ea typeface="Source Sans Pro" panose="020B0503030403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latin typeface="Source Sans Pro" panose="020B0503030403020204" pitchFamily="34" charset="0"/>
                          <a:ea typeface="Source Sans Pro" panose="020B0503030403020204" pitchFamily="34" charset="0"/>
                        </a:rPr>
                        <a:t>Traditional machine identification (managed identity, service principal)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latin typeface="Source Sans Pro" panose="020B0503030403020204" pitchFamily="34" charset="0"/>
                          <a:ea typeface="Source Sans Pro" panose="020B0503030403020204" pitchFamily="34" charset="0"/>
                        </a:rPr>
                        <a:t>Uses static Service Principals or Managed Identities tied to specific cloud resources, e.g., container runtime agent is running 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 Proven maturity; already in-use and familiar to IRAS teams.</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Zero or low additional cost for basic implementation.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Weak identity &amp; traceability: Service principals are often shared across agents, limiting agent‑level attribution and auditability.</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Coarse access control: Broad app roles and static assignments make fine‑grained, context‑aware least‑privilege hard to enforce.</a:t>
                      </a:r>
                    </a:p>
                    <a:p>
                      <a:pPr marL="171450" indent="-171450">
                        <a:buFont typeface="Arial" panose="020B0604020202020204" pitchFamily="34" charset="0"/>
                        <a:buChar char="•"/>
                      </a:pPr>
                      <a:r>
                        <a:rPr lang="en-SG" sz="1100" noProof="0" dirty="0">
                          <a:latin typeface="Source Sans Pro" panose="020B0503030403020204" pitchFamily="34" charset="0"/>
                          <a:ea typeface="Source Sans Pro" panose="020B0503030403020204" pitchFamily="34" charset="0"/>
                        </a:rPr>
                        <a:t>Large blast radius: Long‑lived credentials and permission sprawl increase impact and slow containment if compromised.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100" noProof="0" dirty="0">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3651365"/>
                  </a:ext>
                </a:extLst>
              </a:tr>
            </a:tbl>
          </a:graphicData>
        </a:graphic>
      </p:graphicFrame>
      <p:sp>
        <p:nvSpPr>
          <p:cNvPr id="7" name="Title 1">
            <a:extLst>
              <a:ext uri="{FF2B5EF4-FFF2-40B4-BE49-F238E27FC236}">
                <a16:creationId xmlns:a16="http://schemas.microsoft.com/office/drawing/2014/main" id="{DB09AD43-93DF-0044-4309-8204D23C1D36}"/>
              </a:ext>
            </a:extLst>
          </p:cNvPr>
          <p:cNvSpPr txBox="1">
            <a:spLocks/>
          </p:cNvSpPr>
          <p:nvPr/>
        </p:nvSpPr>
        <p:spPr>
          <a:xfrm>
            <a:off x="667351" y="524974"/>
            <a:ext cx="10515600"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Options Comparison</a:t>
            </a:r>
          </a:p>
        </p:txBody>
      </p:sp>
      <p:sp>
        <p:nvSpPr>
          <p:cNvPr id="8" name="TextBox 7">
            <a:extLst>
              <a:ext uri="{FF2B5EF4-FFF2-40B4-BE49-F238E27FC236}">
                <a16:creationId xmlns:a16="http://schemas.microsoft.com/office/drawing/2014/main" id="{A84C315D-DF61-906F-24ED-861AA0FA5D3C}"/>
              </a:ext>
            </a:extLst>
          </p:cNvPr>
          <p:cNvSpPr txBox="1"/>
          <p:nvPr/>
        </p:nvSpPr>
        <p:spPr>
          <a:xfrm>
            <a:off x="562346" y="6126514"/>
            <a:ext cx="10336882" cy="646331"/>
          </a:xfrm>
          <a:prstGeom prst="rect">
            <a:avLst/>
          </a:prstGeom>
          <a:noFill/>
        </p:spPr>
        <p:txBody>
          <a:bodyPr wrap="square">
            <a:spAutoFit/>
          </a:bodyPr>
          <a:lstStyle/>
          <a:p>
            <a:r>
              <a:rPr lang="en-SG" sz="1200" noProof="0" dirty="0">
                <a:latin typeface="Source Sans Pro" panose="020B0503030403020204" pitchFamily="34" charset="0"/>
                <a:ea typeface="Source Sans Pro" panose="020B0503030403020204" pitchFamily="34" charset="0"/>
              </a:rPr>
              <a:t>Our recommendation: Because the timeline for Entra Agent Identity to become available in Azure GCC 2.0 remains uncertain, we recommend using traditional machine identities first, such as Service Principal or Managed Identity. The solution should be designed so that, once Entra Agent Identity becomes available, the identity type can be switched seamlessly.</a:t>
            </a:r>
          </a:p>
        </p:txBody>
      </p:sp>
      <p:sp>
        <p:nvSpPr>
          <p:cNvPr id="5" name="Footer Placeholder 3">
            <a:extLst>
              <a:ext uri="{FF2B5EF4-FFF2-40B4-BE49-F238E27FC236}">
                <a16:creationId xmlns:a16="http://schemas.microsoft.com/office/drawing/2014/main" id="{FD4A0FC5-D6C0-68E2-2B8D-F31DC4F028A5}"/>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6" name="TextBox 5">
            <a:extLst>
              <a:ext uri="{FF2B5EF4-FFF2-40B4-BE49-F238E27FC236}">
                <a16:creationId xmlns:a16="http://schemas.microsoft.com/office/drawing/2014/main" id="{D9CE11EC-7E91-9DF5-B691-51C0716442F3}"/>
              </a:ext>
            </a:extLst>
          </p:cNvPr>
          <p:cNvSpPr txBox="1"/>
          <p:nvPr/>
        </p:nvSpPr>
        <p:spPr>
          <a:xfrm>
            <a:off x="9505131" y="119510"/>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tx2">
                    <a:lumMod val="75000"/>
                    <a:lumOff val="25000"/>
                  </a:schemeClr>
                </a:solidFill>
                <a:effectLst/>
              </a:rPr>
              <a:t>For Information</a:t>
            </a:r>
          </a:p>
        </p:txBody>
      </p:sp>
      <p:pic>
        <p:nvPicPr>
          <p:cNvPr id="11" name="Picture 10" descr="Confirm Generic Blue icon | Freepik">
            <a:extLst>
              <a:ext uri="{FF2B5EF4-FFF2-40B4-BE49-F238E27FC236}">
                <a16:creationId xmlns:a16="http://schemas.microsoft.com/office/drawing/2014/main" id="{E6C7EFA9-2E04-8D8E-C4D6-C1FFC8814F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9624" y="66734"/>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482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3BA45-BAAC-9B70-230D-196E25F0E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196F5-2EB5-E920-527C-26C535BE655A}"/>
              </a:ext>
            </a:extLst>
          </p:cNvPr>
          <p:cNvSpPr>
            <a:spLocks noGrp="1"/>
          </p:cNvSpPr>
          <p:nvPr>
            <p:ph type="title"/>
          </p:nvPr>
        </p:nvSpPr>
        <p:spPr>
          <a:xfrm>
            <a:off x="655319" y="556077"/>
            <a:ext cx="10515600" cy="425507"/>
          </a:xfrm>
        </p:spPr>
        <p:txBody>
          <a:bodyPr>
            <a:normAutofit/>
          </a:bodyPr>
          <a:lstStyle/>
          <a:p>
            <a:r>
              <a:rPr lang="en-SG" sz="2000" noProof="0" dirty="0"/>
              <a:t>Identity Governance and Administration (IGA) for Agent Identity – Non-IRIN3 Scopes</a:t>
            </a:r>
          </a:p>
        </p:txBody>
      </p:sp>
      <p:sp>
        <p:nvSpPr>
          <p:cNvPr id="4" name="Slide Number Placeholder 3">
            <a:extLst>
              <a:ext uri="{FF2B5EF4-FFF2-40B4-BE49-F238E27FC236}">
                <a16:creationId xmlns:a16="http://schemas.microsoft.com/office/drawing/2014/main" id="{616E0D52-4F51-0813-FDF5-8A6D83A60A45}"/>
              </a:ext>
            </a:extLst>
          </p:cNvPr>
          <p:cNvSpPr>
            <a:spLocks noGrp="1"/>
          </p:cNvSpPr>
          <p:nvPr>
            <p:ph type="sldNum" sz="quarter" idx="12"/>
          </p:nvPr>
        </p:nvSpPr>
        <p:spPr/>
        <p:txBody>
          <a:bodyPr/>
          <a:lstStyle/>
          <a:p>
            <a:fld id="{5DF5AE18-F94A-B54C-9347-4CAFB5D76058}" type="slidenum">
              <a:rPr lang="en-SG" noProof="0" smtClean="0"/>
              <a:pPr/>
              <a:t>16</a:t>
            </a:fld>
            <a:endParaRPr lang="en-SG" noProof="0" dirty="0"/>
          </a:p>
        </p:txBody>
      </p:sp>
      <p:graphicFrame>
        <p:nvGraphicFramePr>
          <p:cNvPr id="6" name="Table 5">
            <a:extLst>
              <a:ext uri="{FF2B5EF4-FFF2-40B4-BE49-F238E27FC236}">
                <a16:creationId xmlns:a16="http://schemas.microsoft.com/office/drawing/2014/main" id="{59A4363B-813A-7225-7631-67BED3912E4D}"/>
              </a:ext>
            </a:extLst>
          </p:cNvPr>
          <p:cNvGraphicFramePr>
            <a:graphicFrameLocks noGrp="1"/>
          </p:cNvGraphicFramePr>
          <p:nvPr>
            <p:extLst>
              <p:ext uri="{D42A27DB-BD31-4B8C-83A1-F6EECF244321}">
                <p14:modId xmlns:p14="http://schemas.microsoft.com/office/powerpoint/2010/main" val="2379309813"/>
              </p:ext>
            </p:extLst>
          </p:nvPr>
        </p:nvGraphicFramePr>
        <p:xfrm>
          <a:off x="604519" y="1329975"/>
          <a:ext cx="11363874" cy="4754880"/>
        </p:xfrm>
        <a:graphic>
          <a:graphicData uri="http://schemas.openxmlformats.org/drawingml/2006/table">
            <a:tbl>
              <a:tblPr firstRow="1" bandRow="1">
                <a:tableStyleId>{7E9639D4-E3E2-4D34-9284-5A2195B3D0D7}</a:tableStyleId>
              </a:tblPr>
              <a:tblGrid>
                <a:gridCol w="504000">
                  <a:extLst>
                    <a:ext uri="{9D8B030D-6E8A-4147-A177-3AD203B41FA5}">
                      <a16:colId xmlns:a16="http://schemas.microsoft.com/office/drawing/2014/main" val="3314179839"/>
                    </a:ext>
                  </a:extLst>
                </a:gridCol>
                <a:gridCol w="1764000">
                  <a:extLst>
                    <a:ext uri="{9D8B030D-6E8A-4147-A177-3AD203B41FA5}">
                      <a16:colId xmlns:a16="http://schemas.microsoft.com/office/drawing/2014/main" val="4023126614"/>
                    </a:ext>
                  </a:extLst>
                </a:gridCol>
                <a:gridCol w="4928134">
                  <a:extLst>
                    <a:ext uri="{9D8B030D-6E8A-4147-A177-3AD203B41FA5}">
                      <a16:colId xmlns:a16="http://schemas.microsoft.com/office/drawing/2014/main" val="3109461255"/>
                    </a:ext>
                  </a:extLst>
                </a:gridCol>
                <a:gridCol w="1443790">
                  <a:extLst>
                    <a:ext uri="{9D8B030D-6E8A-4147-A177-3AD203B41FA5}">
                      <a16:colId xmlns:a16="http://schemas.microsoft.com/office/drawing/2014/main" val="2886509354"/>
                    </a:ext>
                  </a:extLst>
                </a:gridCol>
                <a:gridCol w="1617044">
                  <a:extLst>
                    <a:ext uri="{9D8B030D-6E8A-4147-A177-3AD203B41FA5}">
                      <a16:colId xmlns:a16="http://schemas.microsoft.com/office/drawing/2014/main" val="3146771277"/>
                    </a:ext>
                  </a:extLst>
                </a:gridCol>
                <a:gridCol w="1106906">
                  <a:extLst>
                    <a:ext uri="{9D8B030D-6E8A-4147-A177-3AD203B41FA5}">
                      <a16:colId xmlns:a16="http://schemas.microsoft.com/office/drawing/2014/main" val="35201252"/>
                    </a:ext>
                  </a:extLst>
                </a:gridCol>
              </a:tblGrid>
              <a:tr h="448339">
                <a:tc>
                  <a:txBody>
                    <a:bodyPr/>
                    <a:lstStyle/>
                    <a:p>
                      <a:r>
                        <a:rPr lang="en-SG" sz="1400" noProof="0" dirty="0"/>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Pros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Cons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Participant Remarks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1790214">
                <a:tc>
                  <a:txBody>
                    <a:bodyPr/>
                    <a:lstStyle/>
                    <a:p>
                      <a:r>
                        <a:rPr lang="en-SG" sz="1400" noProof="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SailPoint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Preferred option if feasible. INFOD is currently exploring whether non-human identities, such as service principals, can be brought under SailPoint governance, although feasibility is not yet confirmed.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Potentially provides a stronger long-term governance model if support for non-human identities is available.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Feasibility remains uncertain at this stage, particularly for non-human identities.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2021219">
                <a:tc>
                  <a:txBody>
                    <a:bodyPr/>
                    <a:lstStyle/>
                    <a:p>
                      <a:r>
                        <a:rPr lang="en-SG" sz="1400" noProof="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Azure-native governance </a:t>
                      </a:r>
                    </a:p>
                    <a:p>
                      <a:r>
                        <a:rPr lang="en-SG" sz="1400" noProof="0" dirty="0"/>
                        <a:t>(Entra ID, Agent 365…)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Fallback if SailPoint is not feasible. Need to clarify what agencies can manage directly, how scope changes should be handled, and whether manual Entra governance is acceptable as an interim approach.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Lower integration risk because it relies on native platform capabilities and may be more immediately available.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May require manual governance processes and may not provide the same level of centralized governance as a mature IGA approach.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bl>
          </a:graphicData>
        </a:graphic>
      </p:graphicFrame>
      <p:sp>
        <p:nvSpPr>
          <p:cNvPr id="3" name="Footer Placeholder 3">
            <a:extLst>
              <a:ext uri="{FF2B5EF4-FFF2-40B4-BE49-F238E27FC236}">
                <a16:creationId xmlns:a16="http://schemas.microsoft.com/office/drawing/2014/main" id="{3280968D-62FB-C9CE-AD65-656BA9108860}"/>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5" name="TextBox 4">
            <a:extLst>
              <a:ext uri="{FF2B5EF4-FFF2-40B4-BE49-F238E27FC236}">
                <a16:creationId xmlns:a16="http://schemas.microsoft.com/office/drawing/2014/main" id="{66271306-B04A-6440-00AF-2B6CE4548B58}"/>
              </a:ext>
            </a:extLst>
          </p:cNvPr>
          <p:cNvSpPr txBox="1"/>
          <p:nvPr/>
        </p:nvSpPr>
        <p:spPr>
          <a:xfrm>
            <a:off x="9054703" y="125815"/>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accent2"/>
                </a:solidFill>
                <a:effectLst/>
              </a:rPr>
              <a:t>For Inputs (If any)</a:t>
            </a:r>
          </a:p>
        </p:txBody>
      </p:sp>
      <p:pic>
        <p:nvPicPr>
          <p:cNvPr id="7" name="Picture 16" descr="Question mark - Free ui icons">
            <a:extLst>
              <a:ext uri="{FF2B5EF4-FFF2-40B4-BE49-F238E27FC236}">
                <a16:creationId xmlns:a16="http://schemas.microsoft.com/office/drawing/2014/main" id="{3A6A14CD-E453-E5B2-9788-8D9D6AD52A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66229"/>
            <a:ext cx="436707" cy="436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557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BE020-C2C2-C3A5-0FDA-7C142770F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BFED3-0F1E-D5F7-773C-14C252F9F454}"/>
              </a:ext>
            </a:extLst>
          </p:cNvPr>
          <p:cNvSpPr>
            <a:spLocks noGrp="1"/>
          </p:cNvSpPr>
          <p:nvPr>
            <p:ph type="title"/>
          </p:nvPr>
        </p:nvSpPr>
        <p:spPr>
          <a:xfrm>
            <a:off x="655319" y="556077"/>
            <a:ext cx="10515600" cy="425507"/>
          </a:xfrm>
        </p:spPr>
        <p:txBody>
          <a:bodyPr>
            <a:normAutofit/>
          </a:bodyPr>
          <a:lstStyle/>
          <a:p>
            <a:r>
              <a:rPr lang="en-SG" sz="2000" noProof="0" dirty="0"/>
              <a:t>Identity Governance and Administration (IGA) for Agent Identity – IRIN3/ForgeRock Scopes</a:t>
            </a:r>
          </a:p>
        </p:txBody>
      </p:sp>
      <p:sp>
        <p:nvSpPr>
          <p:cNvPr id="4" name="Slide Number Placeholder 3">
            <a:extLst>
              <a:ext uri="{FF2B5EF4-FFF2-40B4-BE49-F238E27FC236}">
                <a16:creationId xmlns:a16="http://schemas.microsoft.com/office/drawing/2014/main" id="{1C74A1E1-C516-3685-7B85-D3DF0E10F23B}"/>
              </a:ext>
            </a:extLst>
          </p:cNvPr>
          <p:cNvSpPr>
            <a:spLocks noGrp="1"/>
          </p:cNvSpPr>
          <p:nvPr>
            <p:ph type="sldNum" sz="quarter" idx="12"/>
          </p:nvPr>
        </p:nvSpPr>
        <p:spPr/>
        <p:txBody>
          <a:bodyPr/>
          <a:lstStyle/>
          <a:p>
            <a:fld id="{5DF5AE18-F94A-B54C-9347-4CAFB5D76058}" type="slidenum">
              <a:rPr lang="en-SG" noProof="0" smtClean="0"/>
              <a:pPr/>
              <a:t>17</a:t>
            </a:fld>
            <a:endParaRPr lang="en-SG" noProof="0" dirty="0"/>
          </a:p>
        </p:txBody>
      </p:sp>
      <p:graphicFrame>
        <p:nvGraphicFramePr>
          <p:cNvPr id="6" name="Table 5">
            <a:extLst>
              <a:ext uri="{FF2B5EF4-FFF2-40B4-BE49-F238E27FC236}">
                <a16:creationId xmlns:a16="http://schemas.microsoft.com/office/drawing/2014/main" id="{A58403B0-05A9-5B27-AA0A-C50C63964957}"/>
              </a:ext>
            </a:extLst>
          </p:cNvPr>
          <p:cNvGraphicFramePr>
            <a:graphicFrameLocks noGrp="1"/>
          </p:cNvGraphicFramePr>
          <p:nvPr>
            <p:extLst>
              <p:ext uri="{D42A27DB-BD31-4B8C-83A1-F6EECF244321}">
                <p14:modId xmlns:p14="http://schemas.microsoft.com/office/powerpoint/2010/main" val="2465612926"/>
              </p:ext>
            </p:extLst>
          </p:nvPr>
        </p:nvGraphicFramePr>
        <p:xfrm>
          <a:off x="604519" y="1329975"/>
          <a:ext cx="11363874" cy="2308374"/>
        </p:xfrm>
        <a:graphic>
          <a:graphicData uri="http://schemas.openxmlformats.org/drawingml/2006/table">
            <a:tbl>
              <a:tblPr firstRow="1" bandRow="1">
                <a:tableStyleId>{7E9639D4-E3E2-4D34-9284-5A2195B3D0D7}</a:tableStyleId>
              </a:tblPr>
              <a:tblGrid>
                <a:gridCol w="504000">
                  <a:extLst>
                    <a:ext uri="{9D8B030D-6E8A-4147-A177-3AD203B41FA5}">
                      <a16:colId xmlns:a16="http://schemas.microsoft.com/office/drawing/2014/main" val="3314179839"/>
                    </a:ext>
                  </a:extLst>
                </a:gridCol>
                <a:gridCol w="1550598">
                  <a:extLst>
                    <a:ext uri="{9D8B030D-6E8A-4147-A177-3AD203B41FA5}">
                      <a16:colId xmlns:a16="http://schemas.microsoft.com/office/drawing/2014/main" val="4023126614"/>
                    </a:ext>
                  </a:extLst>
                </a:gridCol>
                <a:gridCol w="5141536">
                  <a:extLst>
                    <a:ext uri="{9D8B030D-6E8A-4147-A177-3AD203B41FA5}">
                      <a16:colId xmlns:a16="http://schemas.microsoft.com/office/drawing/2014/main" val="3109461255"/>
                    </a:ext>
                  </a:extLst>
                </a:gridCol>
                <a:gridCol w="1443790">
                  <a:extLst>
                    <a:ext uri="{9D8B030D-6E8A-4147-A177-3AD203B41FA5}">
                      <a16:colId xmlns:a16="http://schemas.microsoft.com/office/drawing/2014/main" val="2886509354"/>
                    </a:ext>
                  </a:extLst>
                </a:gridCol>
                <a:gridCol w="1617044">
                  <a:extLst>
                    <a:ext uri="{9D8B030D-6E8A-4147-A177-3AD203B41FA5}">
                      <a16:colId xmlns:a16="http://schemas.microsoft.com/office/drawing/2014/main" val="3146771277"/>
                    </a:ext>
                  </a:extLst>
                </a:gridCol>
                <a:gridCol w="1106906">
                  <a:extLst>
                    <a:ext uri="{9D8B030D-6E8A-4147-A177-3AD203B41FA5}">
                      <a16:colId xmlns:a16="http://schemas.microsoft.com/office/drawing/2014/main" val="35201252"/>
                    </a:ext>
                  </a:extLst>
                </a:gridCol>
              </a:tblGrid>
              <a:tr h="448339">
                <a:tc>
                  <a:txBody>
                    <a:bodyPr/>
                    <a:lstStyle/>
                    <a:p>
                      <a:r>
                        <a:rPr lang="en-SG" sz="1400" noProof="0" dirty="0"/>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Pros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Cons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Participant Remarks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1790214">
                <a:tc>
                  <a:txBody>
                    <a:bodyPr/>
                    <a:lstStyle/>
                    <a:p>
                      <a:r>
                        <a:rPr lang="en-SG" sz="1400" noProof="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IRIN3 ForgeRock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Required approach for assigning IRIN3 scopes. Clarification is needed on whether and how ForgeRock scopes or roles can be granted to agents (directly or indirectly, given Agent Identity will live in </a:t>
                      </a:r>
                      <a:r>
                        <a:rPr lang="en-SG" sz="1400" noProof="0" dirty="0" err="1"/>
                        <a:t>TechPass</a:t>
                      </a:r>
                      <a:r>
                        <a:rPr lang="en-SG" sz="1400" noProof="0" dirty="0"/>
                        <a:t> Entra) and how they can be represented for audit and attribution.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Only viable path to assign IRIN3 scopes.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Open questions remain on agent assignment model and audit representation.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bl>
          </a:graphicData>
        </a:graphic>
      </p:graphicFrame>
      <p:sp>
        <p:nvSpPr>
          <p:cNvPr id="3" name="Footer Placeholder 3">
            <a:extLst>
              <a:ext uri="{FF2B5EF4-FFF2-40B4-BE49-F238E27FC236}">
                <a16:creationId xmlns:a16="http://schemas.microsoft.com/office/drawing/2014/main" id="{41AD4BF0-6F5A-7ADA-1647-A4BB47405F50}"/>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5" name="TextBox 4">
            <a:extLst>
              <a:ext uri="{FF2B5EF4-FFF2-40B4-BE49-F238E27FC236}">
                <a16:creationId xmlns:a16="http://schemas.microsoft.com/office/drawing/2014/main" id="{AA11632A-D072-AECC-DA59-B1C9CECD6FF6}"/>
              </a:ext>
            </a:extLst>
          </p:cNvPr>
          <p:cNvSpPr txBox="1"/>
          <p:nvPr/>
        </p:nvSpPr>
        <p:spPr>
          <a:xfrm>
            <a:off x="9054703" y="125815"/>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accent2"/>
                </a:solidFill>
                <a:effectLst/>
              </a:rPr>
              <a:t>For Inputs (If any)</a:t>
            </a:r>
          </a:p>
        </p:txBody>
      </p:sp>
      <p:pic>
        <p:nvPicPr>
          <p:cNvPr id="7" name="Picture 16" descr="Question mark - Free ui icons">
            <a:extLst>
              <a:ext uri="{FF2B5EF4-FFF2-40B4-BE49-F238E27FC236}">
                <a16:creationId xmlns:a16="http://schemas.microsoft.com/office/drawing/2014/main" id="{0A30E8D5-FED5-884D-469A-C0E808437C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66229"/>
            <a:ext cx="436707" cy="436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6429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4C1A7-A0AB-23D3-BC2F-CDF95BEDE307}"/>
              </a:ext>
            </a:extLst>
          </p:cNvPr>
          <p:cNvSpPr>
            <a:spLocks noGrp="1"/>
          </p:cNvSpPr>
          <p:nvPr>
            <p:ph type="title"/>
          </p:nvPr>
        </p:nvSpPr>
        <p:spPr>
          <a:xfrm>
            <a:off x="838200" y="168055"/>
            <a:ext cx="10515600" cy="425507"/>
          </a:xfrm>
        </p:spPr>
        <p:txBody>
          <a:bodyPr>
            <a:normAutofit/>
          </a:bodyPr>
          <a:lstStyle/>
          <a:p>
            <a:r>
              <a:rPr lang="en-SG" sz="2000" noProof="0" dirty="0"/>
              <a:t>Identity Bootstrapping</a:t>
            </a:r>
          </a:p>
        </p:txBody>
      </p:sp>
      <p:sp>
        <p:nvSpPr>
          <p:cNvPr id="4" name="Slide Number Placeholder 3">
            <a:extLst>
              <a:ext uri="{FF2B5EF4-FFF2-40B4-BE49-F238E27FC236}">
                <a16:creationId xmlns:a16="http://schemas.microsoft.com/office/drawing/2014/main" id="{E5B41626-515F-5572-29D4-5EF66095F541}"/>
              </a:ext>
            </a:extLst>
          </p:cNvPr>
          <p:cNvSpPr>
            <a:spLocks noGrp="1"/>
          </p:cNvSpPr>
          <p:nvPr>
            <p:ph type="sldNum" sz="quarter" idx="12"/>
          </p:nvPr>
        </p:nvSpPr>
        <p:spPr/>
        <p:txBody>
          <a:bodyPr/>
          <a:lstStyle/>
          <a:p>
            <a:fld id="{5DF5AE18-F94A-B54C-9347-4CAFB5D76058}" type="slidenum">
              <a:rPr lang="en-SG" noProof="0" smtClean="0"/>
              <a:pPr/>
              <a:t>18</a:t>
            </a:fld>
            <a:endParaRPr lang="en-SG" noProof="0" dirty="0"/>
          </a:p>
        </p:txBody>
      </p:sp>
      <p:graphicFrame>
        <p:nvGraphicFramePr>
          <p:cNvPr id="6" name="Table 5">
            <a:extLst>
              <a:ext uri="{FF2B5EF4-FFF2-40B4-BE49-F238E27FC236}">
                <a16:creationId xmlns:a16="http://schemas.microsoft.com/office/drawing/2014/main" id="{043A1B82-8CF8-D0FE-754F-6AF38A434434}"/>
              </a:ext>
            </a:extLst>
          </p:cNvPr>
          <p:cNvGraphicFramePr>
            <a:graphicFrameLocks noGrp="1"/>
          </p:cNvGraphicFramePr>
          <p:nvPr>
            <p:extLst>
              <p:ext uri="{D42A27DB-BD31-4B8C-83A1-F6EECF244321}">
                <p14:modId xmlns:p14="http://schemas.microsoft.com/office/powerpoint/2010/main" val="1856703989"/>
              </p:ext>
            </p:extLst>
          </p:nvPr>
        </p:nvGraphicFramePr>
        <p:xfrm>
          <a:off x="713071" y="1366045"/>
          <a:ext cx="11020125" cy="4551059"/>
        </p:xfrm>
        <a:graphic>
          <a:graphicData uri="http://schemas.openxmlformats.org/drawingml/2006/table">
            <a:tbl>
              <a:tblPr firstRow="1" bandRow="1">
                <a:tableStyleId>{7E9639D4-E3E2-4D34-9284-5A2195B3D0D7}</a:tableStyleId>
              </a:tblPr>
              <a:tblGrid>
                <a:gridCol w="846221">
                  <a:extLst>
                    <a:ext uri="{9D8B030D-6E8A-4147-A177-3AD203B41FA5}">
                      <a16:colId xmlns:a16="http://schemas.microsoft.com/office/drawing/2014/main" val="3314179839"/>
                    </a:ext>
                  </a:extLst>
                </a:gridCol>
                <a:gridCol w="1078030">
                  <a:extLst>
                    <a:ext uri="{9D8B030D-6E8A-4147-A177-3AD203B41FA5}">
                      <a16:colId xmlns:a16="http://schemas.microsoft.com/office/drawing/2014/main" val="4023126614"/>
                    </a:ext>
                  </a:extLst>
                </a:gridCol>
                <a:gridCol w="4928134">
                  <a:extLst>
                    <a:ext uri="{9D8B030D-6E8A-4147-A177-3AD203B41FA5}">
                      <a16:colId xmlns:a16="http://schemas.microsoft.com/office/drawing/2014/main" val="3109461255"/>
                    </a:ext>
                  </a:extLst>
                </a:gridCol>
                <a:gridCol w="1443790">
                  <a:extLst>
                    <a:ext uri="{9D8B030D-6E8A-4147-A177-3AD203B41FA5}">
                      <a16:colId xmlns:a16="http://schemas.microsoft.com/office/drawing/2014/main" val="2886509354"/>
                    </a:ext>
                  </a:extLst>
                </a:gridCol>
                <a:gridCol w="1617044">
                  <a:extLst>
                    <a:ext uri="{9D8B030D-6E8A-4147-A177-3AD203B41FA5}">
                      <a16:colId xmlns:a16="http://schemas.microsoft.com/office/drawing/2014/main" val="3146771277"/>
                    </a:ext>
                  </a:extLst>
                </a:gridCol>
                <a:gridCol w="1106906">
                  <a:extLst>
                    <a:ext uri="{9D8B030D-6E8A-4147-A177-3AD203B41FA5}">
                      <a16:colId xmlns:a16="http://schemas.microsoft.com/office/drawing/2014/main" val="35201252"/>
                    </a:ext>
                  </a:extLst>
                </a:gridCol>
              </a:tblGrid>
              <a:tr h="448339">
                <a:tc>
                  <a:txBody>
                    <a:bodyPr/>
                    <a:lstStyle/>
                    <a:p>
                      <a:r>
                        <a:rPr lang="en-SG" sz="1400" noProof="0" dirty="0"/>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Pros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Cons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400" noProof="0" dirty="0"/>
                        <a:t>Participant Remarks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1790214">
                <a:tc>
                  <a:txBody>
                    <a:bodyPr/>
                    <a:lstStyle/>
                    <a:p>
                      <a:r>
                        <a:rPr lang="en-SG" sz="1400" noProof="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SPIFFE / SPIRE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1. The Agent starts. SPIRE Agent performs "workload attestation" (checks Binary Hash, PID, UID) to verify exactly what is running.</a:t>
                      </a:r>
                    </a:p>
                    <a:p>
                      <a:endParaRPr lang="en-SG" sz="1400" noProof="0" dirty="0"/>
                    </a:p>
                    <a:p>
                      <a:r>
                        <a:rPr lang="en-SG" sz="1400" noProof="0" dirty="0"/>
                        <a:t>1.1. SPIRE Server issues a short-lived SVID (X.509 or JWT) specifically to that verified process.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True Zero-Trust: Protects against "Identity Theft" even if a hacker runs a script in the container. Multi-cloud capable.</a:t>
                      </a:r>
                    </a:p>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High Complexity: must manage a SPIRE "Authority." Hard to implement with Python (non-compiled).</a:t>
                      </a:r>
                    </a:p>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2021219">
                <a:tc>
                  <a:txBody>
                    <a:bodyPr/>
                    <a:lstStyle/>
                    <a:p>
                      <a:r>
                        <a:rPr lang="en-SG" sz="1400" noProof="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Managed Identity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1. The Container App starts. Azure’s Identity Service automatically injects a local REST endpoint (IMDS) into the container environment.</a:t>
                      </a:r>
                    </a:p>
                    <a:p>
                      <a:r>
                        <a:rPr lang="en-SG" sz="1400" noProof="0" dirty="0"/>
                        <a:t>1.1: </a:t>
                      </a:r>
                      <a:r>
                        <a:rPr lang="en-SG" sz="1400" b="0" i="0" u="none" strike="noStrike" noProof="0" dirty="0">
                          <a:solidFill>
                            <a:srgbClr val="000000"/>
                          </a:solidFill>
                          <a:effectLst/>
                          <a:latin typeface="+mn-lt"/>
                        </a:rPr>
                        <a:t>The Agent code calls the local endpoint. Azure verifies the request is coming from the authorized container and returns an OIDC/Entra token.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b="0" i="0" u="none" strike="noStrike" noProof="0" dirty="0">
                          <a:solidFill>
                            <a:srgbClr val="000000"/>
                          </a:solidFill>
                          <a:effectLst/>
                          <a:latin typeface="+mn-lt"/>
                        </a:rPr>
                        <a:t>Zero Overhead: No servers to manage. Built-in to ACA. Seamlessly federates with Entra Agent ID.</a:t>
                      </a:r>
                    </a:p>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b="0" i="0" u="none" strike="noStrike" noProof="0" dirty="0">
                          <a:solidFill>
                            <a:srgbClr val="000000"/>
                          </a:solidFill>
                          <a:effectLst/>
                          <a:latin typeface="+mn-lt"/>
                        </a:rPr>
                        <a:t>Container-Level Trust: Any process inside the container can "inherit" the identity.</a:t>
                      </a:r>
                    </a:p>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bl>
          </a:graphicData>
        </a:graphic>
      </p:graphicFrame>
      <p:sp>
        <p:nvSpPr>
          <p:cNvPr id="8" name="TextBox 7">
            <a:extLst>
              <a:ext uri="{FF2B5EF4-FFF2-40B4-BE49-F238E27FC236}">
                <a16:creationId xmlns:a16="http://schemas.microsoft.com/office/drawing/2014/main" id="{F21FC275-42C0-0FB3-D8AB-D9CB1CFEF0AD}"/>
              </a:ext>
            </a:extLst>
          </p:cNvPr>
          <p:cNvSpPr txBox="1"/>
          <p:nvPr/>
        </p:nvSpPr>
        <p:spPr>
          <a:xfrm>
            <a:off x="672164" y="5929963"/>
            <a:ext cx="9310036" cy="646331"/>
          </a:xfrm>
          <a:prstGeom prst="rect">
            <a:avLst/>
          </a:prstGeom>
          <a:noFill/>
        </p:spPr>
        <p:txBody>
          <a:bodyPr wrap="square">
            <a:spAutoFit/>
          </a:bodyPr>
          <a:lstStyle/>
          <a:p>
            <a:r>
              <a:rPr lang="en-SG" sz="1200" noProof="0" dirty="0"/>
              <a:t>Assuming: </a:t>
            </a:r>
            <a:r>
              <a:rPr lang="en-SG" sz="1200" noProof="0" dirty="0" err="1"/>
              <a:t>LangGraph</a:t>
            </a:r>
            <a:r>
              <a:rPr lang="en-SG" sz="1200" noProof="0" dirty="0"/>
              <a:t> agents, 1 Container/Compute per 1 agent, API/MCP calls only, Python-based.</a:t>
            </a:r>
          </a:p>
          <a:p>
            <a:r>
              <a:rPr lang="en-SG" sz="1200" noProof="0" dirty="0"/>
              <a:t>Proposed: Managed Identity, complemented by Entra Agent ID or equivalent agent identity provider.</a:t>
            </a:r>
          </a:p>
          <a:p>
            <a:r>
              <a:rPr lang="en-SG" sz="1200" noProof="0" dirty="0"/>
              <a:t>Rationale: Since we aren't executing untrusted code, only tool-invocation/calling, the "Binary Attestation" of SPIFFE is an overkill.</a:t>
            </a:r>
          </a:p>
        </p:txBody>
      </p:sp>
      <p:pic>
        <p:nvPicPr>
          <p:cNvPr id="10" name="Picture 2" descr="Star - Free signs icons">
            <a:extLst>
              <a:ext uri="{FF2B5EF4-FFF2-40B4-BE49-F238E27FC236}">
                <a16:creationId xmlns:a16="http://schemas.microsoft.com/office/drawing/2014/main" id="{6631CD85-C545-9023-5E59-0F9273D8B3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627" y="3849302"/>
            <a:ext cx="385010" cy="38501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Confirm Generic Blue icon | Freepik">
            <a:extLst>
              <a:ext uri="{FF2B5EF4-FFF2-40B4-BE49-F238E27FC236}">
                <a16:creationId xmlns:a16="http://schemas.microsoft.com/office/drawing/2014/main" id="{18B5F079-D906-05DB-0636-D8885F19C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620" y="576458"/>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0F838FC3-9BD3-B3F7-0E97-C72D50DFC9F3}"/>
              </a:ext>
            </a:extLst>
          </p:cNvPr>
          <p:cNvSpPr txBox="1">
            <a:spLocks/>
          </p:cNvSpPr>
          <p:nvPr/>
        </p:nvSpPr>
        <p:spPr>
          <a:xfrm>
            <a:off x="1253197" y="593029"/>
            <a:ext cx="10090093" cy="6919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For Information, pls vet if wrong </a:t>
            </a:r>
            <a:r>
              <a:rPr lang="en-SG" sz="1400" b="0" noProof="0" dirty="0"/>
              <a:t>– </a:t>
            </a:r>
            <a:r>
              <a:rPr lang="en-SG" sz="1400" noProof="0" dirty="0"/>
              <a:t>The team aligned to use Entra Agent Identity as the authoritative identity for agent access and auditability, with Managed Identity used only for runtime bootstrapping and federated token exchange. Access should not be bound directly to the container’s Managed Identity.</a:t>
            </a:r>
          </a:p>
        </p:txBody>
      </p:sp>
      <p:pic>
        <p:nvPicPr>
          <p:cNvPr id="13" name="Picture 4" descr="Confirm Generic Blue icon | Freepik">
            <a:extLst>
              <a:ext uri="{FF2B5EF4-FFF2-40B4-BE49-F238E27FC236}">
                <a16:creationId xmlns:a16="http://schemas.microsoft.com/office/drawing/2014/main" id="{B90E0F19-3D34-8F03-5BEB-3010E2F88E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5093" y="47066"/>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
            <a:extLst>
              <a:ext uri="{FF2B5EF4-FFF2-40B4-BE49-F238E27FC236}">
                <a16:creationId xmlns:a16="http://schemas.microsoft.com/office/drawing/2014/main" id="{8B7461A1-720D-F696-75B5-4FE19B71B59E}"/>
              </a:ext>
            </a:extLst>
          </p:cNvPr>
          <p:cNvSpPr txBox="1">
            <a:spLocks/>
          </p:cNvSpPr>
          <p:nvPr/>
        </p:nvSpPr>
        <p:spPr>
          <a:xfrm>
            <a:off x="8610600" y="114815"/>
            <a:ext cx="1788391" cy="3057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For Information</a:t>
            </a:r>
            <a:endParaRPr lang="en-SG" noProof="0" dirty="0"/>
          </a:p>
        </p:txBody>
      </p:sp>
      <p:sp>
        <p:nvSpPr>
          <p:cNvPr id="17" name="Footer Placeholder 3">
            <a:extLst>
              <a:ext uri="{FF2B5EF4-FFF2-40B4-BE49-F238E27FC236}">
                <a16:creationId xmlns:a16="http://schemas.microsoft.com/office/drawing/2014/main" id="{99CC1016-21D9-A290-1116-682E677A8BE0}"/>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Tree>
    <p:extLst>
      <p:ext uri="{BB962C8B-B14F-4D97-AF65-F5344CB8AC3E}">
        <p14:creationId xmlns:p14="http://schemas.microsoft.com/office/powerpoint/2010/main" val="526911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9B4558-45E6-0AF5-3086-3273C2B99F76}"/>
              </a:ext>
            </a:extLst>
          </p:cNvPr>
          <p:cNvSpPr>
            <a:spLocks noGrp="1"/>
          </p:cNvSpPr>
          <p:nvPr>
            <p:ph type="sldNum" sz="quarter" idx="12"/>
          </p:nvPr>
        </p:nvSpPr>
        <p:spPr/>
        <p:txBody>
          <a:bodyPr/>
          <a:lstStyle/>
          <a:p>
            <a:fld id="{5DF5AE18-F94A-B54C-9347-4CAFB5D76058}" type="slidenum">
              <a:rPr lang="en-SG" noProof="0" smtClean="0"/>
              <a:pPr/>
              <a:t>19</a:t>
            </a:fld>
            <a:endParaRPr lang="en-SG" noProof="0" dirty="0"/>
          </a:p>
        </p:txBody>
      </p:sp>
      <p:sp>
        <p:nvSpPr>
          <p:cNvPr id="4" name="Content Placeholder 3">
            <a:extLst>
              <a:ext uri="{FF2B5EF4-FFF2-40B4-BE49-F238E27FC236}">
                <a16:creationId xmlns:a16="http://schemas.microsoft.com/office/drawing/2014/main" id="{18AC32F2-8778-9076-4967-9D5E4F576153}"/>
              </a:ext>
            </a:extLst>
          </p:cNvPr>
          <p:cNvSpPr>
            <a:spLocks noGrp="1"/>
          </p:cNvSpPr>
          <p:nvPr>
            <p:ph idx="1"/>
          </p:nvPr>
        </p:nvSpPr>
        <p:spPr>
          <a:xfrm>
            <a:off x="838200" y="2435693"/>
            <a:ext cx="10515600" cy="3131386"/>
          </a:xfrm>
        </p:spPr>
        <p:txBody>
          <a:bodyPr>
            <a:normAutofit/>
          </a:bodyPr>
          <a:lstStyle/>
          <a:p>
            <a:pPr marL="0" indent="0">
              <a:buNone/>
            </a:pPr>
            <a:r>
              <a:rPr lang="en-SG" sz="2000" noProof="0" dirty="0">
                <a:solidFill>
                  <a:srgbClr val="005AAB"/>
                </a:solidFill>
              </a:rPr>
              <a:t>Attestation Chain </a:t>
            </a:r>
          </a:p>
          <a:p>
            <a:r>
              <a:rPr lang="en-SG" sz="1600" noProof="0" dirty="0"/>
              <a:t>Managed Identity Attestation: </a:t>
            </a:r>
            <a:r>
              <a:rPr lang="en-SG" sz="1600" b="0" noProof="0" dirty="0"/>
              <a:t>Agent’s runtime (e.g., in Azure Container Apps) gets a token from the local IMDS endpoint. This token attests to the container's identity because only that specific container instance has access to that managed identity.</a:t>
            </a:r>
          </a:p>
          <a:p>
            <a:r>
              <a:rPr lang="en-SG" sz="1600" noProof="0" dirty="0"/>
              <a:t>Federated Trust (T1): </a:t>
            </a:r>
            <a:r>
              <a:rPr lang="en-SG" sz="1600" b="0" noProof="0" dirty="0"/>
              <a:t>Code presents this managed identity token as a signed assertion to Microsoft Entra. Because we configured the blueprint with a Federated Identity Credential (FIC), Entra validates that the token comes from a trusted managed identity.</a:t>
            </a:r>
          </a:p>
          <a:p>
            <a:r>
              <a:rPr lang="en-SG" sz="1600" noProof="0" dirty="0"/>
              <a:t>Blueprint Authentication: </a:t>
            </a:r>
            <a:r>
              <a:rPr lang="en-SG" sz="1600" b="0" noProof="0" dirty="0"/>
              <a:t>Entra accepts this assertion and authenticates the Blueprint Principal.</a:t>
            </a:r>
          </a:p>
          <a:p>
            <a:r>
              <a:rPr lang="en-SG" sz="1600" noProof="0" dirty="0"/>
              <a:t>Agent Token Issuance (T2): </a:t>
            </a:r>
            <a:r>
              <a:rPr lang="en-SG" sz="1600" b="0" noProof="0" dirty="0"/>
              <a:t>Now authenticated, the blueprint requests a final Access Token for a specific Agent Identity. The agent identity itself has no credentials and depends entirely on this "parent" blueprint to acquire tokens.</a:t>
            </a:r>
          </a:p>
        </p:txBody>
      </p:sp>
      <p:sp>
        <p:nvSpPr>
          <p:cNvPr id="5" name="Content Placeholder 3">
            <a:extLst>
              <a:ext uri="{FF2B5EF4-FFF2-40B4-BE49-F238E27FC236}">
                <a16:creationId xmlns:a16="http://schemas.microsoft.com/office/drawing/2014/main" id="{72C6D2EF-076A-8746-A181-FF4F1BB77BDB}"/>
              </a:ext>
            </a:extLst>
          </p:cNvPr>
          <p:cNvSpPr txBox="1">
            <a:spLocks/>
          </p:cNvSpPr>
          <p:nvPr/>
        </p:nvSpPr>
        <p:spPr>
          <a:xfrm>
            <a:off x="838200" y="1231265"/>
            <a:ext cx="10515600" cy="10210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kern="1200" baseline="0">
                <a:solidFill>
                  <a:schemeClr val="tx1"/>
                </a:solidFill>
                <a:latin typeface="Source Sans Pro" panose="020B05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Source Sans Pro" panose="020B05030304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Source Sans Pro" panose="020B05030304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Source Sans Pro" panose="020B05030304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Source Sans Pro" panose="020B05030304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SG" sz="2000" noProof="0" dirty="0">
                <a:solidFill>
                  <a:srgbClr val="005AAB"/>
                </a:solidFill>
              </a:rPr>
              <a:t>Federation Setup</a:t>
            </a:r>
          </a:p>
          <a:p>
            <a:r>
              <a:rPr lang="en-SG" sz="1600" noProof="0" dirty="0"/>
              <a:t>Federated Credential Configuration (The Workload Identity Federation): </a:t>
            </a:r>
            <a:r>
              <a:rPr lang="en-SG" sz="1600" b="0" noProof="0" dirty="0"/>
              <a:t>Add a Federated Identity Credential (FIC) to the Blueprint. Configure the Blueprint to trust the Issuer (Azure) and the Subject (the Managed Identity’s ID).</a:t>
            </a:r>
          </a:p>
        </p:txBody>
      </p:sp>
      <p:sp>
        <p:nvSpPr>
          <p:cNvPr id="6" name="Title 1">
            <a:extLst>
              <a:ext uri="{FF2B5EF4-FFF2-40B4-BE49-F238E27FC236}">
                <a16:creationId xmlns:a16="http://schemas.microsoft.com/office/drawing/2014/main" id="{1C7F3BE6-AEE5-49CA-E5D2-821458A0AC7D}"/>
              </a:ext>
            </a:extLst>
          </p:cNvPr>
          <p:cNvSpPr>
            <a:spLocks noGrp="1"/>
          </p:cNvSpPr>
          <p:nvPr>
            <p:ph type="title"/>
          </p:nvPr>
        </p:nvSpPr>
        <p:spPr>
          <a:xfrm>
            <a:off x="838200" y="517769"/>
            <a:ext cx="10515600" cy="425507"/>
          </a:xfrm>
        </p:spPr>
        <p:txBody>
          <a:bodyPr>
            <a:normAutofit/>
          </a:bodyPr>
          <a:lstStyle/>
          <a:p>
            <a:r>
              <a:rPr lang="en-SG" sz="2000" noProof="0" dirty="0"/>
              <a:t>Step 2 -&gt; 3: Workload Identity Federation (For Entra Agent Identity)</a:t>
            </a:r>
          </a:p>
        </p:txBody>
      </p:sp>
      <p:sp>
        <p:nvSpPr>
          <p:cNvPr id="13" name="TextBox 12">
            <a:extLst>
              <a:ext uri="{FF2B5EF4-FFF2-40B4-BE49-F238E27FC236}">
                <a16:creationId xmlns:a16="http://schemas.microsoft.com/office/drawing/2014/main" id="{C95EEB4B-6C99-67FC-DA31-6A8BE47AC45B}"/>
              </a:ext>
            </a:extLst>
          </p:cNvPr>
          <p:cNvSpPr txBox="1"/>
          <p:nvPr/>
        </p:nvSpPr>
        <p:spPr>
          <a:xfrm>
            <a:off x="672164" y="6340231"/>
            <a:ext cx="9310036" cy="276999"/>
          </a:xfrm>
          <a:prstGeom prst="rect">
            <a:avLst/>
          </a:prstGeom>
          <a:noFill/>
        </p:spPr>
        <p:txBody>
          <a:bodyPr wrap="square">
            <a:spAutoFit/>
          </a:bodyPr>
          <a:lstStyle/>
          <a:p>
            <a:r>
              <a:rPr lang="en-SG" sz="1200" noProof="0" dirty="0"/>
              <a:t>No alternatives assuming we go with Entra Agent Id as the Agent’s Identity.</a:t>
            </a:r>
          </a:p>
        </p:txBody>
      </p:sp>
      <p:sp>
        <p:nvSpPr>
          <p:cNvPr id="3" name="TextBox 2">
            <a:extLst>
              <a:ext uri="{FF2B5EF4-FFF2-40B4-BE49-F238E27FC236}">
                <a16:creationId xmlns:a16="http://schemas.microsoft.com/office/drawing/2014/main" id="{1B8555B2-878F-A1AB-514F-C294347E638A}"/>
              </a:ext>
            </a:extLst>
          </p:cNvPr>
          <p:cNvSpPr txBox="1"/>
          <p:nvPr/>
        </p:nvSpPr>
        <p:spPr>
          <a:xfrm>
            <a:off x="9505131" y="119510"/>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rPr>
              <a:t>For Information</a:t>
            </a:r>
          </a:p>
        </p:txBody>
      </p:sp>
      <p:pic>
        <p:nvPicPr>
          <p:cNvPr id="7" name="Picture 6" descr="Confirm Generic Blue icon | Freepik">
            <a:extLst>
              <a:ext uri="{FF2B5EF4-FFF2-40B4-BE49-F238E27FC236}">
                <a16:creationId xmlns:a16="http://schemas.microsoft.com/office/drawing/2014/main" id="{31CA4DBB-C8AD-F619-6B55-599DD87E31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9624" y="66734"/>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3">
            <a:extLst>
              <a:ext uri="{FF2B5EF4-FFF2-40B4-BE49-F238E27FC236}">
                <a16:creationId xmlns:a16="http://schemas.microsoft.com/office/drawing/2014/main" id="{61DD539A-7BCA-C953-F85F-42DC7680DFE4}"/>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Tree>
    <p:extLst>
      <p:ext uri="{BB962C8B-B14F-4D97-AF65-F5344CB8AC3E}">
        <p14:creationId xmlns:p14="http://schemas.microsoft.com/office/powerpoint/2010/main" val="1651131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05323-F9EE-6BC8-27E7-6A01B251D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0C2DD-0636-4CD3-FE15-EC6B8A92C1BC}"/>
              </a:ext>
            </a:extLst>
          </p:cNvPr>
          <p:cNvSpPr>
            <a:spLocks noGrp="1"/>
          </p:cNvSpPr>
          <p:nvPr>
            <p:ph type="title"/>
          </p:nvPr>
        </p:nvSpPr>
        <p:spPr>
          <a:xfrm>
            <a:off x="667351" y="136525"/>
            <a:ext cx="10515600" cy="425507"/>
          </a:xfrm>
        </p:spPr>
        <p:txBody>
          <a:bodyPr>
            <a:normAutofit/>
          </a:bodyPr>
          <a:lstStyle/>
          <a:p>
            <a:r>
              <a:rPr lang="en-SG" sz="2000" noProof="0" dirty="0"/>
              <a:t>Step 3: Agent Identification – Implementation Plan</a:t>
            </a:r>
          </a:p>
        </p:txBody>
      </p:sp>
      <p:sp>
        <p:nvSpPr>
          <p:cNvPr id="4" name="Slide Number Placeholder 3">
            <a:extLst>
              <a:ext uri="{FF2B5EF4-FFF2-40B4-BE49-F238E27FC236}">
                <a16:creationId xmlns:a16="http://schemas.microsoft.com/office/drawing/2014/main" id="{EC0BDD4C-3F9F-453A-3B50-1926603391EC}"/>
              </a:ext>
            </a:extLst>
          </p:cNvPr>
          <p:cNvSpPr>
            <a:spLocks noGrp="1"/>
          </p:cNvSpPr>
          <p:nvPr>
            <p:ph type="sldNum" sz="quarter" idx="12"/>
          </p:nvPr>
        </p:nvSpPr>
        <p:spPr/>
        <p:txBody>
          <a:bodyPr/>
          <a:lstStyle/>
          <a:p>
            <a:fld id="{5DF5AE18-F94A-B54C-9347-4CAFB5D76058}" type="slidenum">
              <a:rPr lang="en-SG" noProof="0" smtClean="0"/>
              <a:pPr/>
              <a:t>20</a:t>
            </a:fld>
            <a:endParaRPr lang="en-SG" noProof="0" dirty="0"/>
          </a:p>
        </p:txBody>
      </p:sp>
      <p:sp>
        <p:nvSpPr>
          <p:cNvPr id="7" name="Title 1">
            <a:extLst>
              <a:ext uri="{FF2B5EF4-FFF2-40B4-BE49-F238E27FC236}">
                <a16:creationId xmlns:a16="http://schemas.microsoft.com/office/drawing/2014/main" id="{6DAF69A6-F769-34AE-491A-DD5DC73B457C}"/>
              </a:ext>
            </a:extLst>
          </p:cNvPr>
          <p:cNvSpPr txBox="1">
            <a:spLocks/>
          </p:cNvSpPr>
          <p:nvPr/>
        </p:nvSpPr>
        <p:spPr>
          <a:xfrm>
            <a:off x="667351" y="525515"/>
            <a:ext cx="9901188" cy="659818"/>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Build an identity abstraction class to use Service Principals/Managed Identity now, once Entra Agent ID once it hits GCC 2.0, we can seamlessly swap in the backend without affecting the “consuming” applications/services.</a:t>
            </a:r>
          </a:p>
        </p:txBody>
      </p:sp>
      <p:sp>
        <p:nvSpPr>
          <p:cNvPr id="13" name="TextBox 12">
            <a:extLst>
              <a:ext uri="{FF2B5EF4-FFF2-40B4-BE49-F238E27FC236}">
                <a16:creationId xmlns:a16="http://schemas.microsoft.com/office/drawing/2014/main" id="{1221F4BB-763E-830F-C07C-AB14DAF2A756}"/>
              </a:ext>
            </a:extLst>
          </p:cNvPr>
          <p:cNvSpPr txBox="1"/>
          <p:nvPr/>
        </p:nvSpPr>
        <p:spPr>
          <a:xfrm>
            <a:off x="667351" y="1842208"/>
            <a:ext cx="7472500" cy="2862322"/>
          </a:xfrm>
          <a:prstGeom prst="rect">
            <a:avLst/>
          </a:prstGeom>
          <a:noFill/>
        </p:spPr>
        <p:txBody>
          <a:bodyPr wrap="square">
            <a:spAutoFit/>
          </a:bodyPr>
          <a:lstStyle/>
          <a:p>
            <a:r>
              <a:rPr lang="en-SG" sz="1200" noProof="0" dirty="0">
                <a:solidFill>
                  <a:schemeClr val="accent5"/>
                </a:solidFill>
              </a:rPr>
              <a:t>class</a:t>
            </a:r>
            <a:r>
              <a:rPr lang="en-SG" sz="1200" noProof="0" dirty="0"/>
              <a:t> </a:t>
            </a:r>
            <a:r>
              <a:rPr lang="en-SG" sz="1200" noProof="0" dirty="0" err="1">
                <a:solidFill>
                  <a:schemeClr val="accent2">
                    <a:lumMod val="75000"/>
                  </a:schemeClr>
                </a:solidFill>
              </a:rPr>
              <a:t>AgentIdentityContext</a:t>
            </a:r>
            <a:r>
              <a:rPr lang="en-SG" sz="1200" noProof="0" dirty="0"/>
              <a:t>:</a:t>
            </a:r>
          </a:p>
          <a:p>
            <a:r>
              <a:rPr lang="en-SG" sz="1200" noProof="0" dirty="0"/>
              <a:t> 	</a:t>
            </a:r>
            <a:r>
              <a:rPr lang="en-SG" sz="1200" noProof="0" dirty="0">
                <a:solidFill>
                  <a:schemeClr val="accent6"/>
                </a:solidFill>
              </a:rPr>
              <a:t>"""    A unified provider for Agent identities.    </a:t>
            </a:r>
          </a:p>
          <a:p>
            <a:r>
              <a:rPr lang="en-SG" sz="1200" noProof="0" dirty="0">
                <a:solidFill>
                  <a:schemeClr val="accent6"/>
                </a:solidFill>
              </a:rPr>
              <a:t>	Acts as a wrapper to keep application code 'identity-blind'.    </a:t>
            </a:r>
          </a:p>
          <a:p>
            <a:r>
              <a:rPr lang="en-SG" sz="1200" noProof="0" dirty="0">
                <a:solidFill>
                  <a:schemeClr val="accent6"/>
                </a:solidFill>
              </a:rPr>
              <a:t>	""" </a:t>
            </a:r>
          </a:p>
          <a:p>
            <a:endParaRPr lang="en-SG" sz="1200" noProof="0" dirty="0"/>
          </a:p>
          <a:p>
            <a:r>
              <a:rPr lang="en-SG" sz="1200" noProof="0" dirty="0"/>
              <a:t>	</a:t>
            </a:r>
            <a:r>
              <a:rPr lang="en-SG" sz="1200" noProof="0" dirty="0">
                <a:solidFill>
                  <a:schemeClr val="accent5"/>
                </a:solidFill>
              </a:rPr>
              <a:t>def</a:t>
            </a:r>
            <a:r>
              <a:rPr lang="en-SG" sz="1200" noProof="0" dirty="0"/>
              <a:t> </a:t>
            </a:r>
            <a:r>
              <a:rPr lang="en-SG" sz="1200" noProof="0" dirty="0">
                <a:solidFill>
                  <a:schemeClr val="accent2">
                    <a:lumMod val="75000"/>
                  </a:schemeClr>
                </a:solidFill>
              </a:rPr>
              <a:t>__</a:t>
            </a:r>
            <a:r>
              <a:rPr lang="en-SG" sz="1200" noProof="0" dirty="0" err="1">
                <a:solidFill>
                  <a:schemeClr val="accent2">
                    <a:lumMod val="75000"/>
                  </a:schemeClr>
                </a:solidFill>
              </a:rPr>
              <a:t>init</a:t>
            </a:r>
            <a:r>
              <a:rPr lang="en-SG" sz="1200" noProof="0" dirty="0">
                <a:solidFill>
                  <a:schemeClr val="accent2">
                    <a:lumMod val="75000"/>
                  </a:schemeClr>
                </a:solidFill>
              </a:rPr>
              <a:t>__</a:t>
            </a:r>
            <a:r>
              <a:rPr lang="en-SG" sz="1200" noProof="0" dirty="0"/>
              <a:t>(</a:t>
            </a:r>
            <a:r>
              <a:rPr lang="en-SG" sz="1200" noProof="0" dirty="0">
                <a:solidFill>
                  <a:schemeClr val="accent2">
                    <a:lumMod val="75000"/>
                  </a:schemeClr>
                </a:solidFill>
              </a:rPr>
              <a:t>self</a:t>
            </a:r>
            <a:r>
              <a:rPr lang="en-SG" sz="1200" noProof="0" dirty="0"/>
              <a:t>, </a:t>
            </a:r>
            <a:r>
              <a:rPr lang="en-SG" sz="1200" noProof="0" dirty="0" err="1">
                <a:solidFill>
                  <a:schemeClr val="accent2">
                    <a:lumMod val="75000"/>
                  </a:schemeClr>
                </a:solidFill>
              </a:rPr>
              <a:t>identity_type</a:t>
            </a:r>
            <a:r>
              <a:rPr lang="en-SG" sz="1200" noProof="0" dirty="0"/>
              <a:t>=</a:t>
            </a:r>
            <a:r>
              <a:rPr lang="en-SG" sz="1200" noProof="0" dirty="0">
                <a:solidFill>
                  <a:schemeClr val="accent5"/>
                </a:solidFill>
              </a:rPr>
              <a:t>None</a:t>
            </a:r>
            <a:r>
              <a:rPr lang="en-SG" sz="1200" noProof="0" dirty="0"/>
              <a:t>):        </a:t>
            </a:r>
          </a:p>
          <a:p>
            <a:r>
              <a:rPr lang="en-SG" sz="1200" noProof="0" dirty="0"/>
              <a:t>		</a:t>
            </a:r>
            <a:r>
              <a:rPr lang="en-SG" sz="1200" noProof="0" dirty="0" err="1"/>
              <a:t>self.identity_type</a:t>
            </a:r>
            <a:r>
              <a:rPr lang="en-SG" sz="1200" noProof="0" dirty="0"/>
              <a:t> = </a:t>
            </a:r>
            <a:r>
              <a:rPr lang="en-SG" sz="1200" noProof="0" dirty="0" err="1"/>
              <a:t>identity_type</a:t>
            </a:r>
            <a:r>
              <a:rPr lang="en-SG" sz="1200" noProof="0" dirty="0"/>
              <a:t> </a:t>
            </a:r>
          </a:p>
          <a:p>
            <a:r>
              <a:rPr lang="en-SG" sz="1200" noProof="0" dirty="0"/>
              <a:t>		</a:t>
            </a:r>
            <a:r>
              <a:rPr lang="en-SG" sz="1200" noProof="0" dirty="0" err="1"/>
              <a:t>self._credential</a:t>
            </a:r>
            <a:r>
              <a:rPr lang="en-SG" sz="1200" noProof="0" dirty="0"/>
              <a:t> = self._</a:t>
            </a:r>
            <a:r>
              <a:rPr lang="en-SG" sz="1200" noProof="0" dirty="0" err="1"/>
              <a:t>initialize_credential</a:t>
            </a:r>
            <a:r>
              <a:rPr lang="en-SG" sz="1200" noProof="0" dirty="0"/>
              <a:t>()    </a:t>
            </a:r>
          </a:p>
          <a:p>
            <a:endParaRPr lang="en-SG" sz="1200" noProof="0" dirty="0"/>
          </a:p>
          <a:p>
            <a:r>
              <a:rPr lang="en-SG" sz="1200" noProof="0" dirty="0"/>
              <a:t>	</a:t>
            </a:r>
            <a:r>
              <a:rPr lang="en-SG" sz="1200" noProof="0" dirty="0">
                <a:solidFill>
                  <a:schemeClr val="accent5"/>
                </a:solidFill>
              </a:rPr>
              <a:t>def</a:t>
            </a:r>
            <a:r>
              <a:rPr lang="en-SG" sz="1200" noProof="0" dirty="0"/>
              <a:t> </a:t>
            </a:r>
            <a:r>
              <a:rPr lang="en-SG" sz="1200" noProof="0" dirty="0">
                <a:solidFill>
                  <a:schemeClr val="accent2">
                    <a:lumMod val="75000"/>
                  </a:schemeClr>
                </a:solidFill>
              </a:rPr>
              <a:t>_</a:t>
            </a:r>
            <a:r>
              <a:rPr lang="en-SG" sz="1200" noProof="0" dirty="0" err="1">
                <a:solidFill>
                  <a:schemeClr val="accent2">
                    <a:lumMod val="75000"/>
                  </a:schemeClr>
                </a:solidFill>
              </a:rPr>
              <a:t>initialize_credential</a:t>
            </a:r>
            <a:r>
              <a:rPr lang="en-SG" sz="1200" noProof="0" dirty="0"/>
              <a:t>(</a:t>
            </a:r>
            <a:r>
              <a:rPr lang="en-SG" sz="1200" noProof="0" dirty="0">
                <a:solidFill>
                  <a:schemeClr val="accent2">
                    <a:lumMod val="75000"/>
                  </a:schemeClr>
                </a:solidFill>
              </a:rPr>
              <a:t>self</a:t>
            </a:r>
            <a:r>
              <a:rPr lang="en-SG" sz="1200" noProof="0" dirty="0"/>
              <a:t>):</a:t>
            </a:r>
          </a:p>
          <a:p>
            <a:r>
              <a:rPr lang="en-SG" sz="1200" noProof="0" dirty="0"/>
              <a:t>		…</a:t>
            </a:r>
          </a:p>
          <a:p>
            <a:r>
              <a:rPr lang="en-SG" sz="1200" noProof="0" dirty="0"/>
              <a:t>	</a:t>
            </a:r>
            <a:r>
              <a:rPr lang="en-SG" sz="1200" noProof="0" dirty="0">
                <a:solidFill>
                  <a:schemeClr val="accent5"/>
                </a:solidFill>
              </a:rPr>
              <a:t>def</a:t>
            </a:r>
            <a:r>
              <a:rPr lang="en-SG" sz="1200" noProof="0" dirty="0"/>
              <a:t> </a:t>
            </a:r>
            <a:r>
              <a:rPr lang="en-SG" sz="1200" noProof="0" dirty="0" err="1">
                <a:solidFill>
                  <a:schemeClr val="accent2">
                    <a:lumMod val="75000"/>
                  </a:schemeClr>
                </a:solidFill>
              </a:rPr>
              <a:t>get_credential</a:t>
            </a:r>
            <a:r>
              <a:rPr lang="en-SG" sz="1200" noProof="0" dirty="0"/>
              <a:t>(</a:t>
            </a:r>
            <a:r>
              <a:rPr lang="en-SG" sz="1200" noProof="0" dirty="0">
                <a:solidFill>
                  <a:schemeClr val="accent2">
                    <a:lumMod val="75000"/>
                  </a:schemeClr>
                </a:solidFill>
              </a:rPr>
              <a:t>self</a:t>
            </a:r>
            <a:r>
              <a:rPr lang="en-SG" sz="1200" noProof="0" dirty="0"/>
              <a:t>): </a:t>
            </a:r>
          </a:p>
          <a:p>
            <a:r>
              <a:rPr lang="en-SG" sz="1200" noProof="0" dirty="0"/>
              <a:t>		…</a:t>
            </a:r>
          </a:p>
          <a:p>
            <a:r>
              <a:rPr lang="en-SG" sz="1200" noProof="0" dirty="0"/>
              <a:t>	</a:t>
            </a:r>
            <a:r>
              <a:rPr lang="en-SG" sz="1200" noProof="0" dirty="0">
                <a:solidFill>
                  <a:schemeClr val="accent5"/>
                </a:solidFill>
              </a:rPr>
              <a:t>def</a:t>
            </a:r>
            <a:r>
              <a:rPr lang="en-SG" sz="1200" noProof="0" dirty="0"/>
              <a:t> </a:t>
            </a:r>
            <a:r>
              <a:rPr lang="en-SG" sz="1200" noProof="0" dirty="0" err="1">
                <a:solidFill>
                  <a:schemeClr val="accent2">
                    <a:lumMod val="75000"/>
                  </a:schemeClr>
                </a:solidFill>
              </a:rPr>
              <a:t>get_token</a:t>
            </a:r>
            <a:r>
              <a:rPr lang="en-SG" sz="1200" noProof="0" dirty="0"/>
              <a:t>(</a:t>
            </a:r>
            <a:r>
              <a:rPr lang="en-SG" sz="1200" noProof="0" dirty="0">
                <a:solidFill>
                  <a:schemeClr val="accent2">
                    <a:lumMod val="75000"/>
                  </a:schemeClr>
                </a:solidFill>
              </a:rPr>
              <a:t>self</a:t>
            </a:r>
            <a:r>
              <a:rPr lang="en-SG" sz="1200" noProof="0" dirty="0"/>
              <a:t>, </a:t>
            </a:r>
            <a:r>
              <a:rPr lang="en-SG" sz="1200" noProof="0" dirty="0">
                <a:solidFill>
                  <a:schemeClr val="accent2">
                    <a:lumMod val="75000"/>
                  </a:schemeClr>
                </a:solidFill>
              </a:rPr>
              <a:t>scopes</a:t>
            </a:r>
            <a:r>
              <a:rPr lang="en-SG" sz="1200" noProof="0" dirty="0"/>
              <a:t>):</a:t>
            </a:r>
          </a:p>
          <a:p>
            <a:r>
              <a:rPr lang="en-SG" sz="1200" noProof="0" dirty="0"/>
              <a:t>		…</a:t>
            </a:r>
          </a:p>
        </p:txBody>
      </p:sp>
      <p:sp>
        <p:nvSpPr>
          <p:cNvPr id="16" name="Title 1">
            <a:extLst>
              <a:ext uri="{FF2B5EF4-FFF2-40B4-BE49-F238E27FC236}">
                <a16:creationId xmlns:a16="http://schemas.microsoft.com/office/drawing/2014/main" id="{546FBB88-0412-AB7E-4EC2-E1DB270D7A85}"/>
              </a:ext>
            </a:extLst>
          </p:cNvPr>
          <p:cNvSpPr txBox="1">
            <a:spLocks/>
          </p:cNvSpPr>
          <p:nvPr/>
        </p:nvSpPr>
        <p:spPr>
          <a:xfrm>
            <a:off x="667352" y="1317274"/>
            <a:ext cx="4624316" cy="39299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Use a Factory Pattern for Identity Context</a:t>
            </a:r>
          </a:p>
        </p:txBody>
      </p:sp>
      <p:sp>
        <p:nvSpPr>
          <p:cNvPr id="17" name="Title 1">
            <a:extLst>
              <a:ext uri="{FF2B5EF4-FFF2-40B4-BE49-F238E27FC236}">
                <a16:creationId xmlns:a16="http://schemas.microsoft.com/office/drawing/2014/main" id="{A9C1E300-F808-C63F-E0E0-D39578AEA513}"/>
              </a:ext>
            </a:extLst>
          </p:cNvPr>
          <p:cNvSpPr txBox="1">
            <a:spLocks/>
          </p:cNvSpPr>
          <p:nvPr/>
        </p:nvSpPr>
        <p:spPr>
          <a:xfrm>
            <a:off x="667351" y="4704530"/>
            <a:ext cx="7079649" cy="392993"/>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Underlying, all their identity models and authentication schemas are the same. </a:t>
            </a:r>
          </a:p>
        </p:txBody>
      </p:sp>
      <p:sp>
        <p:nvSpPr>
          <p:cNvPr id="18" name="Title 1">
            <a:extLst>
              <a:ext uri="{FF2B5EF4-FFF2-40B4-BE49-F238E27FC236}">
                <a16:creationId xmlns:a16="http://schemas.microsoft.com/office/drawing/2014/main" id="{1237E208-F94C-E9D4-138B-15546CF30E9C}"/>
              </a:ext>
            </a:extLst>
          </p:cNvPr>
          <p:cNvSpPr txBox="1">
            <a:spLocks/>
          </p:cNvSpPr>
          <p:nvPr/>
        </p:nvSpPr>
        <p:spPr>
          <a:xfrm>
            <a:off x="698676" y="5024554"/>
            <a:ext cx="7409850" cy="1032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pPr marL="171450" indent="-171450">
              <a:buFont typeface="Arial" panose="020B0604020202020204" pitchFamily="34" charset="0"/>
              <a:buChar char="•"/>
            </a:pPr>
            <a:r>
              <a:rPr lang="en-SG" sz="1200" b="0" noProof="0" dirty="0">
                <a:solidFill>
                  <a:schemeClr val="tx1"/>
                </a:solidFill>
              </a:rPr>
              <a:t>Shared Identity Model: All utilize Application ID (Client ID) and Object ID for identification.</a:t>
            </a:r>
          </a:p>
          <a:p>
            <a:endParaRPr lang="en-SG" sz="1200" b="0" noProof="0" dirty="0">
              <a:solidFill>
                <a:schemeClr val="tx1"/>
              </a:solidFill>
            </a:endParaRPr>
          </a:p>
          <a:p>
            <a:pPr marL="171450" indent="-171450">
              <a:buFont typeface="Arial" panose="020B0604020202020204" pitchFamily="34" charset="0"/>
              <a:buChar char="•"/>
            </a:pPr>
            <a:r>
              <a:rPr lang="en-SG" sz="1200" b="0" noProof="0" dirty="0">
                <a:solidFill>
                  <a:schemeClr val="tx1"/>
                </a:solidFill>
              </a:rPr>
              <a:t>Standardized Protocol: All leverage OAuth 2.0 / OIDC for authentication and authorization.</a:t>
            </a:r>
          </a:p>
          <a:p>
            <a:endParaRPr lang="en-SG" sz="1200" b="0" noProof="0" dirty="0">
              <a:solidFill>
                <a:schemeClr val="tx1"/>
              </a:solidFill>
            </a:endParaRPr>
          </a:p>
          <a:p>
            <a:pPr marL="171450" indent="-171450">
              <a:buFont typeface="Arial" panose="020B0604020202020204" pitchFamily="34" charset="0"/>
              <a:buChar char="•"/>
            </a:pPr>
            <a:r>
              <a:rPr lang="en-SG" sz="1200" b="0" noProof="0" dirty="0">
                <a:solidFill>
                  <a:schemeClr val="tx1"/>
                </a:solidFill>
              </a:rPr>
              <a:t>Token Compatibility: All issue JWT tokens, ensuring the same code can process any of the three. </a:t>
            </a:r>
          </a:p>
        </p:txBody>
      </p:sp>
      <p:sp>
        <p:nvSpPr>
          <p:cNvPr id="21" name="Rectangle 20">
            <a:extLst>
              <a:ext uri="{FF2B5EF4-FFF2-40B4-BE49-F238E27FC236}">
                <a16:creationId xmlns:a16="http://schemas.microsoft.com/office/drawing/2014/main" id="{65275D27-49FB-34DD-65CB-B139162E2C8E}"/>
              </a:ext>
            </a:extLst>
          </p:cNvPr>
          <p:cNvSpPr/>
          <p:nvPr/>
        </p:nvSpPr>
        <p:spPr>
          <a:xfrm>
            <a:off x="8611233" y="2632254"/>
            <a:ext cx="1351524" cy="586054"/>
          </a:xfrm>
          <a:prstGeom prst="rect">
            <a:avLst/>
          </a:prstGeom>
          <a:noFill/>
          <a:ln w="12700">
            <a:solidFill>
              <a:srgbClr val="005A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2" name="TextBox 21">
            <a:extLst>
              <a:ext uri="{FF2B5EF4-FFF2-40B4-BE49-F238E27FC236}">
                <a16:creationId xmlns:a16="http://schemas.microsoft.com/office/drawing/2014/main" id="{97BB3547-4F83-5350-F668-F4994CD519F5}"/>
              </a:ext>
            </a:extLst>
          </p:cNvPr>
          <p:cNvSpPr txBox="1"/>
          <p:nvPr/>
        </p:nvSpPr>
        <p:spPr>
          <a:xfrm>
            <a:off x="8611233" y="2758051"/>
            <a:ext cx="1313180" cy="307777"/>
          </a:xfrm>
          <a:prstGeom prst="rect">
            <a:avLst/>
          </a:prstGeom>
          <a:noFill/>
        </p:spPr>
        <p:txBody>
          <a:bodyPr wrap="none" rtlCol="0">
            <a:spAutoFit/>
          </a:bodyPr>
          <a:lstStyle/>
          <a:p>
            <a:pPr algn="ctr"/>
            <a:r>
              <a:rPr lang="en-SG" sz="1400" b="1" noProof="0" dirty="0">
                <a:solidFill>
                  <a:srgbClr val="005AAB"/>
                </a:solidFill>
              </a:rPr>
              <a:t>Identity Class</a:t>
            </a:r>
          </a:p>
        </p:txBody>
      </p:sp>
      <p:sp>
        <p:nvSpPr>
          <p:cNvPr id="23" name="Rectangle 22">
            <a:extLst>
              <a:ext uri="{FF2B5EF4-FFF2-40B4-BE49-F238E27FC236}">
                <a16:creationId xmlns:a16="http://schemas.microsoft.com/office/drawing/2014/main" id="{4A8304A2-F562-7A91-8499-70539C163D80}"/>
              </a:ext>
            </a:extLst>
          </p:cNvPr>
          <p:cNvSpPr/>
          <p:nvPr/>
        </p:nvSpPr>
        <p:spPr>
          <a:xfrm>
            <a:off x="6549136" y="2582818"/>
            <a:ext cx="1557799" cy="659819"/>
          </a:xfrm>
          <a:prstGeom prst="rect">
            <a:avLst/>
          </a:prstGeom>
          <a:noFill/>
          <a:ln w="12700">
            <a:solidFill>
              <a:srgbClr val="005A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4" name="TextBox 23">
            <a:extLst>
              <a:ext uri="{FF2B5EF4-FFF2-40B4-BE49-F238E27FC236}">
                <a16:creationId xmlns:a16="http://schemas.microsoft.com/office/drawing/2014/main" id="{A2C49318-3195-57B3-151C-E4DBABF7B8C7}"/>
              </a:ext>
            </a:extLst>
          </p:cNvPr>
          <p:cNvSpPr txBox="1"/>
          <p:nvPr/>
        </p:nvSpPr>
        <p:spPr>
          <a:xfrm>
            <a:off x="6781362" y="2681851"/>
            <a:ext cx="1158266" cy="523220"/>
          </a:xfrm>
          <a:prstGeom prst="rect">
            <a:avLst/>
          </a:prstGeom>
          <a:noFill/>
        </p:spPr>
        <p:txBody>
          <a:bodyPr wrap="none" rtlCol="0">
            <a:spAutoFit/>
          </a:bodyPr>
          <a:lstStyle/>
          <a:p>
            <a:pPr algn="ctr"/>
            <a:r>
              <a:rPr lang="en-SG" sz="1400" b="1" noProof="0" dirty="0">
                <a:solidFill>
                  <a:srgbClr val="005AAB"/>
                </a:solidFill>
              </a:rPr>
              <a:t>Application </a:t>
            </a:r>
          </a:p>
          <a:p>
            <a:pPr algn="ctr"/>
            <a:r>
              <a:rPr lang="en-SG" sz="1400" b="1" noProof="0" dirty="0">
                <a:solidFill>
                  <a:srgbClr val="005AAB"/>
                </a:solidFill>
              </a:rPr>
              <a:t>Code</a:t>
            </a:r>
          </a:p>
        </p:txBody>
      </p:sp>
      <p:pic>
        <p:nvPicPr>
          <p:cNvPr id="4098" name="Picture 2" descr="How to Setup Azure Managed Identities | by Andrew Gray | Medium">
            <a:extLst>
              <a:ext uri="{FF2B5EF4-FFF2-40B4-BE49-F238E27FC236}">
                <a16:creationId xmlns:a16="http://schemas.microsoft.com/office/drawing/2014/main" id="{D2AE326F-92E3-8438-0866-F440C4FA6C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1837" y="1468727"/>
            <a:ext cx="482966" cy="635482"/>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4F55522A-7030-92B7-5410-1127CD6A1590}"/>
              </a:ext>
            </a:extLst>
          </p:cNvPr>
          <p:cNvSpPr txBox="1"/>
          <p:nvPr/>
        </p:nvSpPr>
        <p:spPr>
          <a:xfrm>
            <a:off x="10435386" y="2104209"/>
            <a:ext cx="1389868" cy="276999"/>
          </a:xfrm>
          <a:prstGeom prst="rect">
            <a:avLst/>
          </a:prstGeom>
          <a:noFill/>
        </p:spPr>
        <p:txBody>
          <a:bodyPr wrap="none" rtlCol="0">
            <a:spAutoFit/>
          </a:bodyPr>
          <a:lstStyle/>
          <a:p>
            <a:pPr algn="ctr"/>
            <a:r>
              <a:rPr lang="en-SG" sz="1200" b="1" noProof="0" dirty="0">
                <a:solidFill>
                  <a:srgbClr val="005AAB"/>
                </a:solidFill>
              </a:rPr>
              <a:t>Managed Identity</a:t>
            </a:r>
          </a:p>
        </p:txBody>
      </p:sp>
      <p:pic>
        <p:nvPicPr>
          <p:cNvPr id="4100" name="Picture 4" descr="What is Azure role-based access control (Azure RBAC)? | Microsoft Learn">
            <a:extLst>
              <a:ext uri="{FF2B5EF4-FFF2-40B4-BE49-F238E27FC236}">
                <a16:creationId xmlns:a16="http://schemas.microsoft.com/office/drawing/2014/main" id="{909F950C-75B2-AF2B-DE58-00FEAF21C7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735" t="40151" r="30748" b="33600"/>
          <a:stretch>
            <a:fillRect/>
          </a:stretch>
        </p:blipFill>
        <p:spPr bwMode="auto">
          <a:xfrm>
            <a:off x="10750897" y="2628761"/>
            <a:ext cx="753498" cy="586054"/>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2E1275BB-661B-0040-B6AF-CE683B95266A}"/>
              </a:ext>
            </a:extLst>
          </p:cNvPr>
          <p:cNvSpPr txBox="1"/>
          <p:nvPr/>
        </p:nvSpPr>
        <p:spPr>
          <a:xfrm>
            <a:off x="10482779" y="3180312"/>
            <a:ext cx="1363707" cy="276999"/>
          </a:xfrm>
          <a:prstGeom prst="rect">
            <a:avLst/>
          </a:prstGeom>
          <a:noFill/>
        </p:spPr>
        <p:txBody>
          <a:bodyPr wrap="none" rtlCol="0">
            <a:spAutoFit/>
          </a:bodyPr>
          <a:lstStyle/>
          <a:p>
            <a:pPr algn="ctr"/>
            <a:r>
              <a:rPr lang="en-SG" sz="1200" b="1" noProof="0" dirty="0">
                <a:solidFill>
                  <a:srgbClr val="005AAB"/>
                </a:solidFill>
              </a:rPr>
              <a:t>Service Principal</a:t>
            </a:r>
          </a:p>
        </p:txBody>
      </p:sp>
      <p:pic>
        <p:nvPicPr>
          <p:cNvPr id="4102" name="Picture 6">
            <a:extLst>
              <a:ext uri="{FF2B5EF4-FFF2-40B4-BE49-F238E27FC236}">
                <a16:creationId xmlns:a16="http://schemas.microsoft.com/office/drawing/2014/main" id="{C224FC92-312D-B3B5-3589-23E09E2B57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10465" y="3745584"/>
            <a:ext cx="663341" cy="663341"/>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Arrow Connector 30">
            <a:extLst>
              <a:ext uri="{FF2B5EF4-FFF2-40B4-BE49-F238E27FC236}">
                <a16:creationId xmlns:a16="http://schemas.microsoft.com/office/drawing/2014/main" id="{1849C68F-D921-1377-4671-10179B974A05}"/>
              </a:ext>
            </a:extLst>
          </p:cNvPr>
          <p:cNvCxnSpPr>
            <a:cxnSpLocks/>
            <a:stCxn id="4100" idx="1"/>
            <a:endCxn id="21" idx="3"/>
          </p:cNvCxnSpPr>
          <p:nvPr/>
        </p:nvCxnSpPr>
        <p:spPr>
          <a:xfrm flipH="1">
            <a:off x="9962757" y="2921788"/>
            <a:ext cx="788140" cy="3493"/>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41762909-738C-F51A-BD34-5EB0554A774D}"/>
              </a:ext>
            </a:extLst>
          </p:cNvPr>
          <p:cNvSpPr txBox="1"/>
          <p:nvPr/>
        </p:nvSpPr>
        <p:spPr>
          <a:xfrm>
            <a:off x="10363238" y="4387044"/>
            <a:ext cx="1557799" cy="276999"/>
          </a:xfrm>
          <a:prstGeom prst="rect">
            <a:avLst/>
          </a:prstGeom>
          <a:noFill/>
        </p:spPr>
        <p:txBody>
          <a:bodyPr wrap="none" rtlCol="0">
            <a:spAutoFit/>
          </a:bodyPr>
          <a:lstStyle/>
          <a:p>
            <a:pPr algn="ctr"/>
            <a:r>
              <a:rPr lang="en-SG" sz="1200" b="1" noProof="0" dirty="0">
                <a:solidFill>
                  <a:srgbClr val="005AAB"/>
                </a:solidFill>
              </a:rPr>
              <a:t>Entra Agent Identity</a:t>
            </a:r>
          </a:p>
        </p:txBody>
      </p:sp>
      <p:cxnSp>
        <p:nvCxnSpPr>
          <p:cNvPr id="51" name="Connector: Elbow 50">
            <a:extLst>
              <a:ext uri="{FF2B5EF4-FFF2-40B4-BE49-F238E27FC236}">
                <a16:creationId xmlns:a16="http://schemas.microsoft.com/office/drawing/2014/main" id="{B01FDDC5-E9AF-00D6-7934-9F51E04CA611}"/>
              </a:ext>
            </a:extLst>
          </p:cNvPr>
          <p:cNvCxnSpPr>
            <a:stCxn id="4098" idx="1"/>
            <a:endCxn id="21" idx="3"/>
          </p:cNvCxnSpPr>
          <p:nvPr/>
        </p:nvCxnSpPr>
        <p:spPr>
          <a:xfrm rot="10800000" flipV="1">
            <a:off x="9962757" y="1786467"/>
            <a:ext cx="799080" cy="1138813"/>
          </a:xfrm>
          <a:prstGeom prst="bentConnector3">
            <a:avLst>
              <a:gd name="adj1" fmla="val 60172"/>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cxnSp>
        <p:nvCxnSpPr>
          <p:cNvPr id="54" name="Connector: Elbow 53">
            <a:extLst>
              <a:ext uri="{FF2B5EF4-FFF2-40B4-BE49-F238E27FC236}">
                <a16:creationId xmlns:a16="http://schemas.microsoft.com/office/drawing/2014/main" id="{CCE4B337-DFB8-E35D-845E-102769938A7E}"/>
              </a:ext>
            </a:extLst>
          </p:cNvPr>
          <p:cNvCxnSpPr>
            <a:cxnSpLocks/>
            <a:stCxn id="4102" idx="1"/>
            <a:endCxn id="21" idx="3"/>
          </p:cNvCxnSpPr>
          <p:nvPr/>
        </p:nvCxnSpPr>
        <p:spPr>
          <a:xfrm rot="10800000">
            <a:off x="9962757" y="2925281"/>
            <a:ext cx="847708" cy="1151974"/>
          </a:xfrm>
          <a:prstGeom prst="bentConnector3">
            <a:avLst>
              <a:gd name="adj1" fmla="val 61985"/>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cxnSp>
        <p:nvCxnSpPr>
          <p:cNvPr id="59" name="Straight Arrow Connector 58">
            <a:extLst>
              <a:ext uri="{FF2B5EF4-FFF2-40B4-BE49-F238E27FC236}">
                <a16:creationId xmlns:a16="http://schemas.microsoft.com/office/drawing/2014/main" id="{C73CAEE0-96D9-D2B8-9784-CDD7993CC988}"/>
              </a:ext>
            </a:extLst>
          </p:cNvPr>
          <p:cNvCxnSpPr>
            <a:cxnSpLocks/>
            <a:stCxn id="22" idx="1"/>
            <a:endCxn id="23" idx="3"/>
          </p:cNvCxnSpPr>
          <p:nvPr/>
        </p:nvCxnSpPr>
        <p:spPr>
          <a:xfrm flipH="1">
            <a:off x="8106935" y="2911940"/>
            <a:ext cx="504298" cy="788"/>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sp>
        <p:nvSpPr>
          <p:cNvPr id="3" name="Title 1">
            <a:extLst>
              <a:ext uri="{FF2B5EF4-FFF2-40B4-BE49-F238E27FC236}">
                <a16:creationId xmlns:a16="http://schemas.microsoft.com/office/drawing/2014/main" id="{3ABD18A6-D6D9-A502-344E-A44D21A95F65}"/>
              </a:ext>
            </a:extLst>
          </p:cNvPr>
          <p:cNvSpPr txBox="1">
            <a:spLocks/>
          </p:cNvSpPr>
          <p:nvPr/>
        </p:nvSpPr>
        <p:spPr>
          <a:xfrm>
            <a:off x="667350" y="6302492"/>
            <a:ext cx="10054322" cy="3077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000" noProof="0" dirty="0"/>
              <a:t>*Code for Identity Context above is for illustration only, code in actual implementation is up for App &amp; Data team to propose</a:t>
            </a:r>
          </a:p>
        </p:txBody>
      </p:sp>
      <p:sp>
        <p:nvSpPr>
          <p:cNvPr id="5" name="TextBox 4">
            <a:extLst>
              <a:ext uri="{FF2B5EF4-FFF2-40B4-BE49-F238E27FC236}">
                <a16:creationId xmlns:a16="http://schemas.microsoft.com/office/drawing/2014/main" id="{259154A8-5D0B-BCC5-F45E-3E2FED7A933D}"/>
              </a:ext>
            </a:extLst>
          </p:cNvPr>
          <p:cNvSpPr txBox="1"/>
          <p:nvPr/>
        </p:nvSpPr>
        <p:spPr>
          <a:xfrm>
            <a:off x="9505131" y="119510"/>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tx2">
                    <a:lumMod val="75000"/>
                    <a:lumOff val="25000"/>
                  </a:schemeClr>
                </a:solidFill>
                <a:effectLst/>
              </a:rPr>
              <a:t>For Information</a:t>
            </a:r>
          </a:p>
        </p:txBody>
      </p:sp>
      <p:pic>
        <p:nvPicPr>
          <p:cNvPr id="6" name="Picture 5" descr="Confirm Generic Blue icon | Freepik">
            <a:extLst>
              <a:ext uri="{FF2B5EF4-FFF2-40B4-BE49-F238E27FC236}">
                <a16:creationId xmlns:a16="http://schemas.microsoft.com/office/drawing/2014/main" id="{F7022B2F-6519-3738-7492-C1CF108326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79624" y="66734"/>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3">
            <a:extLst>
              <a:ext uri="{FF2B5EF4-FFF2-40B4-BE49-F238E27FC236}">
                <a16:creationId xmlns:a16="http://schemas.microsoft.com/office/drawing/2014/main" id="{7B160A70-BBB7-911F-7CCC-AE4CB693337F}"/>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Tree>
    <p:extLst>
      <p:ext uri="{BB962C8B-B14F-4D97-AF65-F5344CB8AC3E}">
        <p14:creationId xmlns:p14="http://schemas.microsoft.com/office/powerpoint/2010/main" val="596029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06745-9ECC-813D-29AF-A8C506A3D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7E95CA-FCCB-A43A-9825-E6D2D2FA0709}"/>
              </a:ext>
            </a:extLst>
          </p:cNvPr>
          <p:cNvSpPr>
            <a:spLocks noGrp="1"/>
          </p:cNvSpPr>
          <p:nvPr>
            <p:ph type="title"/>
          </p:nvPr>
        </p:nvSpPr>
        <p:spPr>
          <a:xfrm>
            <a:off x="667351" y="136525"/>
            <a:ext cx="10515600" cy="425507"/>
          </a:xfrm>
        </p:spPr>
        <p:txBody>
          <a:bodyPr>
            <a:normAutofit/>
          </a:bodyPr>
          <a:lstStyle/>
          <a:p>
            <a:r>
              <a:rPr lang="en-SG" sz="2000" noProof="0" dirty="0"/>
              <a:t>Step 4: Agent-Tool ABAC Policy</a:t>
            </a:r>
          </a:p>
        </p:txBody>
      </p:sp>
      <p:sp>
        <p:nvSpPr>
          <p:cNvPr id="4" name="Slide Number Placeholder 3">
            <a:extLst>
              <a:ext uri="{FF2B5EF4-FFF2-40B4-BE49-F238E27FC236}">
                <a16:creationId xmlns:a16="http://schemas.microsoft.com/office/drawing/2014/main" id="{FA21D6D3-DA43-8C20-070D-0BEDDF2B42F6}"/>
              </a:ext>
            </a:extLst>
          </p:cNvPr>
          <p:cNvSpPr>
            <a:spLocks noGrp="1"/>
          </p:cNvSpPr>
          <p:nvPr>
            <p:ph type="sldNum" sz="quarter" idx="12"/>
          </p:nvPr>
        </p:nvSpPr>
        <p:spPr/>
        <p:txBody>
          <a:bodyPr/>
          <a:lstStyle/>
          <a:p>
            <a:fld id="{5DF5AE18-F94A-B54C-9347-4CAFB5D76058}" type="slidenum">
              <a:rPr lang="en-SG" noProof="0" smtClean="0"/>
              <a:pPr/>
              <a:t>21</a:t>
            </a:fld>
            <a:endParaRPr lang="en-SG" noProof="0" dirty="0"/>
          </a:p>
        </p:txBody>
      </p:sp>
      <p:sp>
        <p:nvSpPr>
          <p:cNvPr id="7" name="Title 1">
            <a:extLst>
              <a:ext uri="{FF2B5EF4-FFF2-40B4-BE49-F238E27FC236}">
                <a16:creationId xmlns:a16="http://schemas.microsoft.com/office/drawing/2014/main" id="{33F4A806-7B3F-B7B7-E474-0A9ACC71B44C}"/>
              </a:ext>
            </a:extLst>
          </p:cNvPr>
          <p:cNvSpPr txBox="1">
            <a:spLocks/>
          </p:cNvSpPr>
          <p:nvPr/>
        </p:nvSpPr>
        <p:spPr>
          <a:xfrm>
            <a:off x="667351" y="525515"/>
            <a:ext cx="10515600"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Options Comparison</a:t>
            </a:r>
          </a:p>
        </p:txBody>
      </p:sp>
      <p:graphicFrame>
        <p:nvGraphicFramePr>
          <p:cNvPr id="3" name="Table 2">
            <a:extLst>
              <a:ext uri="{FF2B5EF4-FFF2-40B4-BE49-F238E27FC236}">
                <a16:creationId xmlns:a16="http://schemas.microsoft.com/office/drawing/2014/main" id="{B5B31789-195B-08A4-0283-CCCFDDC20D9D}"/>
              </a:ext>
            </a:extLst>
          </p:cNvPr>
          <p:cNvGraphicFramePr>
            <a:graphicFrameLocks noGrp="1"/>
          </p:cNvGraphicFramePr>
          <p:nvPr>
            <p:extLst>
              <p:ext uri="{D42A27DB-BD31-4B8C-83A1-F6EECF244321}">
                <p14:modId xmlns:p14="http://schemas.microsoft.com/office/powerpoint/2010/main" val="3521078054"/>
              </p:ext>
            </p:extLst>
          </p:nvPr>
        </p:nvGraphicFramePr>
        <p:xfrm>
          <a:off x="371999" y="2336061"/>
          <a:ext cx="11448001" cy="3587486"/>
        </p:xfrm>
        <a:graphic>
          <a:graphicData uri="http://schemas.openxmlformats.org/drawingml/2006/table">
            <a:tbl>
              <a:tblPr firstRow="1" bandRow="1">
                <a:tableStyleId>{7E9639D4-E3E2-4D34-9284-5A2195B3D0D7}</a:tableStyleId>
              </a:tblPr>
              <a:tblGrid>
                <a:gridCol w="449867">
                  <a:extLst>
                    <a:ext uri="{9D8B030D-6E8A-4147-A177-3AD203B41FA5}">
                      <a16:colId xmlns:a16="http://schemas.microsoft.com/office/drawing/2014/main" val="3314179839"/>
                    </a:ext>
                  </a:extLst>
                </a:gridCol>
                <a:gridCol w="1116532">
                  <a:extLst>
                    <a:ext uri="{9D8B030D-6E8A-4147-A177-3AD203B41FA5}">
                      <a16:colId xmlns:a16="http://schemas.microsoft.com/office/drawing/2014/main" val="4023126614"/>
                    </a:ext>
                  </a:extLst>
                </a:gridCol>
                <a:gridCol w="2862281">
                  <a:extLst>
                    <a:ext uri="{9D8B030D-6E8A-4147-A177-3AD203B41FA5}">
                      <a16:colId xmlns:a16="http://schemas.microsoft.com/office/drawing/2014/main" val="342121196"/>
                    </a:ext>
                  </a:extLst>
                </a:gridCol>
                <a:gridCol w="2749261">
                  <a:extLst>
                    <a:ext uri="{9D8B030D-6E8A-4147-A177-3AD203B41FA5}">
                      <a16:colId xmlns:a16="http://schemas.microsoft.com/office/drawing/2014/main" val="988894772"/>
                    </a:ext>
                  </a:extLst>
                </a:gridCol>
                <a:gridCol w="2749261">
                  <a:extLst>
                    <a:ext uri="{9D8B030D-6E8A-4147-A177-3AD203B41FA5}">
                      <a16:colId xmlns:a16="http://schemas.microsoft.com/office/drawing/2014/main" val="2872696416"/>
                    </a:ext>
                  </a:extLst>
                </a:gridCol>
                <a:gridCol w="1520799">
                  <a:extLst>
                    <a:ext uri="{9D8B030D-6E8A-4147-A177-3AD203B41FA5}">
                      <a16:colId xmlns:a16="http://schemas.microsoft.com/office/drawing/2014/main" val="35201252"/>
                    </a:ext>
                  </a:extLst>
                </a:gridCol>
              </a:tblGrid>
              <a:tr h="276253">
                <a:tc>
                  <a:txBody>
                    <a:bodyPr/>
                    <a:lstStyle/>
                    <a:p>
                      <a:r>
                        <a:rPr lang="en-SG" sz="1100" noProof="0" dirty="0">
                          <a:effectLst/>
                          <a:latin typeface="Source Sans Pro" panose="020B0503030403020204" pitchFamily="34" charset="0"/>
                          <a:ea typeface="Source Sans Pro" panose="020B0503030403020204" pitchFamily="34" charset="0"/>
                        </a:rPr>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effectLst/>
                          <a:latin typeface="Source Sans Pro" panose="020B0503030403020204" pitchFamily="34" charset="0"/>
                          <a:ea typeface="Source Sans Pro" panose="020B0503030403020204" pitchFamily="34" charset="0"/>
                        </a:rPr>
                        <a:t>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effectLst/>
                          <a:latin typeface="Source Sans Pro" panose="020B0503030403020204" pitchFamily="34" charset="0"/>
                          <a:ea typeface="Source Sans Pro" panose="020B0503030403020204" pitchFamily="34" charset="0"/>
                        </a:rPr>
                        <a:t>Effort to Migrate out of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effectLst/>
                          <a:latin typeface="Source Sans Pro" panose="020B0503030403020204" pitchFamily="34" charset="0"/>
                          <a:ea typeface="Source Sans Pro" panose="020B0503030403020204" pitchFamily="34" charset="0"/>
                        </a:rPr>
                        <a:t>Pros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effectLst/>
                          <a:latin typeface="Source Sans Pro" panose="020B0503030403020204" pitchFamily="34" charset="0"/>
                          <a:ea typeface="Source Sans Pro" panose="020B0503030403020204" pitchFamily="34" charset="0"/>
                        </a:rPr>
                        <a:t>Cons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effectLst/>
                          <a:latin typeface="Source Sans Pro" panose="020B0503030403020204" pitchFamily="34" charset="0"/>
                          <a:ea typeface="Source Sans Pro" panose="020B0503030403020204" pitchFamily="34" charset="0"/>
                        </a:rPr>
                        <a:t>Participant Remarks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949033">
                <a:tc>
                  <a:txBody>
                    <a:bodyPr/>
                    <a:lstStyle/>
                    <a:p>
                      <a:r>
                        <a:rPr lang="en-SG" sz="1100" noProof="0" dirty="0">
                          <a:effectLst/>
                          <a:latin typeface="Source Sans Pro" panose="020B0503030403020204" pitchFamily="34" charset="0"/>
                          <a:ea typeface="Source Sans Pro" panose="020B0503030403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effectLst/>
                          <a:latin typeface="Source Sans Pro" panose="020B0503030403020204" pitchFamily="34" charset="0"/>
                          <a:ea typeface="Source Sans Pro" panose="020B0503030403020204" pitchFamily="34" charset="0"/>
                        </a:rPr>
                        <a:t>Cedar (ABAC)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100" noProof="0" dirty="0">
                          <a:effectLst/>
                          <a:latin typeface="Source Sans Pro" panose="020B0503030403020204" pitchFamily="34" charset="0"/>
                          <a:ea typeface="Source Sans Pro" panose="020B0503030403020204" pitchFamily="34" charset="0"/>
                        </a:rPr>
                        <a:t>To other ABAC frameworks like OPA, low. Only need to convert the language used to e.g., Rego.</a:t>
                      </a:r>
                    </a:p>
                    <a:p>
                      <a:pPr marL="0" indent="0">
                        <a:buFont typeface="Arial" panose="020B0604020202020204" pitchFamily="34" charset="0"/>
                        <a:buNone/>
                      </a:pPr>
                      <a:endParaRPr lang="en-SG" sz="1100" noProof="0" dirty="0">
                        <a:effectLst/>
                        <a:latin typeface="Source Sans Pro" panose="020B0503030403020204" pitchFamily="34" charset="0"/>
                        <a:ea typeface="Source Sans Pro" panose="020B0503030403020204" pitchFamily="34" charset="0"/>
                      </a:endParaRPr>
                    </a:p>
                    <a:p>
                      <a:pPr marL="0" indent="0">
                        <a:buFont typeface="Arial" panose="020B0604020202020204" pitchFamily="34" charset="0"/>
                        <a:buNone/>
                      </a:pPr>
                      <a:endParaRPr lang="en-SG" sz="1100" noProof="0" dirty="0">
                        <a:effectLst/>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Setup can be minimal depending on requirements, it can just be a single library, no docker image.</a:t>
                      </a:r>
                    </a:p>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Language is fairly straightforward and intuitive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If we need to add a new attribute, every API that calls the Cedar engine will need to change their parameter list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100" noProof="0" dirty="0">
                        <a:effectLst/>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8590357"/>
                  </a:ext>
                </a:extLst>
              </a:tr>
              <a:tr h="1251065">
                <a:tc>
                  <a:txBody>
                    <a:bodyPr/>
                    <a:lstStyle/>
                    <a:p>
                      <a:r>
                        <a:rPr lang="en-SG" sz="1100" noProof="0" dirty="0">
                          <a:effectLst/>
                          <a:latin typeface="Source Sans Pro" panose="020B0503030403020204" pitchFamily="34" charset="0"/>
                          <a:ea typeface="Source Sans Pro" panose="020B0503030403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effectLst/>
                          <a:latin typeface="Source Sans Pro" panose="020B0503030403020204" pitchFamily="34" charset="0"/>
                          <a:ea typeface="Source Sans Pro" panose="020B0503030403020204" pitchFamily="34" charset="0"/>
                        </a:rPr>
                        <a:t>OPA/Rego</a:t>
                      </a:r>
                    </a:p>
                    <a:p>
                      <a:r>
                        <a:rPr lang="en-SG" sz="1100" noProof="0" dirty="0">
                          <a:effectLst/>
                          <a:latin typeface="Source Sans Pro" panose="020B0503030403020204" pitchFamily="34" charset="0"/>
                          <a:ea typeface="Source Sans Pro" panose="020B0503030403020204" pitchFamily="34" charset="0"/>
                        </a:rPr>
                        <a:t>(ABAC)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SG" sz="1100" noProof="0" dirty="0">
                          <a:effectLst/>
                          <a:latin typeface="Source Sans Pro" panose="020B0503030403020204" pitchFamily="34" charset="0"/>
                          <a:ea typeface="Source Sans Pro" panose="020B0503030403020204" pitchFamily="34" charset="0"/>
                        </a:rPr>
                        <a:t>To other ABAC frameworks like Cedar, low. Only need to convert the language used to e.g., Rego.</a:t>
                      </a:r>
                    </a:p>
                    <a:p>
                      <a:pPr marL="0" indent="0">
                        <a:buFont typeface="Arial" panose="020B0604020202020204" pitchFamily="34" charset="0"/>
                        <a:buNone/>
                      </a:pPr>
                      <a:endParaRPr lang="en-SG" sz="1100" noProof="0" dirty="0">
                        <a:effectLst/>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Can do pretty much everything Cedar can do</a:t>
                      </a:r>
                    </a:p>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Breadth of Use, it can handle even non-authorization tasks e.g., infrastructure-related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Higher effort for deployment, need rigorous testing during CI/CD to ensure changes don’t break it.</a:t>
                      </a:r>
                    </a:p>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Deployed as a bundle, all callers must pull the new bundle upon every new deployment to reflect the latest changes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sz="1100" noProof="0" dirty="0">
                          <a:effectLst/>
                          <a:latin typeface="Source Sans Pro" panose="020B0503030403020204" pitchFamily="34" charset="0"/>
                          <a:ea typeface="Source Sans Pro" panose="020B0503030403020204" pitchFamily="34" charset="0"/>
                        </a:rPr>
                        <a:t>More latency and overhead compared to Cedar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100" noProof="0" dirty="0">
                        <a:effectLst/>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9588714"/>
                  </a:ext>
                </a:extLst>
              </a:tr>
              <a:tr h="587850">
                <a:tc>
                  <a:txBody>
                    <a:bodyPr/>
                    <a:lstStyle/>
                    <a:p>
                      <a:r>
                        <a:rPr lang="en-SG" sz="1100" noProof="0" dirty="0">
                          <a:effectLst/>
                          <a:latin typeface="Source Sans Pro" panose="020B0503030403020204" pitchFamily="34" charset="0"/>
                          <a:ea typeface="Source Sans Pro" panose="020B0503030403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err="1">
                          <a:effectLst/>
                          <a:latin typeface="Source Sans Pro" panose="020B0503030403020204" pitchFamily="34" charset="0"/>
                          <a:ea typeface="Source Sans Pro" panose="020B0503030403020204" pitchFamily="34" charset="0"/>
                        </a:rPr>
                        <a:t>OpenFGA</a:t>
                      </a:r>
                      <a:endParaRPr lang="en-SG" sz="1100" noProof="0" dirty="0">
                        <a:effectLst/>
                        <a:latin typeface="Source Sans Pro" panose="020B0503030403020204" pitchFamily="34" charset="0"/>
                        <a:ea typeface="Source Sans Pro" panose="020B0503030403020204" pitchFamily="34" charset="0"/>
                      </a:endParaRPr>
                    </a:p>
                    <a:p>
                      <a:r>
                        <a:rPr lang="en-SG" sz="1100" noProof="0" dirty="0">
                          <a:effectLst/>
                          <a:latin typeface="Source Sans Pro" panose="020B0503030403020204" pitchFamily="34" charset="0"/>
                          <a:ea typeface="Source Sans Pro" panose="020B0503030403020204" pitchFamily="34" charset="0"/>
                        </a:rPr>
                        <a:t>(ReBAC)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100" noProof="0" dirty="0">
                          <a:effectLst/>
                          <a:latin typeface="Source Sans Pro" panose="020B0503030403020204" pitchFamily="34" charset="0"/>
                          <a:ea typeface="Source Sans Pro" panose="020B0503030403020204" pitchFamily="34" charset="0"/>
                        </a:rPr>
                        <a:t>To migrate to non-ReBAC frameworks, e.g., ABAC like Cedar and OPA, very 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Complex relationships supported, e.g., Agent A is allowed to access folder B if it is part of AD group C</a:t>
                      </a:r>
                    </a:p>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Relatively low effort to scale, just add a new entry to the 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Infrastructure overhead for hosting</a:t>
                      </a:r>
                    </a:p>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Steep learning curve for </a:t>
                      </a:r>
                      <a:r>
                        <a:rPr lang="en-SG" sz="1100" noProof="0" dirty="0" err="1">
                          <a:effectLst/>
                          <a:latin typeface="Source Sans Pro" panose="020B0503030403020204" pitchFamily="34" charset="0"/>
                          <a:ea typeface="Source Sans Pro" panose="020B0503030403020204" pitchFamily="34" charset="0"/>
                        </a:rPr>
                        <a:t>modeling</a:t>
                      </a:r>
                      <a:endParaRPr lang="en-SG" sz="1100" noProof="0" dirty="0">
                        <a:effectLst/>
                        <a:latin typeface="Source Sans Pro" panose="020B0503030403020204" pitchFamily="34" charset="0"/>
                        <a:ea typeface="Source Sans Pro" panose="020B0503030403020204" pitchFamily="34" charset="0"/>
                      </a:endParaRPr>
                    </a:p>
                    <a:p>
                      <a:pPr marL="171450" indent="-171450">
                        <a:buFont typeface="Arial" panose="020B0604020202020204" pitchFamily="34" charset="0"/>
                        <a:buChar char="•"/>
                      </a:pPr>
                      <a:r>
                        <a:rPr lang="en-SG" sz="1100" noProof="0" dirty="0">
                          <a:effectLst/>
                          <a:latin typeface="Source Sans Pro" panose="020B0503030403020204" pitchFamily="34" charset="0"/>
                          <a:ea typeface="Source Sans Pro" panose="020B0503030403020204" pitchFamily="34" charset="0"/>
                        </a:rPr>
                        <a:t>Overkill for simple use cases that ABAC can satisfy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100" noProof="0" dirty="0">
                        <a:effectLst/>
                        <a:latin typeface="Source Sans Pro" panose="020B0503030403020204" pitchFamily="34" charset="0"/>
                        <a:ea typeface="Source Sans Pro" panose="020B0503030403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3651365"/>
                  </a:ext>
                </a:extLst>
              </a:tr>
            </a:tbl>
          </a:graphicData>
        </a:graphic>
      </p:graphicFrame>
      <p:pic>
        <p:nvPicPr>
          <p:cNvPr id="5" name="Picture 2" descr="Star - Free signs icons">
            <a:extLst>
              <a:ext uri="{FF2B5EF4-FFF2-40B4-BE49-F238E27FC236}">
                <a16:creationId xmlns:a16="http://schemas.microsoft.com/office/drawing/2014/main" id="{259F3647-74D6-99DF-665A-73887A227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846" y="2568645"/>
            <a:ext cx="385010" cy="38501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6FE4B526-E053-6505-BB7F-BCE9564C198F}"/>
              </a:ext>
            </a:extLst>
          </p:cNvPr>
          <p:cNvSpPr txBox="1">
            <a:spLocks/>
          </p:cNvSpPr>
          <p:nvPr/>
        </p:nvSpPr>
        <p:spPr>
          <a:xfrm>
            <a:off x="311881" y="5941616"/>
            <a:ext cx="11448000" cy="71985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000" b="0" noProof="0" dirty="0">
                <a:solidFill>
                  <a:schemeClr val="tx1"/>
                </a:solidFill>
              </a:rPr>
              <a:t>ABAC = Attribute Based Access Control</a:t>
            </a:r>
          </a:p>
          <a:p>
            <a:r>
              <a:rPr lang="en-SG" sz="1000" b="0" noProof="0" dirty="0">
                <a:solidFill>
                  <a:schemeClr val="tx1"/>
                </a:solidFill>
              </a:rPr>
              <a:t>ReBAC = Relationship Based Access Control</a:t>
            </a:r>
          </a:p>
          <a:p>
            <a:endParaRPr lang="en-SG" sz="1000" b="0" noProof="0" dirty="0">
              <a:solidFill>
                <a:schemeClr val="tx1"/>
              </a:solidFill>
            </a:endParaRPr>
          </a:p>
          <a:p>
            <a:r>
              <a:rPr lang="en-SG" sz="1000" b="0" noProof="0" dirty="0">
                <a:solidFill>
                  <a:schemeClr val="tx1"/>
                </a:solidFill>
              </a:rPr>
              <a:t>Given that our use case is mostly like “Agent X can only use Search Tool if the query is not about Finance”, ReBAC would be overkill and OPA would introduce overhead. Security area team’s recommendation is to use Cedar, though we will need alignment from App &amp; Data or Platform &amp; Infra topic teams.</a:t>
            </a:r>
          </a:p>
        </p:txBody>
      </p:sp>
      <p:pic>
        <p:nvPicPr>
          <p:cNvPr id="12" name="Picture 2" descr="Creating my first AI Agent: a journey of curiosity and growth. | Austan  Lundeen, CDMP, PCM posted on the topic | LinkedIn">
            <a:extLst>
              <a:ext uri="{FF2B5EF4-FFF2-40B4-BE49-F238E27FC236}">
                <a16:creationId xmlns:a16="http://schemas.microsoft.com/office/drawing/2014/main" id="{C09E5E80-8705-8FDC-9D12-581A2DDFC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9556" y="1389650"/>
            <a:ext cx="504000" cy="504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API Management | Microsoft Azure Color">
            <a:extLst>
              <a:ext uri="{FF2B5EF4-FFF2-40B4-BE49-F238E27FC236}">
                <a16:creationId xmlns:a16="http://schemas.microsoft.com/office/drawing/2014/main" id="{BC3DAA9D-D14F-3B35-4C16-7034334FB0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2770" y="1420632"/>
            <a:ext cx="432000" cy="4320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936B3C1-4D21-A99C-941F-B6E92AD88AAB}"/>
              </a:ext>
            </a:extLst>
          </p:cNvPr>
          <p:cNvSpPr txBox="1"/>
          <p:nvPr/>
        </p:nvSpPr>
        <p:spPr>
          <a:xfrm>
            <a:off x="4508203" y="1811331"/>
            <a:ext cx="861133" cy="215444"/>
          </a:xfrm>
          <a:prstGeom prst="rect">
            <a:avLst/>
          </a:prstGeom>
          <a:noFill/>
        </p:spPr>
        <p:txBody>
          <a:bodyPr wrap="square" rtlCol="0">
            <a:spAutoFit/>
          </a:bodyPr>
          <a:lstStyle/>
          <a:p>
            <a:pPr algn="ctr"/>
            <a:r>
              <a:rPr lang="en-SG" sz="800" b="1" noProof="0" dirty="0"/>
              <a:t>Azure APIM</a:t>
            </a:r>
          </a:p>
        </p:txBody>
      </p:sp>
      <p:sp>
        <p:nvSpPr>
          <p:cNvPr id="15" name="Rectangle 14">
            <a:extLst>
              <a:ext uri="{FF2B5EF4-FFF2-40B4-BE49-F238E27FC236}">
                <a16:creationId xmlns:a16="http://schemas.microsoft.com/office/drawing/2014/main" id="{8EAE0170-7B71-63D8-F134-89A7166D4858}"/>
              </a:ext>
            </a:extLst>
          </p:cNvPr>
          <p:cNvSpPr/>
          <p:nvPr/>
        </p:nvSpPr>
        <p:spPr>
          <a:xfrm>
            <a:off x="3603494" y="964844"/>
            <a:ext cx="2760243" cy="124517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6" name="TextBox 15">
            <a:extLst>
              <a:ext uri="{FF2B5EF4-FFF2-40B4-BE49-F238E27FC236}">
                <a16:creationId xmlns:a16="http://schemas.microsoft.com/office/drawing/2014/main" id="{6A822B1D-0644-F43F-211E-71B1DDDEB151}"/>
              </a:ext>
            </a:extLst>
          </p:cNvPr>
          <p:cNvSpPr txBox="1"/>
          <p:nvPr/>
        </p:nvSpPr>
        <p:spPr>
          <a:xfrm>
            <a:off x="3603494" y="957151"/>
            <a:ext cx="893194" cy="246221"/>
          </a:xfrm>
          <a:prstGeom prst="rect">
            <a:avLst/>
          </a:prstGeom>
          <a:noFill/>
        </p:spPr>
        <p:txBody>
          <a:bodyPr wrap="none" rtlCol="0">
            <a:spAutoFit/>
          </a:bodyPr>
          <a:lstStyle/>
          <a:p>
            <a:pPr algn="ctr"/>
            <a:r>
              <a:rPr lang="en-SG" sz="1000" b="1" noProof="0" dirty="0"/>
              <a:t>AO Gateway</a:t>
            </a:r>
          </a:p>
        </p:txBody>
      </p:sp>
      <p:sp>
        <p:nvSpPr>
          <p:cNvPr id="17" name="TextBox 16">
            <a:extLst>
              <a:ext uri="{FF2B5EF4-FFF2-40B4-BE49-F238E27FC236}">
                <a16:creationId xmlns:a16="http://schemas.microsoft.com/office/drawing/2014/main" id="{777E92A4-EFE0-4C61-989A-8AED514647B3}"/>
              </a:ext>
            </a:extLst>
          </p:cNvPr>
          <p:cNvSpPr txBox="1"/>
          <p:nvPr/>
        </p:nvSpPr>
        <p:spPr>
          <a:xfrm>
            <a:off x="4045681" y="738883"/>
            <a:ext cx="1978427" cy="246221"/>
          </a:xfrm>
          <a:prstGeom prst="rect">
            <a:avLst/>
          </a:prstGeom>
          <a:noFill/>
        </p:spPr>
        <p:txBody>
          <a:bodyPr wrap="none" rtlCol="0">
            <a:spAutoFit/>
          </a:bodyPr>
          <a:lstStyle/>
          <a:p>
            <a:pPr algn="ctr"/>
            <a:r>
              <a:rPr lang="en-SG" sz="1000" b="1" noProof="0" dirty="0"/>
              <a:t>Policy Enforcement Point (PEP)</a:t>
            </a:r>
          </a:p>
        </p:txBody>
      </p:sp>
      <p:pic>
        <p:nvPicPr>
          <p:cNvPr id="18" name="Picture 6" descr="Policy - Free security icons">
            <a:extLst>
              <a:ext uri="{FF2B5EF4-FFF2-40B4-BE49-F238E27FC236}">
                <a16:creationId xmlns:a16="http://schemas.microsoft.com/office/drawing/2014/main" id="{E9832E9A-8254-1C8D-4CA2-7C66484BFC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0748" y="179251"/>
            <a:ext cx="432000" cy="4320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56CC1DE8-DE25-3BC2-228A-D0E7C4FA83E3}"/>
              </a:ext>
            </a:extLst>
          </p:cNvPr>
          <p:cNvSpPr txBox="1"/>
          <p:nvPr/>
        </p:nvSpPr>
        <p:spPr>
          <a:xfrm>
            <a:off x="6247214" y="562032"/>
            <a:ext cx="1039067" cy="246221"/>
          </a:xfrm>
          <a:prstGeom prst="rect">
            <a:avLst/>
          </a:prstGeom>
          <a:noFill/>
        </p:spPr>
        <p:txBody>
          <a:bodyPr wrap="none" rtlCol="0">
            <a:spAutoFit/>
          </a:bodyPr>
          <a:lstStyle/>
          <a:p>
            <a:pPr algn="ctr"/>
            <a:r>
              <a:rPr lang="en-SG" sz="1000" b="1" noProof="0" dirty="0"/>
              <a:t>Policy Registry</a:t>
            </a:r>
          </a:p>
        </p:txBody>
      </p:sp>
      <p:sp>
        <p:nvSpPr>
          <p:cNvPr id="20" name="TextBox 19">
            <a:extLst>
              <a:ext uri="{FF2B5EF4-FFF2-40B4-BE49-F238E27FC236}">
                <a16:creationId xmlns:a16="http://schemas.microsoft.com/office/drawing/2014/main" id="{DFC55A8A-1BB8-8EE5-71C8-36CF88D91DC5}"/>
              </a:ext>
            </a:extLst>
          </p:cNvPr>
          <p:cNvSpPr txBox="1"/>
          <p:nvPr/>
        </p:nvSpPr>
        <p:spPr>
          <a:xfrm>
            <a:off x="7118151" y="103057"/>
            <a:ext cx="1752403" cy="246221"/>
          </a:xfrm>
          <a:prstGeom prst="rect">
            <a:avLst/>
          </a:prstGeom>
          <a:noFill/>
        </p:spPr>
        <p:txBody>
          <a:bodyPr wrap="none" rtlCol="0">
            <a:spAutoFit/>
          </a:bodyPr>
          <a:lstStyle/>
          <a:p>
            <a:pPr algn="ctr"/>
            <a:r>
              <a:rPr lang="en-SG" sz="1000" b="1" noProof="0" dirty="0"/>
              <a:t>Policy Decision Point (PDP)</a:t>
            </a:r>
          </a:p>
        </p:txBody>
      </p:sp>
      <p:sp>
        <p:nvSpPr>
          <p:cNvPr id="21" name="Rectangle 20">
            <a:extLst>
              <a:ext uri="{FF2B5EF4-FFF2-40B4-BE49-F238E27FC236}">
                <a16:creationId xmlns:a16="http://schemas.microsoft.com/office/drawing/2014/main" id="{672037D1-2C8F-FB26-0A73-6B8DED1E9F63}"/>
              </a:ext>
            </a:extLst>
          </p:cNvPr>
          <p:cNvSpPr/>
          <p:nvPr/>
        </p:nvSpPr>
        <p:spPr>
          <a:xfrm>
            <a:off x="8706012" y="1394742"/>
            <a:ext cx="1188001" cy="4316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2" name="TextBox 21">
            <a:extLst>
              <a:ext uri="{FF2B5EF4-FFF2-40B4-BE49-F238E27FC236}">
                <a16:creationId xmlns:a16="http://schemas.microsoft.com/office/drawing/2014/main" id="{6276A2F8-90FB-23FE-9532-342465A498CB}"/>
              </a:ext>
            </a:extLst>
          </p:cNvPr>
          <p:cNvSpPr txBox="1"/>
          <p:nvPr/>
        </p:nvSpPr>
        <p:spPr>
          <a:xfrm>
            <a:off x="8842960" y="1472281"/>
            <a:ext cx="926857" cy="261610"/>
          </a:xfrm>
          <a:prstGeom prst="rect">
            <a:avLst/>
          </a:prstGeom>
          <a:noFill/>
        </p:spPr>
        <p:txBody>
          <a:bodyPr wrap="none" rtlCol="0">
            <a:spAutoFit/>
          </a:bodyPr>
          <a:lstStyle/>
          <a:p>
            <a:pPr algn="ctr"/>
            <a:r>
              <a:rPr lang="en-SG" sz="1100" b="1" noProof="0" dirty="0"/>
              <a:t>MCP Server</a:t>
            </a:r>
          </a:p>
        </p:txBody>
      </p:sp>
      <p:cxnSp>
        <p:nvCxnSpPr>
          <p:cNvPr id="23" name="Straight Arrow Connector 22">
            <a:extLst>
              <a:ext uri="{FF2B5EF4-FFF2-40B4-BE49-F238E27FC236}">
                <a16:creationId xmlns:a16="http://schemas.microsoft.com/office/drawing/2014/main" id="{B626A5FD-E4DF-BC03-8870-AB13A86312D2}"/>
              </a:ext>
            </a:extLst>
          </p:cNvPr>
          <p:cNvCxnSpPr>
            <a:cxnSpLocks/>
          </p:cNvCxnSpPr>
          <p:nvPr/>
        </p:nvCxnSpPr>
        <p:spPr>
          <a:xfrm flipV="1">
            <a:off x="1926256" y="1515982"/>
            <a:ext cx="2808000" cy="5018"/>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CBD16C1F-E420-D768-A3FC-B537A1C6F66F}"/>
              </a:ext>
            </a:extLst>
          </p:cNvPr>
          <p:cNvCxnSpPr>
            <a:cxnSpLocks/>
            <a:stCxn id="19" idx="2"/>
            <a:endCxn id="13" idx="3"/>
          </p:cNvCxnSpPr>
          <p:nvPr/>
        </p:nvCxnSpPr>
        <p:spPr>
          <a:xfrm flipH="1">
            <a:off x="5154770" y="808253"/>
            <a:ext cx="1611978" cy="828379"/>
          </a:xfrm>
          <a:prstGeom prst="straightConnector1">
            <a:avLst/>
          </a:prstGeom>
          <a:ln w="12700">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37" name="TextBox 36">
            <a:extLst>
              <a:ext uri="{FF2B5EF4-FFF2-40B4-BE49-F238E27FC236}">
                <a16:creationId xmlns:a16="http://schemas.microsoft.com/office/drawing/2014/main" id="{AA2982CB-8BF5-074A-BDAC-47E24B19BCEC}"/>
              </a:ext>
            </a:extLst>
          </p:cNvPr>
          <p:cNvSpPr txBox="1"/>
          <p:nvPr/>
        </p:nvSpPr>
        <p:spPr>
          <a:xfrm>
            <a:off x="4815422" y="1033548"/>
            <a:ext cx="1259578" cy="276999"/>
          </a:xfrm>
          <a:prstGeom prst="rect">
            <a:avLst/>
          </a:prstGeom>
          <a:noFill/>
        </p:spPr>
        <p:txBody>
          <a:bodyPr wrap="square" rtlCol="0">
            <a:spAutoFit/>
          </a:bodyPr>
          <a:lstStyle/>
          <a:p>
            <a:r>
              <a:rPr lang="en-SG" sz="600" noProof="0" dirty="0">
                <a:solidFill>
                  <a:schemeClr val="bg2">
                    <a:lumMod val="50000"/>
                  </a:schemeClr>
                </a:solidFill>
              </a:rPr>
              <a:t>2. Retrieves list of tools agent has access to</a:t>
            </a:r>
          </a:p>
        </p:txBody>
      </p:sp>
      <p:cxnSp>
        <p:nvCxnSpPr>
          <p:cNvPr id="38" name="Straight Arrow Connector 37">
            <a:extLst>
              <a:ext uri="{FF2B5EF4-FFF2-40B4-BE49-F238E27FC236}">
                <a16:creationId xmlns:a16="http://schemas.microsoft.com/office/drawing/2014/main" id="{178943B0-7B29-BA86-66DC-92FA2A5BE870}"/>
              </a:ext>
            </a:extLst>
          </p:cNvPr>
          <p:cNvCxnSpPr>
            <a:cxnSpLocks/>
            <a:stCxn id="19" idx="2"/>
            <a:endCxn id="21" idx="1"/>
          </p:cNvCxnSpPr>
          <p:nvPr/>
        </p:nvCxnSpPr>
        <p:spPr>
          <a:xfrm>
            <a:off x="6766748" y="808253"/>
            <a:ext cx="1939264" cy="802291"/>
          </a:xfrm>
          <a:prstGeom prst="straightConnector1">
            <a:avLst/>
          </a:prstGeom>
          <a:ln w="12700">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41" name="TextBox 40">
            <a:extLst>
              <a:ext uri="{FF2B5EF4-FFF2-40B4-BE49-F238E27FC236}">
                <a16:creationId xmlns:a16="http://schemas.microsoft.com/office/drawing/2014/main" id="{9A31FAA8-277C-25AB-6483-8329856919DF}"/>
              </a:ext>
            </a:extLst>
          </p:cNvPr>
          <p:cNvSpPr txBox="1"/>
          <p:nvPr/>
        </p:nvSpPr>
        <p:spPr>
          <a:xfrm>
            <a:off x="7509388" y="853307"/>
            <a:ext cx="1507033" cy="276999"/>
          </a:xfrm>
          <a:prstGeom prst="rect">
            <a:avLst/>
          </a:prstGeom>
          <a:noFill/>
        </p:spPr>
        <p:txBody>
          <a:bodyPr wrap="square" rtlCol="0">
            <a:spAutoFit/>
          </a:bodyPr>
          <a:lstStyle/>
          <a:p>
            <a:r>
              <a:rPr lang="en-SG" sz="600" noProof="0" dirty="0">
                <a:solidFill>
                  <a:schemeClr val="bg2">
                    <a:lumMod val="50000"/>
                  </a:schemeClr>
                </a:solidFill>
              </a:rPr>
              <a:t>6. Validates that agent indeed has access to the tool </a:t>
            </a:r>
          </a:p>
        </p:txBody>
      </p:sp>
      <p:cxnSp>
        <p:nvCxnSpPr>
          <p:cNvPr id="42" name="Straight Arrow Connector 41">
            <a:extLst>
              <a:ext uri="{FF2B5EF4-FFF2-40B4-BE49-F238E27FC236}">
                <a16:creationId xmlns:a16="http://schemas.microsoft.com/office/drawing/2014/main" id="{7DFA4120-A9AC-82A3-A4D5-A3F5EF755B0D}"/>
              </a:ext>
            </a:extLst>
          </p:cNvPr>
          <p:cNvCxnSpPr>
            <a:cxnSpLocks/>
            <a:stCxn id="13" idx="3"/>
            <a:endCxn id="21" idx="1"/>
          </p:cNvCxnSpPr>
          <p:nvPr/>
        </p:nvCxnSpPr>
        <p:spPr>
          <a:xfrm flipV="1">
            <a:off x="5154770" y="1610544"/>
            <a:ext cx="3551242" cy="26088"/>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45" name="TextBox 44">
            <a:extLst>
              <a:ext uri="{FF2B5EF4-FFF2-40B4-BE49-F238E27FC236}">
                <a16:creationId xmlns:a16="http://schemas.microsoft.com/office/drawing/2014/main" id="{998AC3E8-110D-7A90-9F3A-13B179E938BA}"/>
              </a:ext>
            </a:extLst>
          </p:cNvPr>
          <p:cNvSpPr txBox="1"/>
          <p:nvPr/>
        </p:nvSpPr>
        <p:spPr>
          <a:xfrm>
            <a:off x="6363737" y="1437658"/>
            <a:ext cx="1551276" cy="184666"/>
          </a:xfrm>
          <a:prstGeom prst="rect">
            <a:avLst/>
          </a:prstGeom>
          <a:noFill/>
        </p:spPr>
        <p:txBody>
          <a:bodyPr wrap="square" rtlCol="0">
            <a:spAutoFit/>
          </a:bodyPr>
          <a:lstStyle/>
          <a:p>
            <a:r>
              <a:rPr lang="en-SG" sz="600" noProof="0" dirty="0">
                <a:solidFill>
                  <a:schemeClr val="bg2">
                    <a:lumMod val="50000"/>
                  </a:schemeClr>
                </a:solidFill>
              </a:rPr>
              <a:t>5. Ok, agent is allowed to use this tool</a:t>
            </a:r>
          </a:p>
        </p:txBody>
      </p:sp>
      <p:sp>
        <p:nvSpPr>
          <p:cNvPr id="46" name="TextBox 45">
            <a:extLst>
              <a:ext uri="{FF2B5EF4-FFF2-40B4-BE49-F238E27FC236}">
                <a16:creationId xmlns:a16="http://schemas.microsoft.com/office/drawing/2014/main" id="{A4C38003-8E18-6A1B-2F2A-0FD160F91F5A}"/>
              </a:ext>
            </a:extLst>
          </p:cNvPr>
          <p:cNvSpPr txBox="1"/>
          <p:nvPr/>
        </p:nvSpPr>
        <p:spPr>
          <a:xfrm>
            <a:off x="8743245" y="1110659"/>
            <a:ext cx="1978427" cy="246221"/>
          </a:xfrm>
          <a:prstGeom prst="rect">
            <a:avLst/>
          </a:prstGeom>
          <a:noFill/>
        </p:spPr>
        <p:txBody>
          <a:bodyPr wrap="none" rtlCol="0">
            <a:spAutoFit/>
          </a:bodyPr>
          <a:lstStyle/>
          <a:p>
            <a:pPr algn="ctr"/>
            <a:r>
              <a:rPr lang="en-SG" sz="1000" b="1" noProof="0" dirty="0"/>
              <a:t>Policy Enforcement Point (PEP)</a:t>
            </a:r>
          </a:p>
        </p:txBody>
      </p:sp>
      <p:sp>
        <p:nvSpPr>
          <p:cNvPr id="47" name="TextBox 46">
            <a:extLst>
              <a:ext uri="{FF2B5EF4-FFF2-40B4-BE49-F238E27FC236}">
                <a16:creationId xmlns:a16="http://schemas.microsoft.com/office/drawing/2014/main" id="{FAD5314D-668A-AB68-252E-D83635ABBE89}"/>
              </a:ext>
            </a:extLst>
          </p:cNvPr>
          <p:cNvSpPr txBox="1"/>
          <p:nvPr/>
        </p:nvSpPr>
        <p:spPr>
          <a:xfrm>
            <a:off x="1926256" y="1337527"/>
            <a:ext cx="1721130" cy="184666"/>
          </a:xfrm>
          <a:prstGeom prst="rect">
            <a:avLst/>
          </a:prstGeom>
          <a:noFill/>
        </p:spPr>
        <p:txBody>
          <a:bodyPr wrap="square" rtlCol="0">
            <a:spAutoFit/>
          </a:bodyPr>
          <a:lstStyle/>
          <a:p>
            <a:r>
              <a:rPr lang="en-SG" sz="600" noProof="0" dirty="0">
                <a:solidFill>
                  <a:schemeClr val="bg2">
                    <a:lumMod val="50000"/>
                  </a:schemeClr>
                </a:solidFill>
              </a:rPr>
              <a:t>1. What tools do I have access to?</a:t>
            </a:r>
          </a:p>
        </p:txBody>
      </p:sp>
      <p:sp>
        <p:nvSpPr>
          <p:cNvPr id="48" name="TextBox 47">
            <a:extLst>
              <a:ext uri="{FF2B5EF4-FFF2-40B4-BE49-F238E27FC236}">
                <a16:creationId xmlns:a16="http://schemas.microsoft.com/office/drawing/2014/main" id="{BE295F96-5CF8-4520-5DF3-AA2FEE4B6D12}"/>
              </a:ext>
            </a:extLst>
          </p:cNvPr>
          <p:cNvSpPr txBox="1"/>
          <p:nvPr/>
        </p:nvSpPr>
        <p:spPr>
          <a:xfrm>
            <a:off x="1926256" y="1515188"/>
            <a:ext cx="1764000" cy="184666"/>
          </a:xfrm>
          <a:prstGeom prst="rect">
            <a:avLst/>
          </a:prstGeom>
          <a:noFill/>
        </p:spPr>
        <p:txBody>
          <a:bodyPr wrap="square" rtlCol="0">
            <a:spAutoFit/>
          </a:bodyPr>
          <a:lstStyle/>
          <a:p>
            <a:r>
              <a:rPr lang="en-SG" sz="600" noProof="0" dirty="0">
                <a:solidFill>
                  <a:schemeClr val="bg2">
                    <a:lumMod val="50000"/>
                  </a:schemeClr>
                </a:solidFill>
              </a:rPr>
              <a:t>3. These are the tools you are allowed to  use</a:t>
            </a:r>
          </a:p>
        </p:txBody>
      </p:sp>
      <p:sp>
        <p:nvSpPr>
          <p:cNvPr id="49" name="TextBox 48">
            <a:extLst>
              <a:ext uri="{FF2B5EF4-FFF2-40B4-BE49-F238E27FC236}">
                <a16:creationId xmlns:a16="http://schemas.microsoft.com/office/drawing/2014/main" id="{F57D728A-ABA2-5638-A194-A78437387216}"/>
              </a:ext>
            </a:extLst>
          </p:cNvPr>
          <p:cNvSpPr txBox="1"/>
          <p:nvPr/>
        </p:nvSpPr>
        <p:spPr>
          <a:xfrm>
            <a:off x="1927601" y="1693707"/>
            <a:ext cx="1602029" cy="184666"/>
          </a:xfrm>
          <a:prstGeom prst="rect">
            <a:avLst/>
          </a:prstGeom>
          <a:noFill/>
        </p:spPr>
        <p:txBody>
          <a:bodyPr wrap="square" rtlCol="0">
            <a:spAutoFit/>
          </a:bodyPr>
          <a:lstStyle/>
          <a:p>
            <a:r>
              <a:rPr lang="en-SG" sz="600" noProof="0" dirty="0">
                <a:solidFill>
                  <a:schemeClr val="bg2">
                    <a:lumMod val="50000"/>
                  </a:schemeClr>
                </a:solidFill>
              </a:rPr>
              <a:t>4. Ok, I want to call this tool</a:t>
            </a:r>
          </a:p>
        </p:txBody>
      </p:sp>
      <p:cxnSp>
        <p:nvCxnSpPr>
          <p:cNvPr id="50" name="Straight Arrow Connector 49">
            <a:extLst>
              <a:ext uri="{FF2B5EF4-FFF2-40B4-BE49-F238E27FC236}">
                <a16:creationId xmlns:a16="http://schemas.microsoft.com/office/drawing/2014/main" id="{816BD54E-F90E-47BC-F85C-69013DAAC5DD}"/>
              </a:ext>
            </a:extLst>
          </p:cNvPr>
          <p:cNvCxnSpPr>
            <a:cxnSpLocks/>
          </p:cNvCxnSpPr>
          <p:nvPr/>
        </p:nvCxnSpPr>
        <p:spPr>
          <a:xfrm flipH="1">
            <a:off x="1875456" y="1687432"/>
            <a:ext cx="2808000" cy="5018"/>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AC0824E8-23ED-89CA-C780-1EED102AFE54}"/>
              </a:ext>
            </a:extLst>
          </p:cNvPr>
          <p:cNvCxnSpPr>
            <a:cxnSpLocks/>
          </p:cNvCxnSpPr>
          <p:nvPr/>
        </p:nvCxnSpPr>
        <p:spPr>
          <a:xfrm flipV="1">
            <a:off x="1875456" y="1859676"/>
            <a:ext cx="2808000" cy="5018"/>
          </a:xfrm>
          <a:prstGeom prst="straightConnector1">
            <a:avLst/>
          </a:prstGeom>
          <a:ln w="12700">
            <a:tailEnd type="triangle"/>
          </a:ln>
        </p:spPr>
        <p:style>
          <a:lnRef idx="2">
            <a:schemeClr val="dk1"/>
          </a:lnRef>
          <a:fillRef idx="0">
            <a:schemeClr val="dk1"/>
          </a:fillRef>
          <a:effectRef idx="1">
            <a:schemeClr val="dk1"/>
          </a:effectRef>
          <a:fontRef idx="minor">
            <a:schemeClr val="tx1"/>
          </a:fontRef>
        </p:style>
      </p:cxnSp>
      <p:sp>
        <p:nvSpPr>
          <p:cNvPr id="56" name="TextBox 55">
            <a:extLst>
              <a:ext uri="{FF2B5EF4-FFF2-40B4-BE49-F238E27FC236}">
                <a16:creationId xmlns:a16="http://schemas.microsoft.com/office/drawing/2014/main" id="{EF79F221-94B8-BFAE-9358-329AC01A239D}"/>
              </a:ext>
            </a:extLst>
          </p:cNvPr>
          <p:cNvSpPr txBox="1"/>
          <p:nvPr/>
        </p:nvSpPr>
        <p:spPr>
          <a:xfrm>
            <a:off x="326530" y="6598577"/>
            <a:ext cx="6097604" cy="200055"/>
          </a:xfrm>
          <a:prstGeom prst="rect">
            <a:avLst/>
          </a:prstGeom>
          <a:noFill/>
        </p:spPr>
        <p:txBody>
          <a:bodyPr wrap="square">
            <a:spAutoFit/>
          </a:bodyPr>
          <a:lstStyle/>
          <a:p>
            <a:r>
              <a:rPr lang="en-SG" sz="700" noProof="0" dirty="0">
                <a:hlinkClick r:id="rId6"/>
              </a:rPr>
              <a:t>https://www.permit.io/blog/policy-engine-showdown-opa-vs-openfga-vs-cedar</a:t>
            </a:r>
            <a:endParaRPr lang="en-SG" sz="700" noProof="0" dirty="0"/>
          </a:p>
        </p:txBody>
      </p:sp>
      <p:sp>
        <p:nvSpPr>
          <p:cNvPr id="8" name="TextBox 7">
            <a:extLst>
              <a:ext uri="{FF2B5EF4-FFF2-40B4-BE49-F238E27FC236}">
                <a16:creationId xmlns:a16="http://schemas.microsoft.com/office/drawing/2014/main" id="{6BDBBA3F-236E-14FD-7373-BCFA16A141BA}"/>
              </a:ext>
            </a:extLst>
          </p:cNvPr>
          <p:cNvSpPr txBox="1"/>
          <p:nvPr/>
        </p:nvSpPr>
        <p:spPr>
          <a:xfrm>
            <a:off x="9505131" y="119510"/>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tx2">
                    <a:lumMod val="75000"/>
                    <a:lumOff val="25000"/>
                  </a:schemeClr>
                </a:solidFill>
                <a:effectLst/>
              </a:rPr>
              <a:t>For Information</a:t>
            </a:r>
          </a:p>
        </p:txBody>
      </p:sp>
      <p:pic>
        <p:nvPicPr>
          <p:cNvPr id="11" name="Picture 10" descr="Confirm Generic Blue icon | Freepik">
            <a:extLst>
              <a:ext uri="{FF2B5EF4-FFF2-40B4-BE49-F238E27FC236}">
                <a16:creationId xmlns:a16="http://schemas.microsoft.com/office/drawing/2014/main" id="{061B0CF6-9D5A-AB47-B116-238B26836D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79624" y="66734"/>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24" name="Footer Placeholder 3">
            <a:extLst>
              <a:ext uri="{FF2B5EF4-FFF2-40B4-BE49-F238E27FC236}">
                <a16:creationId xmlns:a16="http://schemas.microsoft.com/office/drawing/2014/main" id="{CF9CC66D-340D-031B-DAF1-EDA23BED7396}"/>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Tree>
    <p:extLst>
      <p:ext uri="{BB962C8B-B14F-4D97-AF65-F5344CB8AC3E}">
        <p14:creationId xmlns:p14="http://schemas.microsoft.com/office/powerpoint/2010/main" val="1682909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516D0-0697-EB6B-92B3-CCE21DEEC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707DE-6AB8-C3EE-025C-2B312046BE41}"/>
              </a:ext>
            </a:extLst>
          </p:cNvPr>
          <p:cNvSpPr>
            <a:spLocks noGrp="1"/>
          </p:cNvSpPr>
          <p:nvPr>
            <p:ph type="title"/>
          </p:nvPr>
        </p:nvSpPr>
        <p:spPr>
          <a:xfrm>
            <a:off x="838200" y="517769"/>
            <a:ext cx="10515600" cy="425507"/>
          </a:xfrm>
        </p:spPr>
        <p:txBody>
          <a:bodyPr>
            <a:normAutofit/>
          </a:bodyPr>
          <a:lstStyle/>
          <a:p>
            <a:r>
              <a:rPr lang="en-SG" sz="2000" noProof="0" dirty="0"/>
              <a:t>Custom App Roles for Non-IRIN3 MCP and tools</a:t>
            </a:r>
          </a:p>
        </p:txBody>
      </p:sp>
      <p:sp>
        <p:nvSpPr>
          <p:cNvPr id="4" name="Slide Number Placeholder 3">
            <a:extLst>
              <a:ext uri="{FF2B5EF4-FFF2-40B4-BE49-F238E27FC236}">
                <a16:creationId xmlns:a16="http://schemas.microsoft.com/office/drawing/2014/main" id="{127CB484-E8E1-BA35-C16B-929E051F2A81}"/>
              </a:ext>
            </a:extLst>
          </p:cNvPr>
          <p:cNvSpPr>
            <a:spLocks noGrp="1"/>
          </p:cNvSpPr>
          <p:nvPr>
            <p:ph type="sldNum" sz="quarter" idx="12"/>
          </p:nvPr>
        </p:nvSpPr>
        <p:spPr/>
        <p:txBody>
          <a:bodyPr/>
          <a:lstStyle/>
          <a:p>
            <a:fld id="{5DF5AE18-F94A-B54C-9347-4CAFB5D76058}" type="slidenum">
              <a:rPr lang="en-SG" noProof="0" smtClean="0"/>
              <a:pPr/>
              <a:t>22</a:t>
            </a:fld>
            <a:endParaRPr lang="en-SG" noProof="0" dirty="0"/>
          </a:p>
        </p:txBody>
      </p:sp>
      <p:sp>
        <p:nvSpPr>
          <p:cNvPr id="7" name="Title 1">
            <a:extLst>
              <a:ext uri="{FF2B5EF4-FFF2-40B4-BE49-F238E27FC236}">
                <a16:creationId xmlns:a16="http://schemas.microsoft.com/office/drawing/2014/main" id="{E78E2ABF-848D-6C23-AD81-F9F32F6D0E03}"/>
              </a:ext>
            </a:extLst>
          </p:cNvPr>
          <p:cNvSpPr txBox="1">
            <a:spLocks/>
          </p:cNvSpPr>
          <p:nvPr/>
        </p:nvSpPr>
        <p:spPr>
          <a:xfrm>
            <a:off x="838200" y="943276"/>
            <a:ext cx="10074018" cy="5778200"/>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Other than IRIN3, AO might need to integrate with other service providers, e.g., some custom API. We need to implement granular access management for these other service providers’ APIs. For this slide’s purpose, we’ll call it Backend.</a:t>
            </a:r>
          </a:p>
          <a:p>
            <a:r>
              <a:rPr lang="en-SG" sz="1400" noProof="0" dirty="0"/>
              <a:t>For governance purposes, we want to prevent the Agent App from being able to directly call the Backend, but instead </a:t>
            </a:r>
            <a:r>
              <a:rPr lang="en-SG" sz="1400" u="sng" noProof="0" dirty="0"/>
              <a:t>must</a:t>
            </a:r>
            <a:r>
              <a:rPr lang="en-SG" sz="1400" noProof="0" dirty="0"/>
              <a:t> go through the AO Gateway (APIM).</a:t>
            </a:r>
          </a:p>
          <a:p>
            <a:endParaRPr lang="en-SG" sz="1400" noProof="0" dirty="0"/>
          </a:p>
          <a:p>
            <a:r>
              <a:rPr lang="en-SG" sz="1400" noProof="0" dirty="0"/>
              <a:t>Step 1. Register Apps and Define Roles</a:t>
            </a:r>
          </a:p>
          <a:p>
            <a:pPr marL="342900" indent="-342900">
              <a:buAutoNum type="arabicPeriod"/>
            </a:pPr>
            <a:r>
              <a:rPr lang="en-SG" sz="1400" b="0" noProof="0" dirty="0">
                <a:solidFill>
                  <a:schemeClr val="tx1"/>
                </a:solidFill>
              </a:rPr>
              <a:t>Backend API: Create an App Roles (Allowed member types: Applications)</a:t>
            </a:r>
          </a:p>
          <a:p>
            <a:pPr marL="342900" indent="-342900">
              <a:buAutoNum type="arabicPeriod"/>
            </a:pPr>
            <a:r>
              <a:rPr lang="en-SG" sz="1400" b="0" noProof="0" dirty="0">
                <a:solidFill>
                  <a:schemeClr val="tx1"/>
                </a:solidFill>
              </a:rPr>
              <a:t>APIM: Create a registration for APIM itself.</a:t>
            </a:r>
          </a:p>
          <a:p>
            <a:pPr marL="342900" indent="-342900">
              <a:buAutoNum type="arabicPeriod"/>
            </a:pPr>
            <a:r>
              <a:rPr lang="en-SG" sz="1400" b="0" noProof="0" dirty="0">
                <a:solidFill>
                  <a:schemeClr val="tx1"/>
                </a:solidFill>
              </a:rPr>
              <a:t>Expose the Backend: In the Backend registration, go to Expose an API. Add APIM’s Client ID as a Pre-authorised application. This links them cryptographically.</a:t>
            </a:r>
          </a:p>
          <a:p>
            <a:endParaRPr lang="en-SG" sz="1400" noProof="0" dirty="0"/>
          </a:p>
          <a:p>
            <a:r>
              <a:rPr lang="en-SG" sz="1400" noProof="0" dirty="0"/>
              <a:t>Step 2. Lockdown the Backend</a:t>
            </a:r>
          </a:p>
          <a:p>
            <a:r>
              <a:rPr lang="en-SG" sz="1400" b="0" noProof="0" dirty="0">
                <a:solidFill>
                  <a:schemeClr val="tx1"/>
                </a:solidFill>
              </a:rPr>
              <a:t>Ensure the Backend only accept tokens that come through APIM.</a:t>
            </a:r>
          </a:p>
          <a:p>
            <a:pPr marL="342900" indent="-342900">
              <a:buFont typeface="+mj-lt"/>
              <a:buAutoNum type="arabicPeriod"/>
            </a:pPr>
            <a:r>
              <a:rPr lang="en-SG" sz="1400" b="0" noProof="0" dirty="0">
                <a:solidFill>
                  <a:schemeClr val="tx1"/>
                </a:solidFill>
              </a:rPr>
              <a:t>Go to the Enterprise Application for the Backend API.</a:t>
            </a:r>
          </a:p>
          <a:p>
            <a:pPr marL="342900" indent="-342900">
              <a:buFont typeface="+mj-lt"/>
              <a:buAutoNum type="arabicPeriod"/>
            </a:pPr>
            <a:r>
              <a:rPr lang="en-SG" sz="1400" b="0" noProof="0" dirty="0">
                <a:solidFill>
                  <a:schemeClr val="tx1"/>
                </a:solidFill>
              </a:rPr>
              <a:t>Under Properties, set Assignment Required? to Yes.</a:t>
            </a:r>
          </a:p>
          <a:p>
            <a:pPr marL="342900" indent="-342900">
              <a:buFont typeface="+mj-lt"/>
              <a:buAutoNum type="arabicPeriod"/>
            </a:pPr>
            <a:r>
              <a:rPr lang="en-SG" sz="1400" b="0" noProof="0" dirty="0">
                <a:solidFill>
                  <a:schemeClr val="tx1"/>
                </a:solidFill>
              </a:rPr>
              <a:t>Go to Users and Groups and “Assign” the APIM App Registration to the </a:t>
            </a:r>
            <a:r>
              <a:rPr lang="en-SG" sz="1400" b="0" noProof="0" dirty="0" err="1">
                <a:solidFill>
                  <a:schemeClr val="tx1"/>
                </a:solidFill>
              </a:rPr>
              <a:t>backend’s</a:t>
            </a:r>
            <a:r>
              <a:rPr lang="en-SG" sz="1400" b="0" noProof="0" dirty="0">
                <a:solidFill>
                  <a:schemeClr val="tx1"/>
                </a:solidFill>
              </a:rPr>
              <a:t> App Role.</a:t>
            </a:r>
          </a:p>
          <a:p>
            <a:pPr marL="342900" indent="-342900">
              <a:buFont typeface="+mj-lt"/>
              <a:buAutoNum type="arabicPeriod"/>
            </a:pPr>
            <a:endParaRPr lang="en-SG" sz="1400" noProof="0" dirty="0"/>
          </a:p>
          <a:p>
            <a:r>
              <a:rPr lang="en-SG" sz="1400" b="0" noProof="0" dirty="0">
                <a:solidFill>
                  <a:schemeClr val="tx1"/>
                </a:solidFill>
              </a:rPr>
              <a:t>Entra ID will physically refuse to issue a token for the backend to anyone except APIM.</a:t>
            </a:r>
          </a:p>
          <a:p>
            <a:pPr marL="342900" indent="-342900">
              <a:buFont typeface="+mj-lt"/>
              <a:buAutoNum type="arabicPeriod"/>
            </a:pPr>
            <a:endParaRPr lang="en-SG" sz="1400" noProof="0" dirty="0"/>
          </a:p>
          <a:p>
            <a:r>
              <a:rPr lang="en-SG" sz="1400" noProof="0" dirty="0"/>
              <a:t>Step 3. Agent App gets the “Discovery Token” for tool discovery</a:t>
            </a:r>
          </a:p>
          <a:p>
            <a:pPr marL="342900" indent="-342900">
              <a:buFont typeface="+mj-lt"/>
              <a:buAutoNum type="arabicPeriod"/>
            </a:pPr>
            <a:r>
              <a:rPr lang="en-SG" sz="1400" b="0" noProof="0" dirty="0">
                <a:solidFill>
                  <a:schemeClr val="tx1"/>
                </a:solidFill>
              </a:rPr>
              <a:t>The Agent App uses its identity (e.g., Managed Identity) to request a token from Entra ID.</a:t>
            </a:r>
          </a:p>
          <a:p>
            <a:r>
              <a:rPr lang="en-SG" sz="1400" b="0" noProof="0" dirty="0">
                <a:solidFill>
                  <a:schemeClr val="tx1"/>
                </a:solidFill>
              </a:rPr>
              <a:t>Scope: api://&lt;APIM-Client-ID&gt;/.default</a:t>
            </a:r>
          </a:p>
          <a:p>
            <a:endParaRPr lang="en-SG" sz="1400" noProof="0" dirty="0"/>
          </a:p>
          <a:p>
            <a:r>
              <a:rPr lang="en-SG" sz="1400" noProof="0" dirty="0"/>
              <a:t>Step 4. APIM Performs the Exchange for “Execution Token” (OBO)</a:t>
            </a:r>
          </a:p>
          <a:p>
            <a:pPr marL="342900" indent="-342900">
              <a:buFont typeface="+mj-lt"/>
              <a:buAutoNum type="arabicPeriod"/>
            </a:pPr>
            <a:r>
              <a:rPr lang="en-SG" sz="1400" b="0" noProof="0" dirty="0">
                <a:solidFill>
                  <a:schemeClr val="tx1"/>
                </a:solidFill>
              </a:rPr>
              <a:t>APIM Inbound Policy: APIM uses a send-request to the Entra ID Token Endpoint.</a:t>
            </a:r>
          </a:p>
          <a:p>
            <a:pPr marL="342900" indent="-342900">
              <a:buFont typeface="+mj-lt"/>
              <a:buAutoNum type="arabicPeriod"/>
            </a:pPr>
            <a:r>
              <a:rPr lang="en-SG" sz="1400" b="0" noProof="0" dirty="0">
                <a:solidFill>
                  <a:schemeClr val="tx1"/>
                </a:solidFill>
              </a:rPr>
              <a:t>Entra checks if APIM is authorised to do this (Step 2) and since it is, issues a new JWT.</a:t>
            </a:r>
          </a:p>
          <a:p>
            <a:endParaRPr lang="en-SG" sz="1400" noProof="0" dirty="0"/>
          </a:p>
          <a:p>
            <a:r>
              <a:rPr lang="en-SG" sz="1400" noProof="0" dirty="0"/>
              <a:t>Step 5. Backend Validates the Execution Token</a:t>
            </a:r>
          </a:p>
          <a:p>
            <a:pPr marL="342900" indent="-342900">
              <a:buFont typeface="+mj-lt"/>
              <a:buAutoNum type="arabicPeriod"/>
            </a:pPr>
            <a:r>
              <a:rPr lang="en-SG" sz="1400" b="0" noProof="0" dirty="0">
                <a:solidFill>
                  <a:schemeClr val="tx1"/>
                </a:solidFill>
              </a:rPr>
              <a:t>Backend looks at the </a:t>
            </a:r>
            <a:r>
              <a:rPr lang="en-SG" sz="1400" b="0" noProof="0" dirty="0" err="1">
                <a:solidFill>
                  <a:schemeClr val="tx1"/>
                </a:solidFill>
              </a:rPr>
              <a:t>oid</a:t>
            </a:r>
            <a:r>
              <a:rPr lang="en-SG" sz="1400" b="0" noProof="0" dirty="0">
                <a:solidFill>
                  <a:schemeClr val="tx1"/>
                </a:solidFill>
              </a:rPr>
              <a:t> (Object ID) or </a:t>
            </a:r>
            <a:r>
              <a:rPr lang="en-SG" sz="1400" b="0" noProof="0" dirty="0" err="1">
                <a:solidFill>
                  <a:schemeClr val="tx1"/>
                </a:solidFill>
              </a:rPr>
              <a:t>appid</a:t>
            </a:r>
            <a:r>
              <a:rPr lang="en-SG" sz="1400" b="0" noProof="0" dirty="0">
                <a:solidFill>
                  <a:schemeClr val="tx1"/>
                </a:solidFill>
              </a:rPr>
              <a:t> claim. This is the Client (Agent) Application’s identity.</a:t>
            </a:r>
          </a:p>
          <a:p>
            <a:pPr marL="342900" indent="-342900">
              <a:buFont typeface="+mj-lt"/>
              <a:buAutoNum type="arabicPeriod"/>
            </a:pPr>
            <a:r>
              <a:rPr lang="en-SG" sz="1400" b="0" noProof="0" dirty="0">
                <a:solidFill>
                  <a:schemeClr val="tx1"/>
                </a:solidFill>
              </a:rPr>
              <a:t>It looks at the </a:t>
            </a:r>
            <a:r>
              <a:rPr lang="en-SG" sz="1400" b="0" noProof="0" dirty="0" err="1">
                <a:solidFill>
                  <a:schemeClr val="tx1"/>
                </a:solidFill>
              </a:rPr>
              <a:t>azp</a:t>
            </a:r>
            <a:r>
              <a:rPr lang="en-SG" sz="1400" b="0" noProof="0" dirty="0">
                <a:solidFill>
                  <a:schemeClr val="tx1"/>
                </a:solidFill>
              </a:rPr>
              <a:t> (Authorised Party) claim. If the </a:t>
            </a:r>
            <a:r>
              <a:rPr lang="en-SG" sz="1400" b="0" noProof="0" dirty="0" err="1">
                <a:solidFill>
                  <a:schemeClr val="tx1"/>
                </a:solidFill>
              </a:rPr>
              <a:t>azp</a:t>
            </a:r>
            <a:r>
              <a:rPr lang="en-SG" sz="1400" b="0" noProof="0" dirty="0">
                <a:solidFill>
                  <a:schemeClr val="tx1"/>
                </a:solidFill>
              </a:rPr>
              <a:t> matches APIM’s Client ID, it knows the request was forwarded from AO Gateway’s APIM.</a:t>
            </a:r>
          </a:p>
        </p:txBody>
      </p:sp>
      <p:sp>
        <p:nvSpPr>
          <p:cNvPr id="3" name="TextBox 2">
            <a:extLst>
              <a:ext uri="{FF2B5EF4-FFF2-40B4-BE49-F238E27FC236}">
                <a16:creationId xmlns:a16="http://schemas.microsoft.com/office/drawing/2014/main" id="{15AE76BE-29F2-06A8-101E-915FA9AF07A8}"/>
              </a:ext>
            </a:extLst>
          </p:cNvPr>
          <p:cNvSpPr txBox="1"/>
          <p:nvPr/>
        </p:nvSpPr>
        <p:spPr>
          <a:xfrm>
            <a:off x="9054703" y="125815"/>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accent2"/>
                </a:solidFill>
                <a:effectLst/>
              </a:rPr>
              <a:t>For Inputs (If any)</a:t>
            </a:r>
          </a:p>
        </p:txBody>
      </p:sp>
      <p:pic>
        <p:nvPicPr>
          <p:cNvPr id="8" name="Picture 16" descr="Question mark - Free ui icons">
            <a:extLst>
              <a:ext uri="{FF2B5EF4-FFF2-40B4-BE49-F238E27FC236}">
                <a16:creationId xmlns:a16="http://schemas.microsoft.com/office/drawing/2014/main" id="{E010B2FB-C0AF-E3CE-A678-CFC78E33E8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66229"/>
            <a:ext cx="436707" cy="436707"/>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3">
            <a:extLst>
              <a:ext uri="{FF2B5EF4-FFF2-40B4-BE49-F238E27FC236}">
                <a16:creationId xmlns:a16="http://schemas.microsoft.com/office/drawing/2014/main" id="{563D64C3-FC71-C5CF-AFE1-A3CB670D88A8}"/>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Tree>
    <p:extLst>
      <p:ext uri="{BB962C8B-B14F-4D97-AF65-F5344CB8AC3E}">
        <p14:creationId xmlns:p14="http://schemas.microsoft.com/office/powerpoint/2010/main" val="3966119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AFBCA-9698-DED3-07D7-17F83A18A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EF01A-ED9B-AE79-5F6F-7BF364AE69CF}"/>
              </a:ext>
            </a:extLst>
          </p:cNvPr>
          <p:cNvSpPr>
            <a:spLocks noGrp="1"/>
          </p:cNvSpPr>
          <p:nvPr>
            <p:ph type="title"/>
          </p:nvPr>
        </p:nvSpPr>
        <p:spPr>
          <a:xfrm>
            <a:off x="838200" y="171259"/>
            <a:ext cx="10515600" cy="425507"/>
          </a:xfrm>
        </p:spPr>
        <p:txBody>
          <a:bodyPr>
            <a:normAutofit/>
          </a:bodyPr>
          <a:lstStyle/>
          <a:p>
            <a:r>
              <a:rPr lang="en-SG" sz="2000" noProof="0" dirty="0"/>
              <a:t>Agent2Agent (A2A) Interaction – Security Audit Checklist</a:t>
            </a:r>
          </a:p>
        </p:txBody>
      </p:sp>
      <p:sp>
        <p:nvSpPr>
          <p:cNvPr id="4" name="Slide Number Placeholder 3">
            <a:extLst>
              <a:ext uri="{FF2B5EF4-FFF2-40B4-BE49-F238E27FC236}">
                <a16:creationId xmlns:a16="http://schemas.microsoft.com/office/drawing/2014/main" id="{9A070A32-3AA6-B165-9DBC-8032DFED5D1E}"/>
              </a:ext>
            </a:extLst>
          </p:cNvPr>
          <p:cNvSpPr>
            <a:spLocks noGrp="1"/>
          </p:cNvSpPr>
          <p:nvPr>
            <p:ph type="sldNum" sz="quarter" idx="12"/>
          </p:nvPr>
        </p:nvSpPr>
        <p:spPr/>
        <p:txBody>
          <a:bodyPr/>
          <a:lstStyle/>
          <a:p>
            <a:fld id="{5DF5AE18-F94A-B54C-9347-4CAFB5D76058}" type="slidenum">
              <a:rPr lang="en-SG" noProof="0" smtClean="0"/>
              <a:pPr/>
              <a:t>23</a:t>
            </a:fld>
            <a:endParaRPr lang="en-SG" noProof="0" dirty="0"/>
          </a:p>
        </p:txBody>
      </p:sp>
      <p:graphicFrame>
        <p:nvGraphicFramePr>
          <p:cNvPr id="5" name="Table 4">
            <a:extLst>
              <a:ext uri="{FF2B5EF4-FFF2-40B4-BE49-F238E27FC236}">
                <a16:creationId xmlns:a16="http://schemas.microsoft.com/office/drawing/2014/main" id="{4B38D14E-04DA-5315-25A9-3177353CE15E}"/>
              </a:ext>
            </a:extLst>
          </p:cNvPr>
          <p:cNvGraphicFramePr>
            <a:graphicFrameLocks noGrp="1"/>
          </p:cNvGraphicFramePr>
          <p:nvPr>
            <p:extLst>
              <p:ext uri="{D42A27DB-BD31-4B8C-83A1-F6EECF244321}">
                <p14:modId xmlns:p14="http://schemas.microsoft.com/office/powerpoint/2010/main" val="2353210294"/>
              </p:ext>
            </p:extLst>
          </p:nvPr>
        </p:nvGraphicFramePr>
        <p:xfrm>
          <a:off x="606176" y="629776"/>
          <a:ext cx="11304001" cy="5953324"/>
        </p:xfrm>
        <a:graphic>
          <a:graphicData uri="http://schemas.openxmlformats.org/drawingml/2006/table">
            <a:tbl>
              <a:tblPr firstRow="1" bandRow="1">
                <a:tableStyleId>{7E9639D4-E3E2-4D34-9284-5A2195B3D0D7}</a:tableStyleId>
              </a:tblPr>
              <a:tblGrid>
                <a:gridCol w="396001">
                  <a:extLst>
                    <a:ext uri="{9D8B030D-6E8A-4147-A177-3AD203B41FA5}">
                      <a16:colId xmlns:a16="http://schemas.microsoft.com/office/drawing/2014/main" val="2360116812"/>
                    </a:ext>
                  </a:extLst>
                </a:gridCol>
                <a:gridCol w="5760000">
                  <a:extLst>
                    <a:ext uri="{9D8B030D-6E8A-4147-A177-3AD203B41FA5}">
                      <a16:colId xmlns:a16="http://schemas.microsoft.com/office/drawing/2014/main" val="3314179839"/>
                    </a:ext>
                  </a:extLst>
                </a:gridCol>
                <a:gridCol w="5148000">
                  <a:extLst>
                    <a:ext uri="{9D8B030D-6E8A-4147-A177-3AD203B41FA5}">
                      <a16:colId xmlns:a16="http://schemas.microsoft.com/office/drawing/2014/main" val="2609233197"/>
                    </a:ext>
                  </a:extLst>
                </a:gridCol>
              </a:tblGrid>
              <a:tr h="252000">
                <a:tc>
                  <a:txBody>
                    <a:bodyPr/>
                    <a:lstStyle/>
                    <a:p>
                      <a:r>
                        <a:rPr lang="en-SG" sz="1000" noProof="0" dirty="0">
                          <a:solidFill>
                            <a:schemeClr val="bg1"/>
                          </a:solidFill>
                        </a:rPr>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000" noProof="0" dirty="0">
                          <a:solidFill>
                            <a:schemeClr val="bg1"/>
                          </a:solidFill>
                        </a:rPr>
                        <a:t>Security Check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000" noProof="0" dirty="0">
                          <a:solidFill>
                            <a:schemeClr val="bg1"/>
                          </a:solidFill>
                        </a:rPr>
                        <a:t>Mitigation Measure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46235160"/>
                  </a:ext>
                </a:extLst>
              </a:tr>
              <a:tr h="25200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SG" sz="1000" noProof="0" dirty="0">
                          <a:solidFill>
                            <a:schemeClr val="bg1"/>
                          </a:solidFill>
                        </a:rPr>
                        <a:t>Identity &amp; Discovery (The Manifest 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en-SG"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SG"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6967461"/>
                  </a:ext>
                </a:extLst>
              </a:tr>
              <a:tr h="329898">
                <a:tc>
                  <a:txBody>
                    <a:bodyPr/>
                    <a:lstStyle/>
                    <a:p>
                      <a:r>
                        <a:rPr lang="en-SG" sz="1000" noProof="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Manifest Validation: Is the agent-</a:t>
                      </a:r>
                      <a:r>
                        <a:rPr lang="en-SG" sz="1000" noProof="0" dirty="0" err="1"/>
                        <a:t>card.json</a:t>
                      </a:r>
                      <a:r>
                        <a:rPr lang="en-SG" sz="1000" noProof="0" dirty="0"/>
                        <a:t> cryptographically signed to prevent spoofing?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Cryptographically sign the agent-card using JSON Web Signatures. The receiving agent must verify the signature using the agent’s public key (stored in a secure trust registry) before trusting the card.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329898">
                <a:tc>
                  <a:txBody>
                    <a:bodyPr/>
                    <a:lstStyle/>
                    <a:p>
                      <a:r>
                        <a:rPr lang="en-SG" sz="1000" noProof="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Source Restriction: Is there an Allow-list of trusted domains that the agent is permitted to discover and “hire”?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AO Gateway (Underlying APIM) should restrict inbound requests only from authorized agent Ips or domain-signed certificates.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329898">
                <a:tc>
                  <a:txBody>
                    <a:bodyPr/>
                    <a:lstStyle/>
                    <a:p>
                      <a:r>
                        <a:rPr lang="en-SG" sz="1000" noProof="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Metadata Sanitization: Ensure the manifest doesn’t leak internal environment variables or version numbers that could aid an attack in reconnaissance.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Pre-deployment Scan: CI/CD pipelines should can to sanitise agent-card, stripping keys like env, debug, or version numbers before hosting 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033091"/>
                  </a:ext>
                </a:extLst>
              </a:tr>
              <a:tr h="252000">
                <a:tc gridSpan="3">
                  <a:txBody>
                    <a:bodyPr/>
                    <a:lstStyle/>
                    <a:p>
                      <a:pPr algn="ctr"/>
                      <a:r>
                        <a:rPr lang="en-SG" sz="1000" noProof="0" dirty="0">
                          <a:solidFill>
                            <a:schemeClr val="bg1"/>
                          </a:solidFill>
                        </a:rPr>
                        <a:t>Authentication &amp; Authorization (The Handshake 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en-SG"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SG"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678259"/>
                  </a:ext>
                </a:extLst>
              </a:tr>
              <a:tr h="329898">
                <a:tc>
                  <a:txBody>
                    <a:bodyPr/>
                    <a:lstStyle/>
                    <a:p>
                      <a:r>
                        <a:rPr lang="en-SG" sz="1000" noProof="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err="1"/>
                        <a:t>mTLS</a:t>
                      </a:r>
                      <a:r>
                        <a:rPr lang="en-SG" sz="1000" noProof="0" dirty="0"/>
                        <a:t> Enforcement: Is mutual TLS required for all agent-to-agent traffic to ensure machine-level identity?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Configure AO Gateway’s APIM to reject traffic not presenting a valid client certificate issues by an internal Certificate Authority (CA)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087195"/>
                  </a:ext>
                </a:extLst>
              </a:tr>
              <a:tr h="329898">
                <a:tc>
                  <a:txBody>
                    <a:bodyPr/>
                    <a:lstStyle/>
                    <a:p>
                      <a:r>
                        <a:rPr lang="en-SG" sz="1000" noProof="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Scoped Scopes: Does the </a:t>
                      </a:r>
                      <a:r>
                        <a:rPr lang="en-SG" sz="1000" noProof="0" dirty="0" err="1"/>
                        <a:t>Oauth</a:t>
                      </a:r>
                      <a:r>
                        <a:rPr lang="en-SG" sz="1000" noProof="0" dirty="0"/>
                        <a:t> token limit the agent to a single task ID rather than broad access to the entire parent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Use granular OAuth scopes, issue task-specific JWT tokens rather than broad API keys.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1034112"/>
                  </a:ext>
                </a:extLst>
              </a:tr>
              <a:tr h="326524">
                <a:tc>
                  <a:txBody>
                    <a:bodyPr/>
                    <a:lstStyle/>
                    <a:p>
                      <a:r>
                        <a:rPr lang="en-SG" sz="1000" noProof="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Token Expiry: Do task-specific tokens expire immediately upon the completed or failed state transition?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Use very short-lived JWTs.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760905"/>
                  </a:ext>
                </a:extLst>
              </a:tr>
              <a:tr h="252000">
                <a:tc gridSpan="3">
                  <a:txBody>
                    <a:bodyPr/>
                    <a:lstStyle/>
                    <a:p>
                      <a:pPr algn="ctr"/>
                      <a:r>
                        <a:rPr lang="en-SG" sz="1000" noProof="0" dirty="0">
                          <a:solidFill>
                            <a:schemeClr val="bg1"/>
                          </a:solidFill>
                        </a:rPr>
                        <a:t>Content &amp; Reasoning (The Prompt 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en-SG"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SG"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0994244"/>
                  </a:ext>
                </a:extLst>
              </a:tr>
              <a:tr h="329898">
                <a:tc>
                  <a:txBody>
                    <a:bodyPr/>
                    <a:lstStyle/>
                    <a:p>
                      <a:r>
                        <a:rPr lang="en-SG" sz="1000" noProof="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Cross-Agent Prompt Injection: Does the sub-agent have a “Guardrail Node” that scans incoming task instructions for “ignore previous instructions” or “system override” patterns?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AO Gateway’s APIM Inbound Policy should scan incoming prompts for jailbreaking or prompt injection patterns.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6138175"/>
                  </a:ext>
                </a:extLst>
              </a:tr>
              <a:tr h="329898">
                <a:tc>
                  <a:txBody>
                    <a:bodyPr/>
                    <a:lstStyle/>
                    <a:p>
                      <a:r>
                        <a:rPr lang="en-SG" sz="1000" noProof="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PII Masking: Is there a middleware that scrubs Personal Identifiable Information (PII) before it is sent to an agent?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AO Gateway’s APIM Outbound Policy should detect and mask PII based on certain rules before information leaves 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8059957"/>
                  </a:ext>
                </a:extLst>
              </a:tr>
              <a:tr h="329898">
                <a:tc>
                  <a:txBody>
                    <a:bodyPr/>
                    <a:lstStyle/>
                    <a:p>
                      <a:r>
                        <a:rPr lang="en-SG" sz="1000" noProof="0"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Output Structural Validation: Does the system verify that the agent’s response matches the expected schema?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AO Gateway’s Outbound Policy should implement schema validation (e.g., against </a:t>
                      </a:r>
                      <a:r>
                        <a:rPr lang="en-SG" sz="1000" noProof="0" dirty="0" err="1"/>
                        <a:t>OpenAPI</a:t>
                      </a:r>
                      <a:r>
                        <a:rPr lang="en-SG" sz="1000" noProof="0" dirty="0"/>
                        <a:t> spec) to ensure agent output is valid JSON not malicious 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3393400"/>
                  </a:ext>
                </a:extLst>
              </a:tr>
              <a:tr h="252000">
                <a:tc gridSpan="3">
                  <a:txBody>
                    <a:bodyPr/>
                    <a:lstStyle/>
                    <a:p>
                      <a:pPr algn="ctr"/>
                      <a:r>
                        <a:rPr lang="en-SG" sz="1000" noProof="0" dirty="0">
                          <a:solidFill>
                            <a:schemeClr val="bg1"/>
                          </a:solidFill>
                        </a:rPr>
                        <a:t>Execution &amp; Guardrails (The Action 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en-SG"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SG"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912173"/>
                  </a:ext>
                </a:extLst>
              </a:tr>
              <a:tr h="329898">
                <a:tc>
                  <a:txBody>
                    <a:bodyPr/>
                    <a:lstStyle/>
                    <a:p>
                      <a:r>
                        <a:rPr lang="en-SG" sz="1000" noProof="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Rate Limiting (Reasoning DoS): Are there limits on the number of “turns” or tokens an agent can consume for a single task to prevent infinite loops?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AO Gateway’s Inbound Policy should apply rate limiting based on the agent to restrict the number of requests per minute.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8396643"/>
                  </a:ext>
                </a:extLst>
              </a:tr>
              <a:tr h="252000">
                <a:tc gridSpan="3">
                  <a:txBody>
                    <a:bodyPr/>
                    <a:lstStyle/>
                    <a:p>
                      <a:pPr algn="ctr"/>
                      <a:r>
                        <a:rPr lang="en-SG" sz="1000" noProof="0" dirty="0">
                          <a:solidFill>
                            <a:schemeClr val="bg1"/>
                          </a:solidFill>
                        </a:rPr>
                        <a:t>Audit &amp; Traceability (The Logging Layer)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hMerge="1">
                  <a:txBody>
                    <a:bodyPr/>
                    <a:lstStyle/>
                    <a:p>
                      <a:endParaRPr lang="en-SG"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SG" sz="1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86134"/>
                  </a:ext>
                </a:extLst>
              </a:tr>
              <a:tr h="329898">
                <a:tc>
                  <a:txBody>
                    <a:bodyPr/>
                    <a:lstStyle/>
                    <a:p>
                      <a:r>
                        <a:rPr lang="en-SG" sz="1000" noProof="0"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Full Chain-of-Custody: Can you trace a specific agent back to the original orchestrator request and the specific “Chain of Thought” that led to 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000" noProof="0" dirty="0"/>
                        <a:t>Enforce a correlation ID to be passed through the entire chain of agents and log 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8817540"/>
                  </a:ext>
                </a:extLst>
              </a:tr>
            </a:tbl>
          </a:graphicData>
        </a:graphic>
      </p:graphicFrame>
      <p:sp>
        <p:nvSpPr>
          <p:cNvPr id="3" name="TextBox 2">
            <a:extLst>
              <a:ext uri="{FF2B5EF4-FFF2-40B4-BE49-F238E27FC236}">
                <a16:creationId xmlns:a16="http://schemas.microsoft.com/office/drawing/2014/main" id="{C7CF000C-5D50-FEFE-467F-3BA260AB0EF3}"/>
              </a:ext>
            </a:extLst>
          </p:cNvPr>
          <p:cNvSpPr txBox="1"/>
          <p:nvPr/>
        </p:nvSpPr>
        <p:spPr>
          <a:xfrm>
            <a:off x="7865518" y="68593"/>
            <a:ext cx="2918096" cy="584775"/>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rPr>
              <a:t>For Information –</a:t>
            </a:r>
            <a:r>
              <a:rPr lang="en-SG" sz="1600" b="1" noProof="0" dirty="0">
                <a:solidFill>
                  <a:srgbClr val="005AAB"/>
                </a:solidFill>
              </a:rPr>
              <a:t> Deferred to App &amp; Data Session </a:t>
            </a:r>
            <a:endParaRPr lang="en-SG" sz="1600" b="1" i="0" noProof="0" dirty="0">
              <a:solidFill>
                <a:srgbClr val="005AAB"/>
              </a:solidFill>
              <a:effectLst/>
            </a:endParaRPr>
          </a:p>
        </p:txBody>
      </p:sp>
      <p:pic>
        <p:nvPicPr>
          <p:cNvPr id="6" name="Picture 5" descr="Confirm Generic Blue icon | Freepik">
            <a:extLst>
              <a:ext uri="{FF2B5EF4-FFF2-40B4-BE49-F238E27FC236}">
                <a16:creationId xmlns:a16="http://schemas.microsoft.com/office/drawing/2014/main" id="{2221D345-24C6-EBFD-276E-46D1DAE17D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3583" y="89613"/>
            <a:ext cx="425507" cy="425507"/>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3">
            <a:extLst>
              <a:ext uri="{FF2B5EF4-FFF2-40B4-BE49-F238E27FC236}">
                <a16:creationId xmlns:a16="http://schemas.microsoft.com/office/drawing/2014/main" id="{4DBE1D80-4465-DE3F-2FE0-8DBD33A2F26E}"/>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Tree>
    <p:extLst>
      <p:ext uri="{BB962C8B-B14F-4D97-AF65-F5344CB8AC3E}">
        <p14:creationId xmlns:p14="http://schemas.microsoft.com/office/powerpoint/2010/main" val="1568758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C6243-F45B-E2FC-2157-FAAA2A074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7FAB4-2F47-B798-1BE0-BEDAF86216D1}"/>
              </a:ext>
            </a:extLst>
          </p:cNvPr>
          <p:cNvSpPr>
            <a:spLocks noGrp="1"/>
          </p:cNvSpPr>
          <p:nvPr>
            <p:ph type="title"/>
          </p:nvPr>
        </p:nvSpPr>
        <p:spPr>
          <a:xfrm>
            <a:off x="838200" y="517769"/>
            <a:ext cx="10515600" cy="425507"/>
          </a:xfrm>
        </p:spPr>
        <p:txBody>
          <a:bodyPr>
            <a:normAutofit/>
          </a:bodyPr>
          <a:lstStyle/>
          <a:p>
            <a:r>
              <a:rPr lang="en-SG" sz="2000" noProof="0" dirty="0"/>
              <a:t>Demonstrating Proof-of-Possession (</a:t>
            </a:r>
            <a:r>
              <a:rPr lang="en-SG" sz="2000" noProof="0" dirty="0" err="1"/>
              <a:t>DPoP</a:t>
            </a:r>
            <a:r>
              <a:rPr lang="en-SG" sz="2000" noProof="0" dirty="0"/>
              <a:t>)</a:t>
            </a:r>
          </a:p>
        </p:txBody>
      </p:sp>
      <p:sp>
        <p:nvSpPr>
          <p:cNvPr id="4" name="Slide Number Placeholder 3">
            <a:extLst>
              <a:ext uri="{FF2B5EF4-FFF2-40B4-BE49-F238E27FC236}">
                <a16:creationId xmlns:a16="http://schemas.microsoft.com/office/drawing/2014/main" id="{67213ADE-3691-ACE5-4B88-300C2688D545}"/>
              </a:ext>
            </a:extLst>
          </p:cNvPr>
          <p:cNvSpPr>
            <a:spLocks noGrp="1"/>
          </p:cNvSpPr>
          <p:nvPr>
            <p:ph type="sldNum" sz="quarter" idx="12"/>
          </p:nvPr>
        </p:nvSpPr>
        <p:spPr/>
        <p:txBody>
          <a:bodyPr/>
          <a:lstStyle/>
          <a:p>
            <a:fld id="{5DF5AE18-F94A-B54C-9347-4CAFB5D76058}" type="slidenum">
              <a:rPr lang="en-SG" noProof="0" smtClean="0"/>
              <a:pPr/>
              <a:t>24</a:t>
            </a:fld>
            <a:endParaRPr lang="en-SG" noProof="0" dirty="0"/>
          </a:p>
        </p:txBody>
      </p:sp>
      <p:sp>
        <p:nvSpPr>
          <p:cNvPr id="7" name="Title 1">
            <a:extLst>
              <a:ext uri="{FF2B5EF4-FFF2-40B4-BE49-F238E27FC236}">
                <a16:creationId xmlns:a16="http://schemas.microsoft.com/office/drawing/2014/main" id="{54DA53A7-33DF-C19E-4270-04391CFA384B}"/>
              </a:ext>
            </a:extLst>
          </p:cNvPr>
          <p:cNvSpPr txBox="1">
            <a:spLocks/>
          </p:cNvSpPr>
          <p:nvPr/>
        </p:nvSpPr>
        <p:spPr>
          <a:xfrm>
            <a:off x="838200" y="2422626"/>
            <a:ext cx="10663988" cy="26405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pPr marL="342900" indent="-342900">
              <a:buFont typeface="+mj-lt"/>
              <a:buAutoNum type="arabicPeriod"/>
            </a:pPr>
            <a:r>
              <a:rPr lang="en-SG" sz="1600" b="0" noProof="0" dirty="0"/>
              <a:t>Agent requests the tool call through the AO Gateway.</a:t>
            </a:r>
          </a:p>
          <a:p>
            <a:pPr marL="342900" indent="-342900">
              <a:buFont typeface="+mj-lt"/>
              <a:buAutoNum type="arabicPeriod"/>
            </a:pPr>
            <a:r>
              <a:rPr lang="en-SG" sz="1600" b="0" noProof="0" dirty="0"/>
              <a:t>The AO Gateway (APIM) takes the agent’s discovery token and exchanges it with Entra ID for an execution access token to be sent to the target MCP server.</a:t>
            </a:r>
          </a:p>
          <a:p>
            <a:pPr marL="342900" indent="-342900">
              <a:buFont typeface="+mj-lt"/>
              <a:buAutoNum type="arabicPeriod"/>
            </a:pPr>
            <a:r>
              <a:rPr lang="en-SG" sz="1600" b="0" noProof="0" dirty="0"/>
              <a:t>As part of the exchange, the AO Gateway generates an asymmetric key pair and sends the public key to Entra ID in the </a:t>
            </a:r>
            <a:r>
              <a:rPr lang="en-SG" sz="1600" b="0" noProof="0" dirty="0" err="1"/>
              <a:t>DPoP</a:t>
            </a:r>
            <a:r>
              <a:rPr lang="en-SG" sz="1600" b="0" noProof="0" dirty="0"/>
              <a:t> header together with the discovery token.</a:t>
            </a:r>
          </a:p>
          <a:p>
            <a:pPr marL="342900" indent="-342900">
              <a:buFont typeface="+mj-lt"/>
              <a:buAutoNum type="arabicPeriod"/>
            </a:pPr>
            <a:r>
              <a:rPr lang="en-SG" sz="1600" b="0" noProof="0" dirty="0"/>
              <a:t>Entra ID issues a </a:t>
            </a:r>
            <a:r>
              <a:rPr lang="en-SG" sz="1600" b="0" noProof="0" dirty="0" err="1"/>
              <a:t>DPoP</a:t>
            </a:r>
            <a:r>
              <a:rPr lang="en-SG" sz="1600" b="0" noProof="0" dirty="0"/>
              <a:t>-bound access token containing the thumbprint (</a:t>
            </a:r>
            <a:r>
              <a:rPr lang="en-SG" sz="1600" b="0" noProof="0" dirty="0" err="1"/>
              <a:t>cnf</a:t>
            </a:r>
            <a:r>
              <a:rPr lang="en-SG" sz="1600" b="0" noProof="0" dirty="0"/>
              <a:t> claim) of that public key. In effect, this means the token can only be used by the holder of Key X.</a:t>
            </a:r>
          </a:p>
          <a:p>
            <a:pPr marL="342900" indent="-342900">
              <a:buFont typeface="+mj-lt"/>
              <a:buAutoNum type="arabicPeriod"/>
            </a:pPr>
            <a:r>
              <a:rPr lang="en-SG" sz="1600" b="0" noProof="0" dirty="0"/>
              <a:t>This behaviour can be implemented using Microsoft Authentication Library (MSAL).</a:t>
            </a:r>
          </a:p>
          <a:p>
            <a:pPr marL="342900" indent="-342900">
              <a:buFont typeface="+mj-lt"/>
              <a:buAutoNum type="arabicPeriod"/>
            </a:pPr>
            <a:r>
              <a:rPr lang="en-SG" sz="1600" b="0" noProof="0" dirty="0"/>
              <a:t>To call a tool on the target MCP server, the AO Gateway creates a new </a:t>
            </a:r>
            <a:r>
              <a:rPr lang="en-SG" sz="1600" b="0" noProof="0" dirty="0" err="1"/>
              <a:t>DPoP</a:t>
            </a:r>
            <a:r>
              <a:rPr lang="en-SG" sz="1600" b="0" noProof="0" dirty="0"/>
              <a:t> proof — a short-lived JWT signed with its private key — to prove that it currently holds Key X.</a:t>
            </a:r>
          </a:p>
          <a:p>
            <a:pPr marL="342900" indent="-342900">
              <a:buFont typeface="+mj-lt"/>
              <a:buAutoNum type="arabicPeriod"/>
            </a:pPr>
            <a:r>
              <a:rPr lang="en-SG" sz="1600" b="0" noProof="0" dirty="0"/>
              <a:t>The </a:t>
            </a:r>
            <a:r>
              <a:rPr lang="en-SG" sz="1600" b="0" noProof="0" dirty="0" err="1"/>
              <a:t>DPoP</a:t>
            </a:r>
            <a:r>
              <a:rPr lang="en-SG" sz="1600" b="0" noProof="0" dirty="0"/>
              <a:t> proof must include the </a:t>
            </a:r>
            <a:r>
              <a:rPr lang="en-SG" sz="1600" b="0" noProof="0" dirty="0" err="1"/>
              <a:t>ath</a:t>
            </a:r>
            <a:r>
              <a:rPr lang="en-SG" sz="1600" b="0" noProof="0" dirty="0"/>
              <a:t> (access token hash) so the server can verify that the proof is tied to that specific token.</a:t>
            </a:r>
          </a:p>
        </p:txBody>
      </p:sp>
      <p:sp>
        <p:nvSpPr>
          <p:cNvPr id="3" name="Title 1">
            <a:extLst>
              <a:ext uri="{FF2B5EF4-FFF2-40B4-BE49-F238E27FC236}">
                <a16:creationId xmlns:a16="http://schemas.microsoft.com/office/drawing/2014/main" id="{F7DC8A24-80B3-4C7E-915B-BF4A07D81F03}"/>
              </a:ext>
            </a:extLst>
          </p:cNvPr>
          <p:cNvSpPr txBox="1">
            <a:spLocks/>
          </p:cNvSpPr>
          <p:nvPr/>
        </p:nvSpPr>
        <p:spPr>
          <a:xfrm>
            <a:off x="838200" y="5253976"/>
            <a:ext cx="10663988" cy="12388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The MCP server then verifies the request:</a:t>
            </a:r>
            <a:endParaRPr lang="en-SG" b="0" noProof="0" dirty="0"/>
          </a:p>
          <a:p>
            <a:pPr marL="342900" indent="-342900">
              <a:buFont typeface="+mj-lt"/>
              <a:buAutoNum type="arabicPeriod"/>
            </a:pPr>
            <a:r>
              <a:rPr lang="en-SG" sz="1600" b="0" noProof="0" dirty="0"/>
              <a:t>It checks the </a:t>
            </a:r>
            <a:r>
              <a:rPr lang="en-SG" sz="1600" b="0" noProof="0" dirty="0" err="1"/>
              <a:t>DPoP</a:t>
            </a:r>
            <a:r>
              <a:rPr lang="en-SG" sz="1600" b="0" noProof="0" dirty="0"/>
              <a:t> signature to confirm the proof has not been tampered with.</a:t>
            </a:r>
            <a:endParaRPr lang="en-SG" b="0" noProof="0" dirty="0"/>
          </a:p>
          <a:p>
            <a:pPr marL="342900" indent="-342900">
              <a:buFont typeface="+mj-lt"/>
              <a:buAutoNum type="arabicPeriod"/>
            </a:pPr>
            <a:r>
              <a:rPr lang="en-SG" sz="1600" b="0" noProof="0" dirty="0"/>
              <a:t>It checks the </a:t>
            </a:r>
            <a:r>
              <a:rPr lang="en-SG" sz="1600" b="0" noProof="0" dirty="0" err="1"/>
              <a:t>ath</a:t>
            </a:r>
            <a:r>
              <a:rPr lang="en-SG" sz="1600" b="0" noProof="0" dirty="0"/>
              <a:t> to confirm the proof belongs to the access token received.</a:t>
            </a:r>
          </a:p>
          <a:p>
            <a:pPr marL="342900" indent="-342900">
              <a:buFont typeface="+mj-lt"/>
              <a:buAutoNum type="arabicPeriod"/>
            </a:pPr>
            <a:r>
              <a:rPr lang="en-SG" sz="1600" b="0" noProof="0" dirty="0"/>
              <a:t>It checks the token to confirm that the key used to sign the proof matches the thumbprint that Entra ID embedded in the token.</a:t>
            </a:r>
            <a:endParaRPr lang="en-SG" b="0" noProof="0" dirty="0"/>
          </a:p>
        </p:txBody>
      </p:sp>
      <p:sp>
        <p:nvSpPr>
          <p:cNvPr id="5" name="Footer Placeholder 3">
            <a:extLst>
              <a:ext uri="{FF2B5EF4-FFF2-40B4-BE49-F238E27FC236}">
                <a16:creationId xmlns:a16="http://schemas.microsoft.com/office/drawing/2014/main" id="{6CFE095D-7225-F80D-C549-E3E9A0AA96AC}"/>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6" name="TextBox 5">
            <a:extLst>
              <a:ext uri="{FF2B5EF4-FFF2-40B4-BE49-F238E27FC236}">
                <a16:creationId xmlns:a16="http://schemas.microsoft.com/office/drawing/2014/main" id="{DE529577-DA89-7B28-02A6-8ADE5323A989}"/>
              </a:ext>
            </a:extLst>
          </p:cNvPr>
          <p:cNvSpPr txBox="1"/>
          <p:nvPr/>
        </p:nvSpPr>
        <p:spPr>
          <a:xfrm>
            <a:off x="1249826" y="1116808"/>
            <a:ext cx="10250478" cy="1077218"/>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 — External participants to research and evaluate the security risks mitigated by </a:t>
            </a:r>
            <a:r>
              <a:rPr lang="en-SG" sz="1600" b="1" i="0" noProof="0" dirty="0" err="1">
                <a:solidFill>
                  <a:srgbClr val="FF0000"/>
                </a:solidFill>
                <a:effectLst/>
                <a:latin typeface="Source Sans Pro" panose="020B0503030403020204" pitchFamily="34" charset="0"/>
                <a:ea typeface="Source Sans Pro" panose="020B0503030403020204" pitchFamily="34" charset="0"/>
              </a:rPr>
              <a:t>DPoP</a:t>
            </a:r>
            <a:r>
              <a:rPr lang="en-SG" sz="1600" b="1" i="0" noProof="0" dirty="0">
                <a:solidFill>
                  <a:srgbClr val="FF0000"/>
                </a:solidFill>
                <a:effectLst/>
                <a:latin typeface="Source Sans Pro" panose="020B0503030403020204" pitchFamily="34" charset="0"/>
                <a:ea typeface="Source Sans Pro" panose="020B0503030403020204" pitchFamily="34" charset="0"/>
              </a:rPr>
              <a:t> and </a:t>
            </a:r>
            <a:r>
              <a:rPr lang="en-SG" sz="1600" b="1" i="0" noProof="0" dirty="0" err="1">
                <a:solidFill>
                  <a:srgbClr val="FF0000"/>
                </a:solidFill>
                <a:effectLst/>
                <a:latin typeface="Source Sans Pro" panose="020B0503030403020204" pitchFamily="34" charset="0"/>
                <a:ea typeface="Source Sans Pro" panose="020B0503030403020204" pitchFamily="34" charset="0"/>
              </a:rPr>
              <a:t>DPoA</a:t>
            </a:r>
            <a:r>
              <a:rPr lang="en-SG" sz="1600" b="1" i="0" noProof="0" dirty="0">
                <a:solidFill>
                  <a:srgbClr val="FF0000"/>
                </a:solidFill>
                <a:effectLst/>
                <a:latin typeface="Source Sans Pro" panose="020B0503030403020204" pitchFamily="34" charset="0"/>
                <a:ea typeface="Source Sans Pro" panose="020B0503030403020204" pitchFamily="34" charset="0"/>
              </a:rPr>
              <a:t>—particularly their relevance in agentic architectures (e.g. autonomous agents, token theft, reuse, replay, and delegated execution), beyond traditional applications—and advise whether these mechanisms are necessary or over‑engineering for the IRAS AI Blueprint.</a:t>
            </a:r>
            <a:endParaRPr lang="en-SG" sz="1600" b="1" noProof="0" dirty="0">
              <a:solidFill>
                <a:srgbClr val="FF0000"/>
              </a:solidFill>
              <a:latin typeface="Source Sans Pro" panose="020B0503030403020204" pitchFamily="34" charset="0"/>
              <a:ea typeface="Source Sans Pro" panose="020B0503030403020204" pitchFamily="34" charset="0"/>
            </a:endParaRPr>
          </a:p>
        </p:txBody>
      </p:sp>
      <p:pic>
        <p:nvPicPr>
          <p:cNvPr id="8" name="Picture 14" descr="Icon Of A Rounded Red Exclamation Sign In, Excitement, Caution, Beware PNG  Transparent Image and Clipart for Free Download">
            <a:extLst>
              <a:ext uri="{FF2B5EF4-FFF2-40B4-BE49-F238E27FC236}">
                <a16:creationId xmlns:a16="http://schemas.microsoft.com/office/drawing/2014/main" id="{A36ECF48-7C7E-056A-D7B7-80C4FF3A65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111105"/>
            <a:ext cx="411626"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481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61DB-E9D6-9D0B-E439-ECF500CF8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4CB47-7E17-0656-999B-AAAB958F547F}"/>
              </a:ext>
            </a:extLst>
          </p:cNvPr>
          <p:cNvSpPr>
            <a:spLocks noGrp="1"/>
          </p:cNvSpPr>
          <p:nvPr>
            <p:ph type="title"/>
          </p:nvPr>
        </p:nvSpPr>
        <p:spPr>
          <a:xfrm>
            <a:off x="1249826" y="243152"/>
            <a:ext cx="10515600" cy="425507"/>
          </a:xfrm>
        </p:spPr>
        <p:txBody>
          <a:bodyPr>
            <a:normAutofit/>
          </a:bodyPr>
          <a:lstStyle/>
          <a:p>
            <a:r>
              <a:rPr lang="en-SG" sz="2000" noProof="0" dirty="0"/>
              <a:t>Demonstrating Proof of Authorisation (</a:t>
            </a:r>
            <a:r>
              <a:rPr lang="en-SG" sz="2000" noProof="0" dirty="0" err="1"/>
              <a:t>DPoA</a:t>
            </a:r>
            <a:r>
              <a:rPr lang="en-SG" sz="2000" noProof="0" dirty="0"/>
              <a:t>) for HITL</a:t>
            </a:r>
          </a:p>
        </p:txBody>
      </p:sp>
      <p:sp>
        <p:nvSpPr>
          <p:cNvPr id="4" name="Slide Number Placeholder 3">
            <a:extLst>
              <a:ext uri="{FF2B5EF4-FFF2-40B4-BE49-F238E27FC236}">
                <a16:creationId xmlns:a16="http://schemas.microsoft.com/office/drawing/2014/main" id="{2EDEA823-5746-DAE7-1FEC-0D990DD45D57}"/>
              </a:ext>
            </a:extLst>
          </p:cNvPr>
          <p:cNvSpPr>
            <a:spLocks noGrp="1"/>
          </p:cNvSpPr>
          <p:nvPr>
            <p:ph type="sldNum" sz="quarter" idx="12"/>
          </p:nvPr>
        </p:nvSpPr>
        <p:spPr/>
        <p:txBody>
          <a:bodyPr/>
          <a:lstStyle/>
          <a:p>
            <a:fld id="{5DF5AE18-F94A-B54C-9347-4CAFB5D76058}" type="slidenum">
              <a:rPr lang="en-SG" noProof="0" smtClean="0"/>
              <a:pPr/>
              <a:t>25</a:t>
            </a:fld>
            <a:endParaRPr lang="en-SG" noProof="0" dirty="0"/>
          </a:p>
        </p:txBody>
      </p:sp>
      <p:sp>
        <p:nvSpPr>
          <p:cNvPr id="5" name="Footer Placeholder 3">
            <a:extLst>
              <a:ext uri="{FF2B5EF4-FFF2-40B4-BE49-F238E27FC236}">
                <a16:creationId xmlns:a16="http://schemas.microsoft.com/office/drawing/2014/main" id="{A594C679-CDB5-FFCC-4B00-C3AA7068B210}"/>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9" name="TextBox 8">
            <a:extLst>
              <a:ext uri="{FF2B5EF4-FFF2-40B4-BE49-F238E27FC236}">
                <a16:creationId xmlns:a16="http://schemas.microsoft.com/office/drawing/2014/main" id="{7D877E03-9C4F-AEC6-B4FD-8B80ED058535}"/>
              </a:ext>
            </a:extLst>
          </p:cNvPr>
          <p:cNvSpPr txBox="1"/>
          <p:nvPr/>
        </p:nvSpPr>
        <p:spPr>
          <a:xfrm>
            <a:off x="1249826" y="694687"/>
            <a:ext cx="9985864" cy="523220"/>
          </a:xfrm>
          <a:prstGeom prst="rect">
            <a:avLst/>
          </a:prstGeom>
          <a:noFill/>
        </p:spPr>
        <p:txBody>
          <a:bodyPr wrap="square">
            <a:spAutoFit/>
          </a:bodyPr>
          <a:lstStyle/>
          <a:p>
            <a:pPr algn="l">
              <a:spcBef>
                <a:spcPts val="1800"/>
              </a:spcBef>
              <a:spcAft>
                <a:spcPts val="1200"/>
              </a:spcAft>
              <a:buNone/>
            </a:pPr>
            <a:r>
              <a:rPr lang="en-SG" sz="1400" b="1" i="0" noProof="0" dirty="0">
                <a:solidFill>
                  <a:srgbClr val="FF0000"/>
                </a:solidFill>
                <a:effectLst/>
                <a:latin typeface="Source Sans Pro" panose="020B0503030403020204" pitchFamily="34" charset="0"/>
                <a:ea typeface="Source Sans Pro" panose="020B0503030403020204" pitchFamily="34" charset="0"/>
              </a:rPr>
              <a:t>For Confirmation — External participants to assess whether </a:t>
            </a:r>
            <a:r>
              <a:rPr lang="en-SG" sz="1400" b="1" i="0" noProof="0" dirty="0" err="1">
                <a:solidFill>
                  <a:srgbClr val="FF0000"/>
                </a:solidFill>
                <a:effectLst/>
                <a:latin typeface="Source Sans Pro" panose="020B0503030403020204" pitchFamily="34" charset="0"/>
                <a:ea typeface="Source Sans Pro" panose="020B0503030403020204" pitchFamily="34" charset="0"/>
              </a:rPr>
              <a:t>DPoA</a:t>
            </a:r>
            <a:r>
              <a:rPr lang="en-SG" sz="1400" b="1" i="0" noProof="0" dirty="0">
                <a:solidFill>
                  <a:srgbClr val="FF0000"/>
                </a:solidFill>
                <a:effectLst/>
                <a:latin typeface="Source Sans Pro" panose="020B0503030403020204" pitchFamily="34" charset="0"/>
                <a:ea typeface="Source Sans Pro" panose="020B0503030403020204" pitchFamily="34" charset="0"/>
              </a:rPr>
              <a:t> is required to mitigate agent-specific risks in HITL flows, and recommend whether it should be implemented or considered over-engineering for the Blueprint.  </a:t>
            </a:r>
            <a:endParaRPr lang="en-SG" sz="1400" b="1" noProof="0" dirty="0">
              <a:solidFill>
                <a:srgbClr val="FF0000"/>
              </a:solidFill>
              <a:latin typeface="Source Sans Pro" panose="020B0503030403020204" pitchFamily="34" charset="0"/>
              <a:ea typeface="Source Sans Pro" panose="020B0503030403020204" pitchFamily="34" charset="0"/>
            </a:endParaRPr>
          </a:p>
        </p:txBody>
      </p:sp>
      <p:pic>
        <p:nvPicPr>
          <p:cNvPr id="10" name="Picture 14" descr="Icon Of A Rounded Red Exclamation Sign In, Excitement, Caution, Beware PNG  Transparent Image and Clipart for Free Download">
            <a:extLst>
              <a:ext uri="{FF2B5EF4-FFF2-40B4-BE49-F238E27FC236}">
                <a16:creationId xmlns:a16="http://schemas.microsoft.com/office/drawing/2014/main" id="{2C831D2F-773A-CBD0-8994-A23943EE8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88984"/>
            <a:ext cx="411626" cy="425507"/>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C460A215-6DA8-6C2C-B5AB-4560CAAE2BD7}"/>
              </a:ext>
            </a:extLst>
          </p:cNvPr>
          <p:cNvSpPr txBox="1"/>
          <p:nvPr/>
        </p:nvSpPr>
        <p:spPr>
          <a:xfrm>
            <a:off x="355843" y="1636422"/>
            <a:ext cx="4521268" cy="1938992"/>
          </a:xfrm>
          <a:prstGeom prst="rect">
            <a:avLst/>
          </a:prstGeom>
          <a:noFill/>
        </p:spPr>
        <p:txBody>
          <a:bodyPr wrap="square" rtlCol="0">
            <a:spAutoFit/>
          </a:bodyPr>
          <a:lstStyle/>
          <a:p>
            <a:r>
              <a:rPr lang="en-SG" sz="1200" noProof="0" dirty="0">
                <a:solidFill>
                  <a:srgbClr val="005AAB"/>
                </a:solidFill>
                <a:latin typeface="Source Sans Pro" panose="020B0503030403020204" pitchFamily="34" charset="0"/>
                <a:ea typeface="Source Sans Pro" panose="020B0503030403020204" pitchFamily="34" charset="0"/>
              </a:rPr>
              <a:t>1</a:t>
            </a:r>
            <a:r>
              <a:rPr lang="en-SG" sz="1200" b="1" noProof="0" dirty="0">
                <a:solidFill>
                  <a:srgbClr val="005AAB"/>
                </a:solidFill>
                <a:latin typeface="Source Sans Pro" panose="020B0503030403020204" pitchFamily="34" charset="0"/>
                <a:ea typeface="Source Sans Pro" panose="020B0503030403020204" pitchFamily="34" charset="0"/>
              </a:rPr>
              <a:t>. Approval Replay</a:t>
            </a:r>
          </a:p>
          <a:p>
            <a:pPr marL="742950" lvl="1" indent="-2857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Agent reuses the same HITL approval to:</a:t>
            </a:r>
          </a:p>
          <a:p>
            <a:pPr marL="1200150" lvl="2" indent="-2857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invoke the same tool multiple times</a:t>
            </a:r>
          </a:p>
          <a:p>
            <a:pPr marL="1200150" lvl="2" indent="-2857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without requiring re-approval</a:t>
            </a:r>
          </a:p>
          <a:p>
            <a:r>
              <a:rPr lang="en-SG" sz="1200" b="1" noProof="0" dirty="0">
                <a:solidFill>
                  <a:srgbClr val="005AAB"/>
                </a:solidFill>
                <a:latin typeface="Source Sans Pro" panose="020B0503030403020204" pitchFamily="34" charset="0"/>
                <a:ea typeface="Source Sans Pro" panose="020B0503030403020204" pitchFamily="34" charset="0"/>
              </a:rPr>
              <a:t>2. Parameter Tampering / Drift</a:t>
            </a:r>
          </a:p>
          <a:p>
            <a:pPr marL="628650" lvl="1"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Agent uses a valid approval for:</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different parameters than originally approved</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e.g.:</a:t>
            </a:r>
          </a:p>
          <a:p>
            <a:pPr marL="1543050" lvl="3"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approved: waive penalty for Taxpayer A</a:t>
            </a:r>
          </a:p>
          <a:p>
            <a:pPr marL="1543050" lvl="3"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executed: waive penalty for Taxpayer B</a:t>
            </a:r>
          </a:p>
        </p:txBody>
      </p:sp>
      <p:sp>
        <p:nvSpPr>
          <p:cNvPr id="29" name="TextBox 28">
            <a:extLst>
              <a:ext uri="{FF2B5EF4-FFF2-40B4-BE49-F238E27FC236}">
                <a16:creationId xmlns:a16="http://schemas.microsoft.com/office/drawing/2014/main" id="{146D2113-601D-067E-1D0E-2CA935057AA4}"/>
              </a:ext>
            </a:extLst>
          </p:cNvPr>
          <p:cNvSpPr txBox="1"/>
          <p:nvPr/>
        </p:nvSpPr>
        <p:spPr>
          <a:xfrm>
            <a:off x="7806864" y="1690572"/>
            <a:ext cx="4350671" cy="2308324"/>
          </a:xfrm>
          <a:prstGeom prst="rect">
            <a:avLst/>
          </a:prstGeom>
          <a:noFill/>
        </p:spPr>
        <p:txBody>
          <a:bodyPr wrap="square" rtlCol="0">
            <a:spAutoFit/>
          </a:bodyPr>
          <a:lstStyle/>
          <a:p>
            <a:r>
              <a:rPr lang="en-SG" sz="1200" b="1" noProof="0" dirty="0">
                <a:solidFill>
                  <a:srgbClr val="005AAB"/>
                </a:solidFill>
                <a:latin typeface="Source Sans Pro" panose="020B0503030403020204" pitchFamily="34" charset="0"/>
                <a:ea typeface="Source Sans Pro" panose="020B0503030403020204" pitchFamily="34" charset="0"/>
              </a:rPr>
              <a:t>5. Agent Hallucination / </a:t>
            </a:r>
            <a:r>
              <a:rPr lang="en-SG" sz="1200" b="1" noProof="0" dirty="0" err="1">
                <a:solidFill>
                  <a:srgbClr val="005AAB"/>
                </a:solidFill>
                <a:latin typeface="Source Sans Pro" panose="020B0503030403020204" pitchFamily="34" charset="0"/>
                <a:ea typeface="Source Sans Pro" panose="020B0503030403020204" pitchFamily="34" charset="0"/>
              </a:rPr>
              <a:t>Misbinding</a:t>
            </a:r>
            <a:endParaRPr lang="en-SG" sz="1200" b="1" noProof="0" dirty="0">
              <a:solidFill>
                <a:srgbClr val="005AAB"/>
              </a:solidFill>
              <a:latin typeface="Source Sans Pro" panose="020B0503030403020204" pitchFamily="34" charset="0"/>
              <a:ea typeface="Source Sans Pro" panose="020B0503030403020204" pitchFamily="34" charset="0"/>
            </a:endParaRPr>
          </a:p>
          <a:p>
            <a:pPr marL="628650" lvl="1"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Agent incorrectly:</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associates approval with wrong action</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due to reasoning errors or prompt manipulation</a:t>
            </a:r>
          </a:p>
          <a:p>
            <a:r>
              <a:rPr lang="en-SG" sz="1200" b="1" noProof="0" dirty="0">
                <a:solidFill>
                  <a:srgbClr val="005AAB"/>
                </a:solidFill>
                <a:latin typeface="Source Sans Pro" panose="020B0503030403020204" pitchFamily="34" charset="0"/>
                <a:ea typeface="Source Sans Pro" panose="020B0503030403020204" pitchFamily="34" charset="0"/>
              </a:rPr>
              <a:t>6. Loss of Attribution</a:t>
            </a:r>
          </a:p>
          <a:p>
            <a:pPr marL="171450"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If approval is not cryptographically bound:</a:t>
            </a:r>
          </a:p>
          <a:p>
            <a:pPr marL="628650" lvl="1"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cannot prove:</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which officer approved</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what exactly was approved</a:t>
            </a:r>
          </a:p>
          <a:p>
            <a:pPr marL="628650" lvl="1"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Risks:</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audit disputes</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repudiation (“I didn’t approve this exact action”)</a:t>
            </a:r>
          </a:p>
        </p:txBody>
      </p:sp>
      <p:sp>
        <p:nvSpPr>
          <p:cNvPr id="41" name="TextBox 40">
            <a:extLst>
              <a:ext uri="{FF2B5EF4-FFF2-40B4-BE49-F238E27FC236}">
                <a16:creationId xmlns:a16="http://schemas.microsoft.com/office/drawing/2014/main" id="{9003C021-5FF0-D110-28FD-B8A5B6A2FA50}"/>
              </a:ext>
            </a:extLst>
          </p:cNvPr>
          <p:cNvSpPr txBox="1"/>
          <p:nvPr/>
        </p:nvSpPr>
        <p:spPr>
          <a:xfrm>
            <a:off x="4470435" y="1707612"/>
            <a:ext cx="4521268" cy="1938992"/>
          </a:xfrm>
          <a:prstGeom prst="rect">
            <a:avLst/>
          </a:prstGeom>
          <a:noFill/>
        </p:spPr>
        <p:txBody>
          <a:bodyPr wrap="square" rtlCol="0">
            <a:spAutoFit/>
          </a:bodyPr>
          <a:lstStyle/>
          <a:p>
            <a:r>
              <a:rPr lang="en-SG" sz="1200" b="1" noProof="0" dirty="0">
                <a:solidFill>
                  <a:srgbClr val="005AAB"/>
                </a:solidFill>
                <a:latin typeface="Source Sans Pro" panose="020B0503030403020204" pitchFamily="34" charset="0"/>
                <a:ea typeface="Source Sans Pro" panose="020B0503030403020204" pitchFamily="34" charset="0"/>
              </a:rPr>
              <a:t>3. Cross-Tool Misuse</a:t>
            </a:r>
          </a:p>
          <a:p>
            <a:pPr marL="628650" lvl="1"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Agent uses approval granted for:</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Tool A</a:t>
            </a:r>
          </a:p>
          <a:p>
            <a:pPr marL="628650" lvl="1"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to invoke:</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Tool B</a:t>
            </a:r>
          </a:p>
          <a:p>
            <a:r>
              <a:rPr lang="en-SG" sz="1200" b="1" noProof="0" dirty="0">
                <a:solidFill>
                  <a:srgbClr val="005AAB"/>
                </a:solidFill>
                <a:latin typeface="Source Sans Pro" panose="020B0503030403020204" pitchFamily="34" charset="0"/>
                <a:ea typeface="Source Sans Pro" panose="020B0503030403020204" pitchFamily="34" charset="0"/>
              </a:rPr>
              <a:t>4. Cross-Workflow / Task Reuse</a:t>
            </a:r>
          </a:p>
          <a:p>
            <a:pPr marL="628650" lvl="1"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Approval tied to:</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Workflow / Task ID X</a:t>
            </a:r>
          </a:p>
          <a:p>
            <a:pPr marL="628650" lvl="1"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reused for:</a:t>
            </a:r>
          </a:p>
          <a:p>
            <a:pPr marL="1085850" lvl="2" indent="-171450">
              <a:buFont typeface="Arial" panose="020B0604020202020204" pitchFamily="34" charset="0"/>
              <a:buChar char="•"/>
            </a:pPr>
            <a:r>
              <a:rPr lang="en-SG" sz="1200" noProof="0" dirty="0">
                <a:solidFill>
                  <a:srgbClr val="005AAB"/>
                </a:solidFill>
                <a:latin typeface="Source Sans Pro" panose="020B0503030403020204" pitchFamily="34" charset="0"/>
                <a:ea typeface="Source Sans Pro" panose="020B0503030403020204" pitchFamily="34" charset="0"/>
              </a:rPr>
              <a:t>Workflow / Task ID Y (unauthorised)</a:t>
            </a:r>
          </a:p>
        </p:txBody>
      </p:sp>
      <p:sp>
        <p:nvSpPr>
          <p:cNvPr id="42" name="TextBox 41">
            <a:extLst>
              <a:ext uri="{FF2B5EF4-FFF2-40B4-BE49-F238E27FC236}">
                <a16:creationId xmlns:a16="http://schemas.microsoft.com/office/drawing/2014/main" id="{D6609AC5-7AC7-2449-6D47-4C48C08BB9DC}"/>
              </a:ext>
            </a:extLst>
          </p:cNvPr>
          <p:cNvSpPr txBox="1"/>
          <p:nvPr/>
        </p:nvSpPr>
        <p:spPr>
          <a:xfrm>
            <a:off x="1140861" y="3958228"/>
            <a:ext cx="7472500" cy="2893100"/>
          </a:xfrm>
          <a:prstGeom prst="rect">
            <a:avLst/>
          </a:prstGeom>
          <a:noFill/>
        </p:spPr>
        <p:txBody>
          <a:bodyPr wrap="square">
            <a:spAutoFit/>
          </a:bodyPr>
          <a:lstStyle/>
          <a:p>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a:t>
            </a:r>
            <a:r>
              <a:rPr lang="en-SG" sz="1400" noProof="0" dirty="0" err="1">
                <a:latin typeface="Source Sans Pro" panose="020B0503030403020204" pitchFamily="34" charset="0"/>
                <a:ea typeface="Source Sans Pro" panose="020B0503030403020204" pitchFamily="34" charset="0"/>
              </a:rPr>
              <a:t>iss</a:t>
            </a:r>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hitl</a:t>
            </a:r>
            <a:r>
              <a:rPr lang="en-SG" sz="1400" noProof="0" dirty="0">
                <a:latin typeface="Source Sans Pro" panose="020B0503030403020204" pitchFamily="34" charset="0"/>
                <a:ea typeface="Source Sans Pro" panose="020B0503030403020204" pitchFamily="34" charset="0"/>
              </a:rPr>
              <a:t>-orchestrator”,</a:t>
            </a:r>
          </a:p>
          <a:p>
            <a:r>
              <a:rPr lang="en-SG" sz="1400" noProof="0" dirty="0">
                <a:latin typeface="Source Sans Pro" panose="020B0503030403020204" pitchFamily="34" charset="0"/>
                <a:ea typeface="Source Sans Pro" panose="020B0503030403020204" pitchFamily="34" charset="0"/>
              </a:rPr>
              <a:t>“sub”: “officer-</a:t>
            </a:r>
            <a:r>
              <a:rPr lang="en-SG" sz="1400" noProof="0" dirty="0" err="1">
                <a:latin typeface="Source Sans Pro" panose="020B0503030403020204" pitchFamily="34" charset="0"/>
                <a:ea typeface="Source Sans Pro" panose="020B0503030403020204" pitchFamily="34" charset="0"/>
              </a:rPr>
              <a:t>entra</a:t>
            </a:r>
            <a:r>
              <a:rPr lang="en-SG" sz="1400" noProof="0" dirty="0">
                <a:latin typeface="Source Sans Pro" panose="020B0503030403020204" pitchFamily="34" charset="0"/>
                <a:ea typeface="Source Sans Pro" panose="020B0503030403020204" pitchFamily="34" charset="0"/>
              </a:rPr>
              <a:t>-</a:t>
            </a:r>
            <a:r>
              <a:rPr lang="en-SG" sz="1400" noProof="0" dirty="0" err="1">
                <a:latin typeface="Source Sans Pro" panose="020B0503030403020204" pitchFamily="34" charset="0"/>
                <a:ea typeface="Source Sans Pro" panose="020B0503030403020204" pitchFamily="34" charset="0"/>
              </a:rPr>
              <a:t>oid</a:t>
            </a:r>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a:t>
            </a:r>
            <a:r>
              <a:rPr lang="en-SG" sz="1400" noProof="0" dirty="0" err="1">
                <a:latin typeface="Source Sans Pro" panose="020B0503030403020204" pitchFamily="34" charset="0"/>
                <a:ea typeface="Source Sans Pro" panose="020B0503030403020204" pitchFamily="34" charset="0"/>
              </a:rPr>
              <a:t>aud</a:t>
            </a:r>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aigp</a:t>
            </a:r>
            <a:r>
              <a:rPr lang="en-SG" sz="1400" noProof="0" dirty="0">
                <a:latin typeface="Source Sans Pro" panose="020B0503030403020204" pitchFamily="34" charset="0"/>
                <a:ea typeface="Source Sans Pro" panose="020B0503030403020204" pitchFamily="34" charset="0"/>
              </a:rPr>
              <a:t>-</a:t>
            </a:r>
            <a:r>
              <a:rPr lang="en-SG" sz="1400" noProof="0" dirty="0" err="1">
                <a:latin typeface="Source Sans Pro" panose="020B0503030403020204" pitchFamily="34" charset="0"/>
                <a:ea typeface="Source Sans Pro" panose="020B0503030403020204" pitchFamily="34" charset="0"/>
              </a:rPr>
              <a:t>mcp</a:t>
            </a:r>
            <a:r>
              <a:rPr lang="en-SG" sz="1400" noProof="0" dirty="0">
                <a:latin typeface="Source Sans Pro" panose="020B0503030403020204" pitchFamily="34" charset="0"/>
                <a:ea typeface="Source Sans Pro" panose="020B0503030403020204" pitchFamily="34" charset="0"/>
              </a:rPr>
              <a:t>-server”,</a:t>
            </a:r>
          </a:p>
          <a:p>
            <a:r>
              <a:rPr lang="en-SG" sz="1400" noProof="0" dirty="0">
                <a:latin typeface="Source Sans Pro" panose="020B0503030403020204" pitchFamily="34" charset="0"/>
                <a:ea typeface="Source Sans Pro" panose="020B0503030403020204" pitchFamily="34" charset="0"/>
              </a:rPr>
              <a:t>“</a:t>
            </a:r>
            <a:r>
              <a:rPr lang="en-SG" sz="1400" noProof="0" dirty="0" err="1">
                <a:latin typeface="Source Sans Pro" panose="020B0503030403020204" pitchFamily="34" charset="0"/>
                <a:ea typeface="Source Sans Pro" panose="020B0503030403020204" pitchFamily="34" charset="0"/>
              </a:rPr>
              <a:t>iat</a:t>
            </a:r>
            <a:r>
              <a:rPr lang="en-SG" sz="1400" noProof="0" dirty="0">
                <a:latin typeface="Source Sans Pro" panose="020B0503030403020204" pitchFamily="34" charset="0"/>
                <a:ea typeface="Source Sans Pro" panose="020B0503030403020204" pitchFamily="34" charset="0"/>
              </a:rPr>
              <a:t>”: 1715000000,</a:t>
            </a:r>
          </a:p>
          <a:p>
            <a:r>
              <a:rPr lang="en-SG" sz="1400" noProof="0" dirty="0">
                <a:latin typeface="Source Sans Pro" panose="020B0503030403020204" pitchFamily="34" charset="0"/>
                <a:ea typeface="Source Sans Pro" panose="020B0503030403020204" pitchFamily="34" charset="0"/>
              </a:rPr>
              <a:t>“exp”: 1715003600,</a:t>
            </a:r>
          </a:p>
          <a:p>
            <a:r>
              <a:rPr lang="en-SG" sz="1400" noProof="0" dirty="0">
                <a:latin typeface="Source Sans Pro" panose="020B0503030403020204" pitchFamily="34" charset="0"/>
                <a:ea typeface="Source Sans Pro" panose="020B0503030403020204" pitchFamily="34" charset="0"/>
              </a:rPr>
              <a:t>“act”: {</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task_id</a:t>
            </a:r>
            <a:r>
              <a:rPr lang="en-SG" sz="1400" noProof="0" dirty="0">
                <a:latin typeface="Source Sans Pro" panose="020B0503030403020204" pitchFamily="34" charset="0"/>
                <a:ea typeface="Source Sans Pro" panose="020B0503030403020204" pitchFamily="34" charset="0"/>
              </a:rPr>
              <a:t>”: “workflow-uuid-999”,</a:t>
            </a:r>
          </a:p>
          <a:p>
            <a:r>
              <a:rPr lang="en-SG" sz="1400" noProof="0" dirty="0">
                <a:latin typeface="Source Sans Pro" panose="020B0503030403020204" pitchFamily="34" charset="0"/>
                <a:ea typeface="Source Sans Pro" panose="020B0503030403020204" pitchFamily="34" charset="0"/>
              </a:rPr>
              <a:t>	“tool”: “</a:t>
            </a:r>
            <a:r>
              <a:rPr lang="en-SG" sz="1400" noProof="0" dirty="0" err="1">
                <a:latin typeface="Source Sans Pro" panose="020B0503030403020204" pitchFamily="34" charset="0"/>
                <a:ea typeface="Source Sans Pro" panose="020B0503030403020204" pitchFamily="34" charset="0"/>
              </a:rPr>
              <a:t>waive_penalty</a:t>
            </a:r>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	“hash”: “SHA-256-of-tool-params”</a:t>
            </a:r>
          </a:p>
          <a:p>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“sig”: “Digital-Signature-of-the-above”</a:t>
            </a:r>
          </a:p>
          <a:p>
            <a:r>
              <a:rPr lang="en-SG" sz="1400" noProof="0" dirty="0">
                <a:latin typeface="Source Sans Pro" panose="020B0503030403020204" pitchFamily="34" charset="0"/>
                <a:ea typeface="Source Sans Pro" panose="020B0503030403020204" pitchFamily="34" charset="0"/>
              </a:rPr>
              <a:t>}</a:t>
            </a:r>
          </a:p>
        </p:txBody>
      </p:sp>
      <p:sp>
        <p:nvSpPr>
          <p:cNvPr id="43" name="Title 1">
            <a:extLst>
              <a:ext uri="{FF2B5EF4-FFF2-40B4-BE49-F238E27FC236}">
                <a16:creationId xmlns:a16="http://schemas.microsoft.com/office/drawing/2014/main" id="{B3C42912-7894-A98C-2178-257C058FA6E7}"/>
              </a:ext>
            </a:extLst>
          </p:cNvPr>
          <p:cNvSpPr txBox="1">
            <a:spLocks/>
          </p:cNvSpPr>
          <p:nvPr/>
        </p:nvSpPr>
        <p:spPr>
          <a:xfrm>
            <a:off x="5606988" y="5270289"/>
            <a:ext cx="3597974" cy="380777"/>
          </a:xfrm>
          <a:prstGeom prst="rect">
            <a:avLst/>
          </a:prstGeom>
          <a:ln w="19050">
            <a:solidFill>
              <a:srgbClr val="005AAB"/>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100" noProof="0" dirty="0"/>
              <a:t>Prevents “replay”, the same approval from an officer to be used to call multiple times for the same tool</a:t>
            </a:r>
          </a:p>
        </p:txBody>
      </p:sp>
      <p:cxnSp>
        <p:nvCxnSpPr>
          <p:cNvPr id="44" name="Straight Arrow Connector 43">
            <a:extLst>
              <a:ext uri="{FF2B5EF4-FFF2-40B4-BE49-F238E27FC236}">
                <a16:creationId xmlns:a16="http://schemas.microsoft.com/office/drawing/2014/main" id="{CB91F534-6CED-8926-90C6-ADAF690DB85B}"/>
              </a:ext>
            </a:extLst>
          </p:cNvPr>
          <p:cNvCxnSpPr>
            <a:cxnSpLocks/>
            <a:stCxn id="43" idx="1"/>
          </p:cNvCxnSpPr>
          <p:nvPr/>
        </p:nvCxnSpPr>
        <p:spPr>
          <a:xfrm flipH="1">
            <a:off x="4652010" y="5460678"/>
            <a:ext cx="954978" cy="94302"/>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3A16073E-5C0B-8551-C629-96504B63C3FB}"/>
              </a:ext>
            </a:extLst>
          </p:cNvPr>
          <p:cNvCxnSpPr>
            <a:cxnSpLocks/>
            <a:stCxn id="46" idx="1"/>
          </p:cNvCxnSpPr>
          <p:nvPr/>
        </p:nvCxnSpPr>
        <p:spPr>
          <a:xfrm flipH="1">
            <a:off x="4735630" y="6051282"/>
            <a:ext cx="868153" cy="0"/>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sp>
        <p:nvSpPr>
          <p:cNvPr id="46" name="Title 1">
            <a:extLst>
              <a:ext uri="{FF2B5EF4-FFF2-40B4-BE49-F238E27FC236}">
                <a16:creationId xmlns:a16="http://schemas.microsoft.com/office/drawing/2014/main" id="{F59B6BA0-B60C-392D-9B09-C267702F5ABC}"/>
              </a:ext>
            </a:extLst>
          </p:cNvPr>
          <p:cNvSpPr txBox="1">
            <a:spLocks/>
          </p:cNvSpPr>
          <p:nvPr/>
        </p:nvSpPr>
        <p:spPr>
          <a:xfrm>
            <a:off x="5603783" y="5829901"/>
            <a:ext cx="3750374" cy="442762"/>
          </a:xfrm>
          <a:prstGeom prst="rect">
            <a:avLst/>
          </a:prstGeom>
          <a:ln w="19050">
            <a:solidFill>
              <a:srgbClr val="005AAB"/>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100" noProof="0" dirty="0"/>
              <a:t>Prevents the same approval from an officer for a specific tool to be used for a different set of parameters</a:t>
            </a:r>
          </a:p>
        </p:txBody>
      </p:sp>
      <p:cxnSp>
        <p:nvCxnSpPr>
          <p:cNvPr id="47" name="Straight Arrow Connector 46">
            <a:extLst>
              <a:ext uri="{FF2B5EF4-FFF2-40B4-BE49-F238E27FC236}">
                <a16:creationId xmlns:a16="http://schemas.microsoft.com/office/drawing/2014/main" id="{86EA63AE-0C7E-22B0-8F7D-59A55ADCB03C}"/>
              </a:ext>
            </a:extLst>
          </p:cNvPr>
          <p:cNvCxnSpPr>
            <a:cxnSpLocks/>
            <a:stCxn id="48" idx="1"/>
          </p:cNvCxnSpPr>
          <p:nvPr/>
        </p:nvCxnSpPr>
        <p:spPr>
          <a:xfrm flipH="1">
            <a:off x="2823210" y="4938052"/>
            <a:ext cx="2614860" cy="225684"/>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sp>
        <p:nvSpPr>
          <p:cNvPr id="48" name="Title 1">
            <a:extLst>
              <a:ext uri="{FF2B5EF4-FFF2-40B4-BE49-F238E27FC236}">
                <a16:creationId xmlns:a16="http://schemas.microsoft.com/office/drawing/2014/main" id="{FFC11F49-BA91-3FD1-9898-6178A1F8CC66}"/>
              </a:ext>
            </a:extLst>
          </p:cNvPr>
          <p:cNvSpPr txBox="1">
            <a:spLocks/>
          </p:cNvSpPr>
          <p:nvPr/>
        </p:nvSpPr>
        <p:spPr>
          <a:xfrm>
            <a:off x="5438070" y="4747663"/>
            <a:ext cx="1980000" cy="380777"/>
          </a:xfrm>
          <a:prstGeom prst="rect">
            <a:avLst/>
          </a:prstGeom>
          <a:ln w="19050">
            <a:solidFill>
              <a:srgbClr val="005AAB"/>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100" noProof="0" dirty="0"/>
              <a:t>Short TTL e.g., 1 hour or less</a:t>
            </a:r>
          </a:p>
        </p:txBody>
      </p:sp>
      <p:sp>
        <p:nvSpPr>
          <p:cNvPr id="49" name="Footer Placeholder 3">
            <a:extLst>
              <a:ext uri="{FF2B5EF4-FFF2-40B4-BE49-F238E27FC236}">
                <a16:creationId xmlns:a16="http://schemas.microsoft.com/office/drawing/2014/main" id="{91C3DA81-F40E-EEEC-8F88-3E93E310B077}"/>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50" name="Title 1">
            <a:extLst>
              <a:ext uri="{FF2B5EF4-FFF2-40B4-BE49-F238E27FC236}">
                <a16:creationId xmlns:a16="http://schemas.microsoft.com/office/drawing/2014/main" id="{3FA1B519-149D-DF51-7370-A6B503BF4D82}"/>
              </a:ext>
            </a:extLst>
          </p:cNvPr>
          <p:cNvSpPr txBox="1">
            <a:spLocks/>
          </p:cNvSpPr>
          <p:nvPr/>
        </p:nvSpPr>
        <p:spPr>
          <a:xfrm>
            <a:off x="1140860" y="3573397"/>
            <a:ext cx="4955139" cy="4943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Sample Format, for Illustration Purposes only</a:t>
            </a:r>
          </a:p>
        </p:txBody>
      </p:sp>
      <p:sp>
        <p:nvSpPr>
          <p:cNvPr id="51" name="Title 1">
            <a:extLst>
              <a:ext uri="{FF2B5EF4-FFF2-40B4-BE49-F238E27FC236}">
                <a16:creationId xmlns:a16="http://schemas.microsoft.com/office/drawing/2014/main" id="{730F77E9-0513-EDED-E3BE-D2FC6A3B54E6}"/>
              </a:ext>
            </a:extLst>
          </p:cNvPr>
          <p:cNvSpPr txBox="1">
            <a:spLocks/>
          </p:cNvSpPr>
          <p:nvPr/>
        </p:nvSpPr>
        <p:spPr>
          <a:xfrm>
            <a:off x="4735630" y="4210429"/>
            <a:ext cx="2682440" cy="439985"/>
          </a:xfrm>
          <a:prstGeom prst="rect">
            <a:avLst/>
          </a:prstGeom>
          <a:ln w="19050">
            <a:solidFill>
              <a:srgbClr val="005AAB"/>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100" noProof="0" dirty="0"/>
              <a:t>Bind approval to the approving Officer</a:t>
            </a:r>
          </a:p>
        </p:txBody>
      </p:sp>
      <p:cxnSp>
        <p:nvCxnSpPr>
          <p:cNvPr id="52" name="Straight Arrow Connector 51">
            <a:extLst>
              <a:ext uri="{FF2B5EF4-FFF2-40B4-BE49-F238E27FC236}">
                <a16:creationId xmlns:a16="http://schemas.microsoft.com/office/drawing/2014/main" id="{2E1D0D1C-B685-E9F4-7B65-DA75A93C189D}"/>
              </a:ext>
            </a:extLst>
          </p:cNvPr>
          <p:cNvCxnSpPr>
            <a:cxnSpLocks/>
            <a:stCxn id="51" idx="1"/>
          </p:cNvCxnSpPr>
          <p:nvPr/>
        </p:nvCxnSpPr>
        <p:spPr>
          <a:xfrm flipH="1">
            <a:off x="3211830" y="4430422"/>
            <a:ext cx="1523800" cy="109996"/>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sp>
        <p:nvSpPr>
          <p:cNvPr id="53" name="Title 1">
            <a:extLst>
              <a:ext uri="{FF2B5EF4-FFF2-40B4-BE49-F238E27FC236}">
                <a16:creationId xmlns:a16="http://schemas.microsoft.com/office/drawing/2014/main" id="{FC781A98-2EE3-5686-A52A-0D1295016213}"/>
              </a:ext>
            </a:extLst>
          </p:cNvPr>
          <p:cNvSpPr txBox="1">
            <a:spLocks/>
          </p:cNvSpPr>
          <p:nvPr/>
        </p:nvSpPr>
        <p:spPr>
          <a:xfrm>
            <a:off x="3950500" y="1210386"/>
            <a:ext cx="4955139" cy="4943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Some threats that IRAS can think of so far:</a:t>
            </a:r>
          </a:p>
        </p:txBody>
      </p:sp>
    </p:spTree>
    <p:extLst>
      <p:ext uri="{BB962C8B-B14F-4D97-AF65-F5344CB8AC3E}">
        <p14:creationId xmlns:p14="http://schemas.microsoft.com/office/powerpoint/2010/main" val="1160425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A7A37-6D06-8144-2153-7AB9988841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4CC2D-4BE4-D160-0D43-7FA146CAC270}"/>
              </a:ext>
            </a:extLst>
          </p:cNvPr>
          <p:cNvSpPr>
            <a:spLocks noGrp="1"/>
          </p:cNvSpPr>
          <p:nvPr>
            <p:ph type="title"/>
          </p:nvPr>
        </p:nvSpPr>
        <p:spPr>
          <a:xfrm>
            <a:off x="838200" y="517769"/>
            <a:ext cx="10515600" cy="425507"/>
          </a:xfrm>
        </p:spPr>
        <p:txBody>
          <a:bodyPr>
            <a:normAutofit/>
          </a:bodyPr>
          <a:lstStyle/>
          <a:p>
            <a:r>
              <a:rPr lang="en-SG" sz="2000" noProof="0" dirty="0"/>
              <a:t>Persistent Storage Data Encryption</a:t>
            </a:r>
          </a:p>
        </p:txBody>
      </p:sp>
      <p:sp>
        <p:nvSpPr>
          <p:cNvPr id="4" name="Slide Number Placeholder 3">
            <a:extLst>
              <a:ext uri="{FF2B5EF4-FFF2-40B4-BE49-F238E27FC236}">
                <a16:creationId xmlns:a16="http://schemas.microsoft.com/office/drawing/2014/main" id="{CD92BE80-B35A-A709-A14E-38B57C500069}"/>
              </a:ext>
            </a:extLst>
          </p:cNvPr>
          <p:cNvSpPr>
            <a:spLocks noGrp="1"/>
          </p:cNvSpPr>
          <p:nvPr>
            <p:ph type="sldNum" sz="quarter" idx="12"/>
          </p:nvPr>
        </p:nvSpPr>
        <p:spPr/>
        <p:txBody>
          <a:bodyPr/>
          <a:lstStyle/>
          <a:p>
            <a:fld id="{5DF5AE18-F94A-B54C-9347-4CAFB5D76058}" type="slidenum">
              <a:rPr lang="en-SG" noProof="0" smtClean="0"/>
              <a:pPr/>
              <a:t>26</a:t>
            </a:fld>
            <a:endParaRPr lang="en-SG" noProof="0" dirty="0"/>
          </a:p>
        </p:txBody>
      </p:sp>
      <p:sp>
        <p:nvSpPr>
          <p:cNvPr id="7" name="Title 1">
            <a:extLst>
              <a:ext uri="{FF2B5EF4-FFF2-40B4-BE49-F238E27FC236}">
                <a16:creationId xmlns:a16="http://schemas.microsoft.com/office/drawing/2014/main" id="{A0B7DBBB-49D1-284D-7F6A-5F0EE896E19F}"/>
              </a:ext>
            </a:extLst>
          </p:cNvPr>
          <p:cNvSpPr txBox="1">
            <a:spLocks/>
          </p:cNvSpPr>
          <p:nvPr/>
        </p:nvSpPr>
        <p:spPr>
          <a:xfrm>
            <a:off x="838200" y="2037637"/>
            <a:ext cx="10750617" cy="303085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Data Encryption At Rest and In-Transit:</a:t>
            </a:r>
          </a:p>
          <a:p>
            <a:endParaRPr lang="en-SG" sz="1400" noProof="0" dirty="0"/>
          </a:p>
          <a:p>
            <a:r>
              <a:rPr lang="en-SG" sz="1400" noProof="0" dirty="0"/>
              <a:t>Transparent Data Encryption (TDE) -&gt; Enabled by default, keep it enabled</a:t>
            </a:r>
          </a:p>
          <a:p>
            <a:r>
              <a:rPr lang="en-SG" sz="1400" b="0" noProof="0" dirty="0">
                <a:solidFill>
                  <a:schemeClr val="tx1"/>
                </a:solidFill>
              </a:rPr>
              <a:t>Enabled by default for most Azure storage, protects the data “at rest”. Data is encrypted on disk, and decrypted when DBA or someone who has the necessary access makes an SQL query. Even if someone steals the disk they wouldn’t be able to see anything useful.</a:t>
            </a:r>
          </a:p>
          <a:p>
            <a:endParaRPr lang="en-SG" sz="1400" b="0" noProof="0" dirty="0"/>
          </a:p>
          <a:p>
            <a:r>
              <a:rPr lang="en-SG" sz="1400" noProof="0" dirty="0"/>
              <a:t>Transit Encryption (TLS) -&gt; Enabled by default, keep it enabled</a:t>
            </a:r>
          </a:p>
          <a:p>
            <a:r>
              <a:rPr lang="en-SG" sz="1400" b="0" noProof="0" dirty="0">
                <a:solidFill>
                  <a:schemeClr val="tx1"/>
                </a:solidFill>
              </a:rPr>
              <a:t>Also enabled by default for most Azure storage. It encrypts the connection between the client application and the database. This prevents "Man-in-the-Middle" attacks, ensuring that even if network traffic is intercepted, the data (including the PII and the connection credentials) remains unreadable while moving across the wire.</a:t>
            </a:r>
          </a:p>
          <a:p>
            <a:endParaRPr lang="en-SG" sz="1400" noProof="0" dirty="0"/>
          </a:p>
          <a:p>
            <a:r>
              <a:rPr lang="en-SG" sz="1400" noProof="0" dirty="0"/>
              <a:t>Always Encrypted -&gt; Implement or not? See subsequent slides.</a:t>
            </a:r>
          </a:p>
          <a:p>
            <a:r>
              <a:rPr lang="en-SG" sz="1400" b="0" noProof="0" dirty="0">
                <a:solidFill>
                  <a:schemeClr val="tx1"/>
                </a:solidFill>
              </a:rPr>
              <a:t>Protects data "in use" &amp; "in transit“. Data needs to be encrypted in the client driver before it ever reaches the database. It can be used to encrypt specific sensitive columns only. DBA or anyone with access to the database but without the decrypt key would not be able to see the decrypted values when making SQL queries, can be configured such that only the entity that encrypted it can.</a:t>
            </a:r>
          </a:p>
        </p:txBody>
      </p:sp>
      <p:sp>
        <p:nvSpPr>
          <p:cNvPr id="8" name="Title 1">
            <a:extLst>
              <a:ext uri="{FF2B5EF4-FFF2-40B4-BE49-F238E27FC236}">
                <a16:creationId xmlns:a16="http://schemas.microsoft.com/office/drawing/2014/main" id="{4B7043B7-3994-A64B-FAA6-A672B6258076}"/>
              </a:ext>
            </a:extLst>
          </p:cNvPr>
          <p:cNvSpPr txBox="1">
            <a:spLocks/>
          </p:cNvSpPr>
          <p:nvPr/>
        </p:nvSpPr>
        <p:spPr>
          <a:xfrm>
            <a:off x="838200" y="832973"/>
            <a:ext cx="10750617" cy="130534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In the next few slides, we will talk about two main components in AO that will require persistent storage:</a:t>
            </a:r>
          </a:p>
          <a:p>
            <a:pPr marL="342900" indent="-342900">
              <a:buFont typeface="+mj-lt"/>
              <a:buAutoNum type="arabicPeriod"/>
            </a:pPr>
            <a:r>
              <a:rPr lang="en-SG" sz="1400" noProof="0" dirty="0"/>
              <a:t>Tracing Store</a:t>
            </a:r>
          </a:p>
          <a:p>
            <a:pPr marL="342900" indent="-342900">
              <a:buFont typeface="+mj-lt"/>
              <a:buAutoNum type="arabicPeriod"/>
            </a:pPr>
            <a:r>
              <a:rPr lang="en-SG" sz="1400" noProof="0" dirty="0"/>
              <a:t>Agent framework’s State/Checkpoints Store</a:t>
            </a:r>
          </a:p>
          <a:p>
            <a:endParaRPr lang="en-SG" sz="1400" noProof="0" dirty="0"/>
          </a:p>
          <a:p>
            <a:r>
              <a:rPr lang="en-SG" sz="1400" noProof="0" dirty="0"/>
              <a:t>Before we discuss in-depth, below are some encryption terminologies to establish:</a:t>
            </a:r>
          </a:p>
        </p:txBody>
      </p:sp>
      <p:pic>
        <p:nvPicPr>
          <p:cNvPr id="3074" name="Picture 2">
            <a:extLst>
              <a:ext uri="{FF2B5EF4-FFF2-40B4-BE49-F238E27FC236}">
                <a16:creationId xmlns:a16="http://schemas.microsoft.com/office/drawing/2014/main" id="{ED8E850E-2D2A-8C71-2192-EF9037560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126" y="2502568"/>
            <a:ext cx="409074" cy="40907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F91AF97-3E17-A4DA-73A7-FCABE9C8C6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126" y="3272588"/>
            <a:ext cx="409074" cy="40907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Question mark - Free ui icons">
            <a:extLst>
              <a:ext uri="{FF2B5EF4-FFF2-40B4-BE49-F238E27FC236}">
                <a16:creationId xmlns:a16="http://schemas.microsoft.com/office/drawing/2014/main" id="{26B28A7D-7A91-7463-D0B2-CF7A5EEA08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573" y="4205036"/>
            <a:ext cx="396000" cy="396000"/>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3">
            <a:extLst>
              <a:ext uri="{FF2B5EF4-FFF2-40B4-BE49-F238E27FC236}">
                <a16:creationId xmlns:a16="http://schemas.microsoft.com/office/drawing/2014/main" id="{8E75367A-F26E-AC79-2006-A76DF32203E2}"/>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10" name="TextBox 9">
            <a:extLst>
              <a:ext uri="{FF2B5EF4-FFF2-40B4-BE49-F238E27FC236}">
                <a16:creationId xmlns:a16="http://schemas.microsoft.com/office/drawing/2014/main" id="{B2644A87-C09B-405B-B5FC-D41AC8FD913E}"/>
              </a:ext>
            </a:extLst>
          </p:cNvPr>
          <p:cNvSpPr txBox="1"/>
          <p:nvPr/>
        </p:nvSpPr>
        <p:spPr>
          <a:xfrm>
            <a:off x="9550725" y="158611"/>
            <a:ext cx="1707830"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rPr>
              <a:t>For Information</a:t>
            </a:r>
          </a:p>
        </p:txBody>
      </p:sp>
      <p:pic>
        <p:nvPicPr>
          <p:cNvPr id="11" name="Picture 10" descr="Confirm Generic Blue icon | Freepik">
            <a:extLst>
              <a:ext uri="{FF2B5EF4-FFF2-40B4-BE49-F238E27FC236}">
                <a16:creationId xmlns:a16="http://schemas.microsoft.com/office/drawing/2014/main" id="{42AD1DA2-7618-6FC7-27FA-0B1E362696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5218" y="106628"/>
            <a:ext cx="411141" cy="411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5985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FF5EC-E05B-EF1E-EEC3-B2F5B0DB0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56AA5-D32D-0F07-9922-C102C30DA848}"/>
              </a:ext>
            </a:extLst>
          </p:cNvPr>
          <p:cNvSpPr>
            <a:spLocks noGrp="1"/>
          </p:cNvSpPr>
          <p:nvPr>
            <p:ph type="title"/>
          </p:nvPr>
        </p:nvSpPr>
        <p:spPr>
          <a:xfrm>
            <a:off x="838200" y="170155"/>
            <a:ext cx="10515600" cy="425507"/>
          </a:xfrm>
        </p:spPr>
        <p:txBody>
          <a:bodyPr>
            <a:normAutofit/>
          </a:bodyPr>
          <a:lstStyle/>
          <a:p>
            <a:r>
              <a:rPr lang="en-SG" sz="2000" noProof="0" dirty="0"/>
              <a:t>Trace Store and Observability</a:t>
            </a:r>
          </a:p>
        </p:txBody>
      </p:sp>
      <p:sp>
        <p:nvSpPr>
          <p:cNvPr id="4" name="Slide Number Placeholder 3">
            <a:extLst>
              <a:ext uri="{FF2B5EF4-FFF2-40B4-BE49-F238E27FC236}">
                <a16:creationId xmlns:a16="http://schemas.microsoft.com/office/drawing/2014/main" id="{763168B6-049E-DA67-DBCC-F0684130DEE5}"/>
              </a:ext>
            </a:extLst>
          </p:cNvPr>
          <p:cNvSpPr>
            <a:spLocks noGrp="1"/>
          </p:cNvSpPr>
          <p:nvPr>
            <p:ph type="sldNum" sz="quarter" idx="12"/>
          </p:nvPr>
        </p:nvSpPr>
        <p:spPr/>
        <p:txBody>
          <a:bodyPr/>
          <a:lstStyle/>
          <a:p>
            <a:fld id="{5DF5AE18-F94A-B54C-9347-4CAFB5D76058}" type="slidenum">
              <a:rPr lang="en-SG" noProof="0" smtClean="0"/>
              <a:pPr/>
              <a:t>27</a:t>
            </a:fld>
            <a:endParaRPr lang="en-SG" noProof="0" dirty="0"/>
          </a:p>
        </p:txBody>
      </p:sp>
      <p:sp>
        <p:nvSpPr>
          <p:cNvPr id="3" name="Title 1">
            <a:extLst>
              <a:ext uri="{FF2B5EF4-FFF2-40B4-BE49-F238E27FC236}">
                <a16:creationId xmlns:a16="http://schemas.microsoft.com/office/drawing/2014/main" id="{4B345ACE-162E-5ADD-8149-B16D323CF853}"/>
              </a:ext>
            </a:extLst>
          </p:cNvPr>
          <p:cNvSpPr txBox="1">
            <a:spLocks/>
          </p:cNvSpPr>
          <p:nvPr/>
        </p:nvSpPr>
        <p:spPr>
          <a:xfrm>
            <a:off x="838198" y="2468880"/>
            <a:ext cx="10866121" cy="123960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IRAS requirement</a:t>
            </a:r>
          </a:p>
          <a:p>
            <a:pPr marL="283464" indent="-283464"/>
            <a:r>
              <a:rPr lang="en-SG" sz="1600" b="0" noProof="0" dirty="0">
                <a:solidFill>
                  <a:srgbClr val="000000"/>
                </a:solidFill>
              </a:rPr>
              <a:t>Developers must be able to query traces for debugging and investigation, while ensuring privacy of sensitive data.</a:t>
            </a:r>
          </a:p>
        </p:txBody>
      </p:sp>
      <p:sp>
        <p:nvSpPr>
          <p:cNvPr id="7" name="Title 1">
            <a:extLst>
              <a:ext uri="{FF2B5EF4-FFF2-40B4-BE49-F238E27FC236}">
                <a16:creationId xmlns:a16="http://schemas.microsoft.com/office/drawing/2014/main" id="{E6928733-599C-F25B-C4A2-66E1C7CF98F3}"/>
              </a:ext>
            </a:extLst>
          </p:cNvPr>
          <p:cNvSpPr txBox="1">
            <a:spLocks/>
          </p:cNvSpPr>
          <p:nvPr/>
        </p:nvSpPr>
        <p:spPr>
          <a:xfrm>
            <a:off x="838198" y="599077"/>
            <a:ext cx="10135473" cy="19612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Definition (for alignment)</a:t>
            </a:r>
          </a:p>
          <a:p>
            <a:r>
              <a:rPr lang="en-SG" sz="1600" noProof="0" dirty="0"/>
              <a:t>Trace refers to: </a:t>
            </a:r>
          </a:p>
          <a:p>
            <a:pPr marL="285750" indent="-285750">
              <a:buFont typeface="Arial" panose="020B0604020202020204" pitchFamily="34" charset="0"/>
              <a:buChar char="•"/>
            </a:pPr>
            <a:r>
              <a:rPr lang="en-SG" sz="1600" noProof="0" dirty="0"/>
              <a:t>Agent input/output prompts</a:t>
            </a:r>
          </a:p>
          <a:p>
            <a:pPr marL="285750" indent="-285750">
              <a:buFont typeface="Arial" panose="020B0604020202020204" pitchFamily="34" charset="0"/>
              <a:buChar char="•"/>
            </a:pPr>
            <a:r>
              <a:rPr lang="en-SG" sz="1600" noProof="0" dirty="0"/>
              <a:t>Tool calls</a:t>
            </a:r>
          </a:p>
          <a:p>
            <a:pPr marL="285750" indent="-285750">
              <a:buFont typeface="Arial" panose="020B0604020202020204" pitchFamily="34" charset="0"/>
              <a:buChar char="•"/>
            </a:pPr>
            <a:r>
              <a:rPr lang="en-SG" sz="1600" noProof="0" dirty="0"/>
              <a:t>Execution spans / steps</a:t>
            </a:r>
          </a:p>
          <a:p>
            <a:pPr marL="285750" indent="-285750">
              <a:buFont typeface="Arial" panose="020B0604020202020204" pitchFamily="34" charset="0"/>
              <a:buChar char="•"/>
            </a:pPr>
            <a:r>
              <a:rPr lang="en-SG" sz="1600" noProof="0" dirty="0"/>
              <a:t>Reasoning / intermediate outputs (if captured)</a:t>
            </a:r>
          </a:p>
          <a:p>
            <a:pPr marL="285750" indent="-285750">
              <a:buFont typeface="Arial" panose="020B0604020202020204" pitchFamily="34" charset="0"/>
              <a:buChar char="•"/>
            </a:pPr>
            <a:r>
              <a:rPr lang="en-SG" sz="1600" noProof="0" dirty="0"/>
              <a:t>Any additional telemetry required for debugging and auditability</a:t>
            </a:r>
          </a:p>
        </p:txBody>
      </p:sp>
      <p:sp>
        <p:nvSpPr>
          <p:cNvPr id="8" name="Footer Placeholder 3">
            <a:extLst>
              <a:ext uri="{FF2B5EF4-FFF2-40B4-BE49-F238E27FC236}">
                <a16:creationId xmlns:a16="http://schemas.microsoft.com/office/drawing/2014/main" id="{6603E756-A244-572C-1E6C-14CE0A8BB1E0}"/>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5" name="TextBox 4">
            <a:extLst>
              <a:ext uri="{FF2B5EF4-FFF2-40B4-BE49-F238E27FC236}">
                <a16:creationId xmlns:a16="http://schemas.microsoft.com/office/drawing/2014/main" id="{13B021E7-7018-4ED2-CC5D-F6971E0D4E93}"/>
              </a:ext>
            </a:extLst>
          </p:cNvPr>
          <p:cNvSpPr txBox="1"/>
          <p:nvPr/>
        </p:nvSpPr>
        <p:spPr>
          <a:xfrm>
            <a:off x="1282301" y="3685626"/>
            <a:ext cx="1833974"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accent2"/>
                </a:solidFill>
                <a:effectLst/>
              </a:rPr>
              <a:t>For Inputs (If any)</a:t>
            </a:r>
          </a:p>
        </p:txBody>
      </p:sp>
      <p:pic>
        <p:nvPicPr>
          <p:cNvPr id="6" name="Picture 16" descr="Question mark - Free ui icons">
            <a:extLst>
              <a:ext uri="{FF2B5EF4-FFF2-40B4-BE49-F238E27FC236}">
                <a16:creationId xmlns:a16="http://schemas.microsoft.com/office/drawing/2014/main" id="{A3B1E3B9-0F81-FB8D-776A-957C8DBFAB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8" y="3648900"/>
            <a:ext cx="436707" cy="43670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B843ED6-6783-021C-A787-053FA8FCA77C}"/>
              </a:ext>
            </a:extLst>
          </p:cNvPr>
          <p:cNvSpPr txBox="1"/>
          <p:nvPr/>
        </p:nvSpPr>
        <p:spPr>
          <a:xfrm>
            <a:off x="838198" y="4098868"/>
            <a:ext cx="11037572" cy="954107"/>
          </a:xfrm>
          <a:prstGeom prst="rect">
            <a:avLst/>
          </a:prstGeom>
          <a:noFill/>
        </p:spPr>
        <p:txBody>
          <a:bodyPr wrap="square">
            <a:spAutoFit/>
          </a:bodyPr>
          <a:lstStyle/>
          <a:p>
            <a:pPr marL="342900" indent="-342900">
              <a:buFont typeface="+mj-lt"/>
              <a:buAutoNum type="alphaUcPeriod"/>
            </a:pPr>
            <a:r>
              <a:rPr lang="en-SG" sz="1400" b="1" noProof="0" dirty="0">
                <a:solidFill>
                  <a:schemeClr val="accent2"/>
                </a:solidFill>
                <a:latin typeface="Source Sans Pro" panose="020B0503030403020204" pitchFamily="34" charset="0"/>
                <a:ea typeface="Source Sans Pro" panose="020B0503030403020204" pitchFamily="34" charset="0"/>
              </a:rPr>
              <a:t>Traces containing PII will be routed to the PII LAW, while masked traces will be routed to the Non-PII LAW for developer access.</a:t>
            </a:r>
          </a:p>
          <a:p>
            <a:pPr marL="342900" indent="-342900">
              <a:buFont typeface="+mj-lt"/>
              <a:buAutoNum type="alphaUcPeriod"/>
            </a:pPr>
            <a:r>
              <a:rPr lang="en-SG" sz="1400" b="1" noProof="0" dirty="0">
                <a:solidFill>
                  <a:schemeClr val="accent2"/>
                </a:solidFill>
                <a:latin typeface="Source Sans Pro" panose="020B0503030403020204" pitchFamily="34" charset="0"/>
                <a:ea typeface="Source Sans Pro" panose="020B0503030403020204" pitchFamily="34" charset="0"/>
              </a:rPr>
              <a:t>Traces will be masked or tokenised before being written to the Non-PII LAW. Any idea on how to perform this masking/tokenizing? We can discuss further in App &amp; Data Session.</a:t>
            </a:r>
          </a:p>
          <a:p>
            <a:pPr marL="342900" indent="-342900">
              <a:buFont typeface="+mj-lt"/>
              <a:buAutoNum type="alphaUcPeriod"/>
            </a:pPr>
            <a:r>
              <a:rPr lang="en-SG" sz="1400" b="1" noProof="0" dirty="0">
                <a:solidFill>
                  <a:schemeClr val="accent2"/>
                </a:solidFill>
                <a:latin typeface="Source Sans Pro" panose="020B0503030403020204" pitchFamily="34" charset="0"/>
                <a:ea typeface="Source Sans Pro" panose="020B0503030403020204" pitchFamily="34" charset="0"/>
              </a:rPr>
              <a:t>The trace platform (e.g., </a:t>
            </a:r>
            <a:r>
              <a:rPr lang="en-SG" sz="1400" b="1" noProof="0" dirty="0" err="1">
                <a:solidFill>
                  <a:schemeClr val="accent2"/>
                </a:solidFill>
                <a:latin typeface="Source Sans Pro" panose="020B0503030403020204" pitchFamily="34" charset="0"/>
                <a:ea typeface="Source Sans Pro" panose="020B0503030403020204" pitchFamily="34" charset="0"/>
              </a:rPr>
              <a:t>Langfuse</a:t>
            </a:r>
            <a:r>
              <a:rPr lang="en-SG" sz="1400" b="1" noProof="0" dirty="0">
                <a:solidFill>
                  <a:schemeClr val="accent2"/>
                </a:solidFill>
                <a:latin typeface="Source Sans Pro" panose="020B0503030403020204" pitchFamily="34" charset="0"/>
                <a:ea typeface="Source Sans Pro" panose="020B0503030403020204" pitchFamily="34" charset="0"/>
              </a:rPr>
              <a:t> or </a:t>
            </a:r>
            <a:r>
              <a:rPr lang="en-SG" sz="1400" b="1" noProof="0" dirty="0" err="1">
                <a:solidFill>
                  <a:schemeClr val="accent2"/>
                </a:solidFill>
                <a:latin typeface="Source Sans Pro" panose="020B0503030403020204" pitchFamily="34" charset="0"/>
                <a:ea typeface="Source Sans Pro" panose="020B0503030403020204" pitchFamily="34" charset="0"/>
              </a:rPr>
              <a:t>LangSmith</a:t>
            </a:r>
            <a:r>
              <a:rPr lang="en-SG" sz="1400" b="1" noProof="0" dirty="0">
                <a:solidFill>
                  <a:schemeClr val="accent2"/>
                </a:solidFill>
                <a:latin typeface="Source Sans Pro" panose="020B0503030403020204" pitchFamily="34" charset="0"/>
                <a:ea typeface="Source Sans Pro" panose="020B0503030403020204" pitchFamily="34" charset="0"/>
              </a:rPr>
              <a:t>) will read from or point to the Non-PII LAW.</a:t>
            </a:r>
          </a:p>
        </p:txBody>
      </p:sp>
    </p:spTree>
    <p:extLst>
      <p:ext uri="{BB962C8B-B14F-4D97-AF65-F5344CB8AC3E}">
        <p14:creationId xmlns:p14="http://schemas.microsoft.com/office/powerpoint/2010/main" val="13828280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95EF4-0508-8B61-04F0-86964FFC4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AAC72-12AC-972C-B91A-6DD8B0B57A46}"/>
              </a:ext>
            </a:extLst>
          </p:cNvPr>
          <p:cNvSpPr>
            <a:spLocks noGrp="1"/>
          </p:cNvSpPr>
          <p:nvPr>
            <p:ph type="title"/>
          </p:nvPr>
        </p:nvSpPr>
        <p:spPr>
          <a:xfrm>
            <a:off x="838200" y="517769"/>
            <a:ext cx="10515600" cy="425507"/>
          </a:xfrm>
        </p:spPr>
        <p:txBody>
          <a:bodyPr>
            <a:normAutofit/>
          </a:bodyPr>
          <a:lstStyle/>
          <a:p>
            <a:r>
              <a:rPr lang="en-SG" sz="2000" noProof="0" dirty="0"/>
              <a:t>State Store (Agent Workflow State / Checkpoints)</a:t>
            </a:r>
          </a:p>
        </p:txBody>
      </p:sp>
      <p:sp>
        <p:nvSpPr>
          <p:cNvPr id="4" name="Slide Number Placeholder 3">
            <a:extLst>
              <a:ext uri="{FF2B5EF4-FFF2-40B4-BE49-F238E27FC236}">
                <a16:creationId xmlns:a16="http://schemas.microsoft.com/office/drawing/2014/main" id="{1764791D-08C5-32AD-FDD2-7480E22FB504}"/>
              </a:ext>
            </a:extLst>
          </p:cNvPr>
          <p:cNvSpPr>
            <a:spLocks noGrp="1"/>
          </p:cNvSpPr>
          <p:nvPr>
            <p:ph type="sldNum" sz="quarter" idx="12"/>
          </p:nvPr>
        </p:nvSpPr>
        <p:spPr/>
        <p:txBody>
          <a:bodyPr/>
          <a:lstStyle/>
          <a:p>
            <a:fld id="{5DF5AE18-F94A-B54C-9347-4CAFB5D76058}" type="slidenum">
              <a:rPr lang="en-SG" noProof="0" smtClean="0"/>
              <a:pPr/>
              <a:t>28</a:t>
            </a:fld>
            <a:endParaRPr lang="en-SG" noProof="0" dirty="0"/>
          </a:p>
        </p:txBody>
      </p:sp>
      <p:sp>
        <p:nvSpPr>
          <p:cNvPr id="11" name="Title 1">
            <a:extLst>
              <a:ext uri="{FF2B5EF4-FFF2-40B4-BE49-F238E27FC236}">
                <a16:creationId xmlns:a16="http://schemas.microsoft.com/office/drawing/2014/main" id="{AEB06205-BFD2-1750-55BC-B0BCAD5B387C}"/>
              </a:ext>
            </a:extLst>
          </p:cNvPr>
          <p:cNvSpPr txBox="1">
            <a:spLocks/>
          </p:cNvSpPr>
          <p:nvPr/>
        </p:nvSpPr>
        <p:spPr>
          <a:xfrm>
            <a:off x="720090" y="3738611"/>
            <a:ext cx="11352045" cy="269032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pPr marL="347472" indent="-347472"/>
            <a:r>
              <a:rPr lang="en-SG" sz="1600" b="0" noProof="0" dirty="0">
                <a:solidFill>
                  <a:srgbClr val="FF0000"/>
                </a:solidFill>
              </a:rPr>
              <a:t>1. Should the state at rest be “Always Encrypted”? If not, what is the rationale?</a:t>
            </a:r>
          </a:p>
          <a:p>
            <a:pPr marL="347472" indent="-347472"/>
            <a:r>
              <a:rPr lang="en-SG" sz="1600" b="0" noProof="0" dirty="0">
                <a:solidFill>
                  <a:srgbClr val="FF0000"/>
                </a:solidFill>
              </a:rPr>
              <a:t>2. If answer to Qn 1 is Yes, Always Encrypt for state at rest is required and the framework state is stored as a single JSON/blob structure, full or partial encryption of the Blob? How?</a:t>
            </a:r>
          </a:p>
          <a:p>
            <a:pPr marL="347472" indent="-347472"/>
            <a:endParaRPr lang="en-SG" sz="1600" b="0" noProof="0" dirty="0">
              <a:solidFill>
                <a:srgbClr val="FF0000"/>
              </a:solidFill>
            </a:endParaRPr>
          </a:p>
          <a:p>
            <a:pPr marL="347472" indent="-347472"/>
            <a:r>
              <a:rPr lang="en-SG" sz="1600" b="0" noProof="0" dirty="0">
                <a:solidFill>
                  <a:srgbClr val="FF0000"/>
                </a:solidFill>
              </a:rPr>
              <a:t>	If full encryption of the blob, how to address this issue? </a:t>
            </a:r>
          </a:p>
          <a:p>
            <a:pPr marL="347472" indent="-347472"/>
            <a:r>
              <a:rPr lang="en-SG" sz="1600" b="0" noProof="0" dirty="0">
                <a:solidFill>
                  <a:srgbClr val="FF0000"/>
                </a:solidFill>
              </a:rPr>
              <a:t>	2.1. How would the developer access the state if it is entirely encrypted?</a:t>
            </a:r>
          </a:p>
          <a:p>
            <a:pPr marL="347472" indent="-347472"/>
            <a:r>
              <a:rPr lang="en-SG" sz="1600" b="0" noProof="0" dirty="0">
                <a:solidFill>
                  <a:srgbClr val="FF0000"/>
                </a:solidFill>
              </a:rPr>
              <a:t>	2.2. How to address the issue of not being able to search and filter in queries to the state blob?</a:t>
            </a:r>
          </a:p>
          <a:p>
            <a:endParaRPr lang="en-SG" sz="1600" b="0" noProof="0" dirty="0">
              <a:solidFill>
                <a:srgbClr val="FF0000"/>
              </a:solidFill>
            </a:endParaRPr>
          </a:p>
          <a:p>
            <a:endParaRPr lang="en-SG" sz="1600" b="0" noProof="0" dirty="0">
              <a:solidFill>
                <a:srgbClr val="FF0000"/>
              </a:solidFill>
            </a:endParaRPr>
          </a:p>
          <a:p>
            <a:r>
              <a:rPr lang="en-SG" sz="1600" b="0" noProof="0" dirty="0">
                <a:solidFill>
                  <a:srgbClr val="FF0000"/>
                </a:solidFill>
              </a:rPr>
              <a:t>3. If, the answer to Qn 2 is Partial Encryption, and the proposed solution to identify and mask or tokenize PII before encrypting and storing the state, how should it be implemented? E.g., Who will be doing the encryption before sending to database, who will have access to the encryption/decryption key, how it will be stored, etc…</a:t>
            </a:r>
          </a:p>
        </p:txBody>
      </p:sp>
      <p:sp>
        <p:nvSpPr>
          <p:cNvPr id="3" name="Footer Placeholder 3">
            <a:extLst>
              <a:ext uri="{FF2B5EF4-FFF2-40B4-BE49-F238E27FC236}">
                <a16:creationId xmlns:a16="http://schemas.microsoft.com/office/drawing/2014/main" id="{B6BB1985-6ADB-9A5B-9859-E5F7774DC7EF}"/>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5" name="Title 1">
            <a:extLst>
              <a:ext uri="{FF2B5EF4-FFF2-40B4-BE49-F238E27FC236}">
                <a16:creationId xmlns:a16="http://schemas.microsoft.com/office/drawing/2014/main" id="{5BAC99EA-3139-B5E0-CEBC-7F34FCE1F65B}"/>
              </a:ext>
            </a:extLst>
          </p:cNvPr>
          <p:cNvSpPr txBox="1">
            <a:spLocks/>
          </p:cNvSpPr>
          <p:nvPr/>
        </p:nvSpPr>
        <p:spPr>
          <a:xfrm>
            <a:off x="838200" y="1097509"/>
            <a:ext cx="10135473" cy="196977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Definition (for alignment)</a:t>
            </a:r>
          </a:p>
          <a:p>
            <a:endParaRPr lang="en-SG" sz="1600" noProof="0" dirty="0"/>
          </a:p>
          <a:p>
            <a:r>
              <a:rPr lang="en-SG" sz="1600" noProof="0" dirty="0"/>
              <a:t>Agent framework state (e.g. </a:t>
            </a:r>
            <a:r>
              <a:rPr lang="en-SG" sz="1600" noProof="0" dirty="0" err="1"/>
              <a:t>LangGraph</a:t>
            </a:r>
            <a:r>
              <a:rPr lang="en-SG" sz="1600" noProof="0" dirty="0"/>
              <a:t> checkpoints), includes:</a:t>
            </a:r>
          </a:p>
          <a:p>
            <a:pPr marL="285750" indent="-285750">
              <a:buFont typeface="Arial" panose="020B0604020202020204" pitchFamily="34" charset="0"/>
              <a:buChar char="•"/>
            </a:pPr>
            <a:r>
              <a:rPr lang="en-SG" sz="1600" b="0" noProof="0" dirty="0"/>
              <a:t>Messages/Conversation History</a:t>
            </a:r>
          </a:p>
          <a:p>
            <a:pPr marL="285750" indent="-285750">
              <a:buFont typeface="Arial" panose="020B0604020202020204" pitchFamily="34" charset="0"/>
              <a:buChar char="•"/>
            </a:pPr>
            <a:r>
              <a:rPr lang="en-SG" sz="1600" b="0" noProof="0" dirty="0"/>
              <a:t>Intermediate Steps/Node Execution</a:t>
            </a:r>
          </a:p>
          <a:p>
            <a:pPr marL="285750" indent="-285750">
              <a:buFont typeface="Arial" panose="020B0604020202020204" pitchFamily="34" charset="0"/>
              <a:buChar char="•"/>
            </a:pPr>
            <a:r>
              <a:rPr lang="en-SG" sz="1600" b="0" noProof="0" dirty="0"/>
              <a:t>Workflow Progress/Context</a:t>
            </a:r>
          </a:p>
          <a:p>
            <a:pPr marL="285750" indent="-285750">
              <a:buFont typeface="Arial" panose="020B0604020202020204" pitchFamily="34" charset="0"/>
              <a:buChar char="•"/>
            </a:pPr>
            <a:endParaRPr lang="en-SG" sz="1600" b="0" noProof="0" dirty="0"/>
          </a:p>
          <a:p>
            <a:r>
              <a:rPr lang="en-SG" sz="1600" noProof="0" dirty="0"/>
              <a:t>Typically stored as JSON/blob structure (framework-dependent)</a:t>
            </a:r>
          </a:p>
        </p:txBody>
      </p:sp>
      <p:pic>
        <p:nvPicPr>
          <p:cNvPr id="9" name="Picture 14" descr="Icon Of A Rounded Red Exclamation Sign In, Excitement, Caution, Beware PNG  Transparent Image and Clipart for Free Download">
            <a:extLst>
              <a:ext uri="{FF2B5EF4-FFF2-40B4-BE49-F238E27FC236}">
                <a16:creationId xmlns:a16="http://schemas.microsoft.com/office/drawing/2014/main" id="{C62209AD-964F-3ADA-B31F-7BE263B1B7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362" y="3359825"/>
            <a:ext cx="411626" cy="42550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57234017-F2BA-72F0-8095-FFA5003F938C}"/>
              </a:ext>
            </a:extLst>
          </p:cNvPr>
          <p:cNvSpPr txBox="1"/>
          <p:nvPr/>
        </p:nvSpPr>
        <p:spPr>
          <a:xfrm>
            <a:off x="1265051" y="3403301"/>
            <a:ext cx="1764000"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FF0000"/>
                </a:solidFill>
                <a:effectLst/>
                <a:latin typeface="Source Sans Pro" panose="020B0503030403020204" pitchFamily="34" charset="0"/>
                <a:ea typeface="Source Sans Pro" panose="020B0503030403020204" pitchFamily="34" charset="0"/>
              </a:rPr>
              <a:t>For Confirmation</a:t>
            </a:r>
            <a:endParaRPr lang="en-SG" sz="1600" b="1" noProof="0" dirty="0">
              <a:solidFill>
                <a:srgbClr val="FF0000"/>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810503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32DB6-0ABC-ACAE-263E-980584F1EAAF}"/>
            </a:ext>
          </a:extLst>
        </p:cNvPr>
        <p:cNvGrpSpPr/>
        <p:nvPr/>
      </p:nvGrpSpPr>
      <p:grpSpPr>
        <a:xfrm>
          <a:off x="0" y="0"/>
          <a:ext cx="0" cy="0"/>
          <a:chOff x="0" y="0"/>
          <a:chExt cx="0" cy="0"/>
        </a:xfrm>
      </p:grpSpPr>
      <p:sp>
        <p:nvSpPr>
          <p:cNvPr id="87" name="Rectangle 86">
            <a:extLst>
              <a:ext uri="{FF2B5EF4-FFF2-40B4-BE49-F238E27FC236}">
                <a16:creationId xmlns:a16="http://schemas.microsoft.com/office/drawing/2014/main" id="{36CFF97A-669A-BE70-4FB7-BA0A87782E15}"/>
              </a:ext>
            </a:extLst>
          </p:cNvPr>
          <p:cNvSpPr/>
          <p:nvPr/>
        </p:nvSpPr>
        <p:spPr>
          <a:xfrm>
            <a:off x="1003250" y="1388719"/>
            <a:ext cx="3741757" cy="950742"/>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SG" noProof="0" dirty="0"/>
          </a:p>
        </p:txBody>
      </p:sp>
      <p:sp>
        <p:nvSpPr>
          <p:cNvPr id="2" name="Title 1">
            <a:extLst>
              <a:ext uri="{FF2B5EF4-FFF2-40B4-BE49-F238E27FC236}">
                <a16:creationId xmlns:a16="http://schemas.microsoft.com/office/drawing/2014/main" id="{5B343AFA-6725-6542-7606-F9185BF2E86A}"/>
              </a:ext>
            </a:extLst>
          </p:cNvPr>
          <p:cNvSpPr>
            <a:spLocks noGrp="1"/>
          </p:cNvSpPr>
          <p:nvPr>
            <p:ph type="title"/>
          </p:nvPr>
        </p:nvSpPr>
        <p:spPr>
          <a:xfrm>
            <a:off x="838200" y="517769"/>
            <a:ext cx="10515600" cy="425507"/>
          </a:xfrm>
        </p:spPr>
        <p:txBody>
          <a:bodyPr>
            <a:normAutofit/>
          </a:bodyPr>
          <a:lstStyle/>
          <a:p>
            <a:r>
              <a:rPr lang="en-SG" sz="2000" noProof="0" dirty="0"/>
              <a:t>AO Gateway (Policy and Guardrails) – Agent Calls Other API</a:t>
            </a:r>
          </a:p>
        </p:txBody>
      </p:sp>
      <p:sp>
        <p:nvSpPr>
          <p:cNvPr id="4" name="Slide Number Placeholder 3">
            <a:extLst>
              <a:ext uri="{FF2B5EF4-FFF2-40B4-BE49-F238E27FC236}">
                <a16:creationId xmlns:a16="http://schemas.microsoft.com/office/drawing/2014/main" id="{5DF52C61-7EBB-0246-73DF-28FD96D34EF0}"/>
              </a:ext>
            </a:extLst>
          </p:cNvPr>
          <p:cNvSpPr>
            <a:spLocks noGrp="1"/>
          </p:cNvSpPr>
          <p:nvPr>
            <p:ph type="sldNum" sz="quarter" idx="12"/>
          </p:nvPr>
        </p:nvSpPr>
        <p:spPr/>
        <p:txBody>
          <a:bodyPr/>
          <a:lstStyle/>
          <a:p>
            <a:fld id="{5DF5AE18-F94A-B54C-9347-4CAFB5D76058}" type="slidenum">
              <a:rPr lang="en-SG" noProof="0" smtClean="0"/>
              <a:pPr/>
              <a:t>29</a:t>
            </a:fld>
            <a:endParaRPr lang="en-SG" noProof="0" dirty="0"/>
          </a:p>
        </p:txBody>
      </p:sp>
      <p:pic>
        <p:nvPicPr>
          <p:cNvPr id="6" name="Picture 2" descr="Creating my first AI Agent: a journey of curiosity and growth. | Austan  Lundeen, CDMP, PCM posted on the topic | LinkedIn">
            <a:extLst>
              <a:ext uri="{FF2B5EF4-FFF2-40B4-BE49-F238E27FC236}">
                <a16:creationId xmlns:a16="http://schemas.microsoft.com/office/drawing/2014/main" id="{46C1EB29-0657-5CCB-23C1-52BC97F8B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909" y="3486739"/>
            <a:ext cx="504000" cy="504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B560E31A-72F3-894A-A8B4-3C85E60FD3A7}"/>
              </a:ext>
            </a:extLst>
          </p:cNvPr>
          <p:cNvSpPr/>
          <p:nvPr/>
        </p:nvSpPr>
        <p:spPr>
          <a:xfrm>
            <a:off x="3401412" y="2545307"/>
            <a:ext cx="5700857" cy="253527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11" name="TextBox 10">
            <a:extLst>
              <a:ext uri="{FF2B5EF4-FFF2-40B4-BE49-F238E27FC236}">
                <a16:creationId xmlns:a16="http://schemas.microsoft.com/office/drawing/2014/main" id="{D5CC1ED0-51F3-1F25-B4A5-A6FC65A2E0DF}"/>
              </a:ext>
            </a:extLst>
          </p:cNvPr>
          <p:cNvSpPr txBox="1"/>
          <p:nvPr/>
        </p:nvSpPr>
        <p:spPr>
          <a:xfrm>
            <a:off x="3402220" y="2557457"/>
            <a:ext cx="893194"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AO Gateway</a:t>
            </a:r>
          </a:p>
        </p:txBody>
      </p:sp>
      <p:sp>
        <p:nvSpPr>
          <p:cNvPr id="12" name="Rectangle 11">
            <a:extLst>
              <a:ext uri="{FF2B5EF4-FFF2-40B4-BE49-F238E27FC236}">
                <a16:creationId xmlns:a16="http://schemas.microsoft.com/office/drawing/2014/main" id="{01F98F49-025B-1116-9879-1B679CE2C9B1}"/>
              </a:ext>
            </a:extLst>
          </p:cNvPr>
          <p:cNvSpPr/>
          <p:nvPr/>
        </p:nvSpPr>
        <p:spPr>
          <a:xfrm>
            <a:off x="10073511" y="3541266"/>
            <a:ext cx="1806600" cy="4316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13" name="TextBox 12">
            <a:extLst>
              <a:ext uri="{FF2B5EF4-FFF2-40B4-BE49-F238E27FC236}">
                <a16:creationId xmlns:a16="http://schemas.microsoft.com/office/drawing/2014/main" id="{B73F5AE3-72E5-7167-94E6-A67E49750DBA}"/>
              </a:ext>
            </a:extLst>
          </p:cNvPr>
          <p:cNvSpPr txBox="1"/>
          <p:nvPr/>
        </p:nvSpPr>
        <p:spPr>
          <a:xfrm>
            <a:off x="10054260" y="3618805"/>
            <a:ext cx="1861408" cy="261610"/>
          </a:xfrm>
          <a:prstGeom prst="rect">
            <a:avLst/>
          </a:prstGeom>
          <a:noFill/>
        </p:spPr>
        <p:txBody>
          <a:bodyPr wrap="none" rtlCol="0">
            <a:spAutoFit/>
          </a:bodyPr>
          <a:lstStyle/>
          <a:p>
            <a:pPr algn="ctr"/>
            <a:r>
              <a:rPr lang="en-SG" sz="1100" b="1" noProof="0" dirty="0">
                <a:latin typeface="Source Sans Pro" panose="020B0503030403020204" pitchFamily="34" charset="0"/>
                <a:ea typeface="Source Sans Pro" panose="020B0503030403020204" pitchFamily="34" charset="0"/>
              </a:rPr>
              <a:t>Backend (e.g., MCP Server)</a:t>
            </a:r>
          </a:p>
        </p:txBody>
      </p:sp>
      <p:sp>
        <p:nvSpPr>
          <p:cNvPr id="27" name="Rectangle 26">
            <a:extLst>
              <a:ext uri="{FF2B5EF4-FFF2-40B4-BE49-F238E27FC236}">
                <a16:creationId xmlns:a16="http://schemas.microsoft.com/office/drawing/2014/main" id="{1EBC7506-2DDD-40F6-D25E-B70D4626A6A3}"/>
              </a:ext>
            </a:extLst>
          </p:cNvPr>
          <p:cNvSpPr/>
          <p:nvPr/>
        </p:nvSpPr>
        <p:spPr>
          <a:xfrm>
            <a:off x="3722683" y="3157799"/>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28" name="TextBox 27">
            <a:extLst>
              <a:ext uri="{FF2B5EF4-FFF2-40B4-BE49-F238E27FC236}">
                <a16:creationId xmlns:a16="http://schemas.microsoft.com/office/drawing/2014/main" id="{1C7F2F8C-9414-4B2D-9093-B1682310BA8C}"/>
              </a:ext>
            </a:extLst>
          </p:cNvPr>
          <p:cNvSpPr txBox="1"/>
          <p:nvPr/>
        </p:nvSpPr>
        <p:spPr>
          <a:xfrm>
            <a:off x="4004207" y="3231429"/>
            <a:ext cx="801822"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Guardrails</a:t>
            </a:r>
          </a:p>
        </p:txBody>
      </p:sp>
      <p:sp>
        <p:nvSpPr>
          <p:cNvPr id="37" name="Rectangle 36">
            <a:extLst>
              <a:ext uri="{FF2B5EF4-FFF2-40B4-BE49-F238E27FC236}">
                <a16:creationId xmlns:a16="http://schemas.microsoft.com/office/drawing/2014/main" id="{1670E9FE-3954-8A34-F64D-CB562D3D54B6}"/>
              </a:ext>
            </a:extLst>
          </p:cNvPr>
          <p:cNvSpPr/>
          <p:nvPr/>
        </p:nvSpPr>
        <p:spPr>
          <a:xfrm>
            <a:off x="3600465" y="2882742"/>
            <a:ext cx="5296321" cy="99767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38" name="TextBox 37">
            <a:extLst>
              <a:ext uri="{FF2B5EF4-FFF2-40B4-BE49-F238E27FC236}">
                <a16:creationId xmlns:a16="http://schemas.microsoft.com/office/drawing/2014/main" id="{CE1C5ABF-9B18-99FE-FAC7-767BC145D7FE}"/>
              </a:ext>
            </a:extLst>
          </p:cNvPr>
          <p:cNvSpPr txBox="1"/>
          <p:nvPr/>
        </p:nvSpPr>
        <p:spPr>
          <a:xfrm>
            <a:off x="3598119" y="2896192"/>
            <a:ext cx="1051891"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Inbound Policy</a:t>
            </a:r>
          </a:p>
        </p:txBody>
      </p:sp>
      <p:sp>
        <p:nvSpPr>
          <p:cNvPr id="39" name="Rectangle 38">
            <a:extLst>
              <a:ext uri="{FF2B5EF4-FFF2-40B4-BE49-F238E27FC236}">
                <a16:creationId xmlns:a16="http://schemas.microsoft.com/office/drawing/2014/main" id="{F057277D-391D-07A4-124B-7AD7FFE2DE60}"/>
              </a:ext>
            </a:extLst>
          </p:cNvPr>
          <p:cNvSpPr/>
          <p:nvPr/>
        </p:nvSpPr>
        <p:spPr>
          <a:xfrm>
            <a:off x="3593693" y="3946676"/>
            <a:ext cx="5296321" cy="99767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40" name="TextBox 39">
            <a:extLst>
              <a:ext uri="{FF2B5EF4-FFF2-40B4-BE49-F238E27FC236}">
                <a16:creationId xmlns:a16="http://schemas.microsoft.com/office/drawing/2014/main" id="{2CCC5BC2-7291-B937-7F1A-D89ACA20E13A}"/>
              </a:ext>
            </a:extLst>
          </p:cNvPr>
          <p:cNvSpPr txBox="1"/>
          <p:nvPr/>
        </p:nvSpPr>
        <p:spPr>
          <a:xfrm>
            <a:off x="3590524" y="3954288"/>
            <a:ext cx="1154483"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Outbound Policy</a:t>
            </a:r>
          </a:p>
        </p:txBody>
      </p:sp>
      <p:sp>
        <p:nvSpPr>
          <p:cNvPr id="41" name="Rectangle 40">
            <a:extLst>
              <a:ext uri="{FF2B5EF4-FFF2-40B4-BE49-F238E27FC236}">
                <a16:creationId xmlns:a16="http://schemas.microsoft.com/office/drawing/2014/main" id="{E6BDEF9E-3CA3-40A3-E592-8F30A8140F80}"/>
              </a:ext>
            </a:extLst>
          </p:cNvPr>
          <p:cNvSpPr/>
          <p:nvPr/>
        </p:nvSpPr>
        <p:spPr>
          <a:xfrm>
            <a:off x="5209769" y="3157799"/>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42" name="TextBox 41">
            <a:extLst>
              <a:ext uri="{FF2B5EF4-FFF2-40B4-BE49-F238E27FC236}">
                <a16:creationId xmlns:a16="http://schemas.microsoft.com/office/drawing/2014/main" id="{65D4E2EC-00BA-FD17-5964-CC75C984E189}"/>
              </a:ext>
            </a:extLst>
          </p:cNvPr>
          <p:cNvSpPr txBox="1"/>
          <p:nvPr/>
        </p:nvSpPr>
        <p:spPr>
          <a:xfrm>
            <a:off x="5439739" y="3247303"/>
            <a:ext cx="902811" cy="400110"/>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Agent – Tool </a:t>
            </a:r>
          </a:p>
          <a:p>
            <a:pPr algn="ctr"/>
            <a:r>
              <a:rPr lang="en-SG" sz="1000" b="1" noProof="0" dirty="0">
                <a:latin typeface="Source Sans Pro" panose="020B0503030403020204" pitchFamily="34" charset="0"/>
                <a:ea typeface="Source Sans Pro" panose="020B0503030403020204" pitchFamily="34" charset="0"/>
              </a:rPr>
              <a:t>ABAC Check</a:t>
            </a:r>
          </a:p>
        </p:txBody>
      </p:sp>
      <p:sp>
        <p:nvSpPr>
          <p:cNvPr id="43" name="Rectangle 42">
            <a:extLst>
              <a:ext uri="{FF2B5EF4-FFF2-40B4-BE49-F238E27FC236}">
                <a16:creationId xmlns:a16="http://schemas.microsoft.com/office/drawing/2014/main" id="{25A2727F-4C77-7DB8-2223-7F44B6EBAC19}"/>
              </a:ext>
            </a:extLst>
          </p:cNvPr>
          <p:cNvSpPr/>
          <p:nvPr/>
        </p:nvSpPr>
        <p:spPr>
          <a:xfrm>
            <a:off x="6713669" y="3155977"/>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44" name="TextBox 43">
            <a:extLst>
              <a:ext uri="{FF2B5EF4-FFF2-40B4-BE49-F238E27FC236}">
                <a16:creationId xmlns:a16="http://schemas.microsoft.com/office/drawing/2014/main" id="{D27EB7CC-061F-EC7D-1AE8-7022BBFAC145}"/>
              </a:ext>
            </a:extLst>
          </p:cNvPr>
          <p:cNvSpPr txBox="1"/>
          <p:nvPr/>
        </p:nvSpPr>
        <p:spPr>
          <a:xfrm>
            <a:off x="6917991" y="3324247"/>
            <a:ext cx="954107"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Custom Rules</a:t>
            </a:r>
          </a:p>
        </p:txBody>
      </p:sp>
      <p:sp>
        <p:nvSpPr>
          <p:cNvPr id="45" name="TextBox 44">
            <a:extLst>
              <a:ext uri="{FF2B5EF4-FFF2-40B4-BE49-F238E27FC236}">
                <a16:creationId xmlns:a16="http://schemas.microsoft.com/office/drawing/2014/main" id="{A97BAB3B-2122-3D99-B479-DE013209618A}"/>
              </a:ext>
            </a:extLst>
          </p:cNvPr>
          <p:cNvSpPr txBox="1"/>
          <p:nvPr/>
        </p:nvSpPr>
        <p:spPr>
          <a:xfrm>
            <a:off x="3715173" y="4464707"/>
            <a:ext cx="1484971" cy="215444"/>
          </a:xfrm>
          <a:prstGeom prst="rect">
            <a:avLst/>
          </a:prstGeom>
          <a:noFill/>
        </p:spPr>
        <p:txBody>
          <a:bodyPr wrap="square" rtlCol="0">
            <a:spAutoFit/>
          </a:bodyPr>
          <a:lstStyle/>
          <a:p>
            <a:r>
              <a:rPr lang="en-SG" sz="800" noProof="0" dirty="0">
                <a:solidFill>
                  <a:schemeClr val="bg2">
                    <a:lumMod val="50000"/>
                  </a:schemeClr>
                </a:solidFill>
                <a:latin typeface="Source Sans Pro" panose="020B0503030403020204" pitchFamily="34" charset="0"/>
                <a:ea typeface="Source Sans Pro" panose="020B0503030403020204" pitchFamily="34" charset="0"/>
              </a:rPr>
              <a:t>Prompt Injection, Jailbreak…</a:t>
            </a:r>
          </a:p>
        </p:txBody>
      </p:sp>
      <p:sp>
        <p:nvSpPr>
          <p:cNvPr id="47" name="TextBox 46">
            <a:extLst>
              <a:ext uri="{FF2B5EF4-FFF2-40B4-BE49-F238E27FC236}">
                <a16:creationId xmlns:a16="http://schemas.microsoft.com/office/drawing/2014/main" id="{D5BE2AFE-5EB8-2233-F538-E0E554BBC495}"/>
              </a:ext>
            </a:extLst>
          </p:cNvPr>
          <p:cNvSpPr txBox="1"/>
          <p:nvPr/>
        </p:nvSpPr>
        <p:spPr>
          <a:xfrm>
            <a:off x="8073910" y="3424115"/>
            <a:ext cx="756000" cy="180000"/>
          </a:xfrm>
          <a:prstGeom prst="rect">
            <a:avLst/>
          </a:prstGeom>
          <a:noFill/>
        </p:spPr>
        <p:txBody>
          <a:bodyPr wrap="square" rtlCol="0">
            <a:spAutoFit/>
          </a:bodyPr>
          <a:lstStyle/>
          <a:p>
            <a:r>
              <a:rPr lang="en-SG" sz="800" noProof="0" dirty="0">
                <a:solidFill>
                  <a:schemeClr val="bg2">
                    <a:lumMod val="50000"/>
                  </a:schemeClr>
                </a:solidFill>
                <a:latin typeface="Source Sans Pro" panose="020B0503030403020204" pitchFamily="34" charset="0"/>
                <a:ea typeface="Source Sans Pro" panose="020B0503030403020204" pitchFamily="34" charset="0"/>
              </a:rPr>
              <a:t>And others…</a:t>
            </a:r>
          </a:p>
        </p:txBody>
      </p:sp>
      <p:cxnSp>
        <p:nvCxnSpPr>
          <p:cNvPr id="48" name="Connector: Elbow 47">
            <a:extLst>
              <a:ext uri="{FF2B5EF4-FFF2-40B4-BE49-F238E27FC236}">
                <a16:creationId xmlns:a16="http://schemas.microsoft.com/office/drawing/2014/main" id="{A5139672-7ADD-CB68-541B-2C592B649F28}"/>
              </a:ext>
            </a:extLst>
          </p:cNvPr>
          <p:cNvCxnSpPr>
            <a:cxnSpLocks/>
            <a:stCxn id="6" idx="3"/>
            <a:endCxn id="37" idx="1"/>
          </p:cNvCxnSpPr>
          <p:nvPr/>
        </p:nvCxnSpPr>
        <p:spPr>
          <a:xfrm flipV="1">
            <a:off x="1328909" y="3381579"/>
            <a:ext cx="2271556" cy="357160"/>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cxnSp>
        <p:nvCxnSpPr>
          <p:cNvPr id="51" name="Connector: Elbow 50">
            <a:extLst>
              <a:ext uri="{FF2B5EF4-FFF2-40B4-BE49-F238E27FC236}">
                <a16:creationId xmlns:a16="http://schemas.microsoft.com/office/drawing/2014/main" id="{EFEEC527-ACAD-8026-B1C9-E63F587577BF}"/>
              </a:ext>
            </a:extLst>
          </p:cNvPr>
          <p:cNvCxnSpPr>
            <a:cxnSpLocks/>
            <a:stCxn id="37" idx="3"/>
            <a:endCxn id="12" idx="1"/>
          </p:cNvCxnSpPr>
          <p:nvPr/>
        </p:nvCxnSpPr>
        <p:spPr>
          <a:xfrm>
            <a:off x="8896786" y="3381579"/>
            <a:ext cx="1176725" cy="375489"/>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sp>
        <p:nvSpPr>
          <p:cNvPr id="55" name="Rectangle 54">
            <a:extLst>
              <a:ext uri="{FF2B5EF4-FFF2-40B4-BE49-F238E27FC236}">
                <a16:creationId xmlns:a16="http://schemas.microsoft.com/office/drawing/2014/main" id="{481FA2DC-9167-CD7B-03AB-052339137C2C}"/>
              </a:ext>
            </a:extLst>
          </p:cNvPr>
          <p:cNvSpPr/>
          <p:nvPr/>
        </p:nvSpPr>
        <p:spPr>
          <a:xfrm>
            <a:off x="3715910" y="4192542"/>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56" name="TextBox 55">
            <a:extLst>
              <a:ext uri="{FF2B5EF4-FFF2-40B4-BE49-F238E27FC236}">
                <a16:creationId xmlns:a16="http://schemas.microsoft.com/office/drawing/2014/main" id="{7D8B7E51-1BFF-533A-B9BF-A42B0746D8A7}"/>
              </a:ext>
            </a:extLst>
          </p:cNvPr>
          <p:cNvSpPr txBox="1"/>
          <p:nvPr/>
        </p:nvSpPr>
        <p:spPr>
          <a:xfrm>
            <a:off x="3978092" y="4270260"/>
            <a:ext cx="801822"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Guardrails</a:t>
            </a:r>
          </a:p>
        </p:txBody>
      </p:sp>
      <p:sp>
        <p:nvSpPr>
          <p:cNvPr id="57" name="Rectangle 56">
            <a:extLst>
              <a:ext uri="{FF2B5EF4-FFF2-40B4-BE49-F238E27FC236}">
                <a16:creationId xmlns:a16="http://schemas.microsoft.com/office/drawing/2014/main" id="{9796352E-DFAF-E0DC-E732-8E3A7B5911B7}"/>
              </a:ext>
            </a:extLst>
          </p:cNvPr>
          <p:cNvSpPr/>
          <p:nvPr/>
        </p:nvSpPr>
        <p:spPr>
          <a:xfrm>
            <a:off x="5202996" y="4192542"/>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58" name="TextBox 57">
            <a:extLst>
              <a:ext uri="{FF2B5EF4-FFF2-40B4-BE49-F238E27FC236}">
                <a16:creationId xmlns:a16="http://schemas.microsoft.com/office/drawing/2014/main" id="{61A8E6DA-C504-5746-5D3E-7BBCFCD35E06}"/>
              </a:ext>
            </a:extLst>
          </p:cNvPr>
          <p:cNvSpPr txBox="1"/>
          <p:nvPr/>
        </p:nvSpPr>
        <p:spPr>
          <a:xfrm>
            <a:off x="5325280" y="4279221"/>
            <a:ext cx="1151276" cy="400110"/>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Data Exfiltration </a:t>
            </a:r>
          </a:p>
          <a:p>
            <a:pPr algn="ctr"/>
            <a:r>
              <a:rPr lang="en-SG" sz="1000" b="1" noProof="0" dirty="0">
                <a:latin typeface="Source Sans Pro" panose="020B0503030403020204" pitchFamily="34" charset="0"/>
                <a:ea typeface="Source Sans Pro" panose="020B0503030403020204" pitchFamily="34" charset="0"/>
              </a:rPr>
              <a:t>Protection</a:t>
            </a:r>
          </a:p>
        </p:txBody>
      </p:sp>
      <p:sp>
        <p:nvSpPr>
          <p:cNvPr id="59" name="Rectangle 58">
            <a:extLst>
              <a:ext uri="{FF2B5EF4-FFF2-40B4-BE49-F238E27FC236}">
                <a16:creationId xmlns:a16="http://schemas.microsoft.com/office/drawing/2014/main" id="{5A720F4A-2FC3-9714-3D72-8E75637992C1}"/>
              </a:ext>
            </a:extLst>
          </p:cNvPr>
          <p:cNvSpPr/>
          <p:nvPr/>
        </p:nvSpPr>
        <p:spPr>
          <a:xfrm>
            <a:off x="6706896" y="4190720"/>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60" name="TextBox 59">
            <a:extLst>
              <a:ext uri="{FF2B5EF4-FFF2-40B4-BE49-F238E27FC236}">
                <a16:creationId xmlns:a16="http://schemas.microsoft.com/office/drawing/2014/main" id="{5CD5B5A7-3044-50AC-BEC2-7534BD3C7E99}"/>
              </a:ext>
            </a:extLst>
          </p:cNvPr>
          <p:cNvSpPr txBox="1"/>
          <p:nvPr/>
        </p:nvSpPr>
        <p:spPr>
          <a:xfrm>
            <a:off x="6911218" y="4358990"/>
            <a:ext cx="954107"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Custom Rules</a:t>
            </a:r>
          </a:p>
        </p:txBody>
      </p:sp>
      <p:sp>
        <p:nvSpPr>
          <p:cNvPr id="61" name="TextBox 60">
            <a:extLst>
              <a:ext uri="{FF2B5EF4-FFF2-40B4-BE49-F238E27FC236}">
                <a16:creationId xmlns:a16="http://schemas.microsoft.com/office/drawing/2014/main" id="{2F6B4DED-7D2D-D1A4-C173-2013C1BB8FE2}"/>
              </a:ext>
            </a:extLst>
          </p:cNvPr>
          <p:cNvSpPr txBox="1"/>
          <p:nvPr/>
        </p:nvSpPr>
        <p:spPr>
          <a:xfrm>
            <a:off x="3796144" y="3425872"/>
            <a:ext cx="1404000" cy="215444"/>
          </a:xfrm>
          <a:prstGeom prst="rect">
            <a:avLst/>
          </a:prstGeom>
          <a:noFill/>
        </p:spPr>
        <p:txBody>
          <a:bodyPr wrap="square" rtlCol="0">
            <a:spAutoFit/>
          </a:bodyPr>
          <a:lstStyle/>
          <a:p>
            <a:r>
              <a:rPr lang="en-SG" sz="800" noProof="0" dirty="0">
                <a:solidFill>
                  <a:schemeClr val="bg2">
                    <a:lumMod val="50000"/>
                  </a:schemeClr>
                </a:solidFill>
                <a:latin typeface="Source Sans Pro" panose="020B0503030403020204" pitchFamily="34" charset="0"/>
                <a:ea typeface="Source Sans Pro" panose="020B0503030403020204" pitchFamily="34" charset="0"/>
              </a:rPr>
              <a:t>Safety check, Sanitisation</a:t>
            </a:r>
          </a:p>
        </p:txBody>
      </p:sp>
      <p:sp>
        <p:nvSpPr>
          <p:cNvPr id="62" name="TextBox 61">
            <a:extLst>
              <a:ext uri="{FF2B5EF4-FFF2-40B4-BE49-F238E27FC236}">
                <a16:creationId xmlns:a16="http://schemas.microsoft.com/office/drawing/2014/main" id="{6B168ED6-3D56-EEEF-28C4-00361DA8DFE3}"/>
              </a:ext>
            </a:extLst>
          </p:cNvPr>
          <p:cNvSpPr txBox="1"/>
          <p:nvPr/>
        </p:nvSpPr>
        <p:spPr>
          <a:xfrm>
            <a:off x="8067139" y="4423757"/>
            <a:ext cx="747037" cy="215444"/>
          </a:xfrm>
          <a:prstGeom prst="rect">
            <a:avLst/>
          </a:prstGeom>
          <a:noFill/>
        </p:spPr>
        <p:txBody>
          <a:bodyPr wrap="square" rtlCol="0">
            <a:spAutoFit/>
          </a:bodyPr>
          <a:lstStyle/>
          <a:p>
            <a:r>
              <a:rPr lang="en-SG" sz="800" noProof="0" dirty="0">
                <a:solidFill>
                  <a:schemeClr val="bg2">
                    <a:lumMod val="50000"/>
                  </a:schemeClr>
                </a:solidFill>
                <a:latin typeface="Source Sans Pro" panose="020B0503030403020204" pitchFamily="34" charset="0"/>
                <a:ea typeface="Source Sans Pro" panose="020B0503030403020204" pitchFamily="34" charset="0"/>
              </a:rPr>
              <a:t>And others…</a:t>
            </a:r>
          </a:p>
        </p:txBody>
      </p:sp>
      <p:cxnSp>
        <p:nvCxnSpPr>
          <p:cNvPr id="63" name="Connector: Elbow 62">
            <a:extLst>
              <a:ext uri="{FF2B5EF4-FFF2-40B4-BE49-F238E27FC236}">
                <a16:creationId xmlns:a16="http://schemas.microsoft.com/office/drawing/2014/main" id="{AB7E44B8-B180-8AC1-F7EA-481C728B1795}"/>
              </a:ext>
            </a:extLst>
          </p:cNvPr>
          <p:cNvCxnSpPr>
            <a:cxnSpLocks/>
            <a:stCxn id="12" idx="2"/>
            <a:endCxn id="39" idx="3"/>
          </p:cNvCxnSpPr>
          <p:nvPr/>
        </p:nvCxnSpPr>
        <p:spPr>
          <a:xfrm rot="5400000">
            <a:off x="9697091" y="3165793"/>
            <a:ext cx="472644" cy="2086797"/>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66" name="Connector: Elbow 65">
            <a:extLst>
              <a:ext uri="{FF2B5EF4-FFF2-40B4-BE49-F238E27FC236}">
                <a16:creationId xmlns:a16="http://schemas.microsoft.com/office/drawing/2014/main" id="{52814F88-4AE1-818A-EB73-FA5743420C4B}"/>
              </a:ext>
            </a:extLst>
          </p:cNvPr>
          <p:cNvCxnSpPr>
            <a:cxnSpLocks/>
            <a:stCxn id="39" idx="1"/>
            <a:endCxn id="6" idx="2"/>
          </p:cNvCxnSpPr>
          <p:nvPr/>
        </p:nvCxnSpPr>
        <p:spPr>
          <a:xfrm rot="10800000">
            <a:off x="1076909" y="3990739"/>
            <a:ext cx="2516784" cy="454774"/>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85" name="Rectangle: Rounded Corners 84">
            <a:extLst>
              <a:ext uri="{FF2B5EF4-FFF2-40B4-BE49-F238E27FC236}">
                <a16:creationId xmlns:a16="http://schemas.microsoft.com/office/drawing/2014/main" id="{F48CED96-804E-E0C3-E702-467E9702EC2E}"/>
              </a:ext>
            </a:extLst>
          </p:cNvPr>
          <p:cNvSpPr/>
          <p:nvPr/>
        </p:nvSpPr>
        <p:spPr>
          <a:xfrm>
            <a:off x="1173060" y="1493632"/>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LLM2</a:t>
            </a:r>
          </a:p>
        </p:txBody>
      </p:sp>
      <p:sp>
        <p:nvSpPr>
          <p:cNvPr id="86" name="Rectangle: Rounded Corners 85">
            <a:extLst>
              <a:ext uri="{FF2B5EF4-FFF2-40B4-BE49-F238E27FC236}">
                <a16:creationId xmlns:a16="http://schemas.microsoft.com/office/drawing/2014/main" id="{462DBE73-DB32-EA60-40B1-0B8371D1255B}"/>
              </a:ext>
            </a:extLst>
          </p:cNvPr>
          <p:cNvSpPr/>
          <p:nvPr/>
        </p:nvSpPr>
        <p:spPr>
          <a:xfrm>
            <a:off x="2031485" y="1493632"/>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LLM3</a:t>
            </a:r>
          </a:p>
        </p:txBody>
      </p:sp>
      <p:cxnSp>
        <p:nvCxnSpPr>
          <p:cNvPr id="88" name="Straight Arrow Connector 87">
            <a:extLst>
              <a:ext uri="{FF2B5EF4-FFF2-40B4-BE49-F238E27FC236}">
                <a16:creationId xmlns:a16="http://schemas.microsoft.com/office/drawing/2014/main" id="{42B9D7F0-56AF-F1B2-3890-553E967FE898}"/>
              </a:ext>
            </a:extLst>
          </p:cNvPr>
          <p:cNvCxnSpPr>
            <a:cxnSpLocks/>
            <a:stCxn id="87" idx="3"/>
          </p:cNvCxnSpPr>
          <p:nvPr/>
        </p:nvCxnSpPr>
        <p:spPr>
          <a:xfrm>
            <a:off x="4745007" y="1864090"/>
            <a:ext cx="1350993" cy="962448"/>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sp>
        <p:nvSpPr>
          <p:cNvPr id="98" name="Rectangle: Rounded Corners 97">
            <a:extLst>
              <a:ext uri="{FF2B5EF4-FFF2-40B4-BE49-F238E27FC236}">
                <a16:creationId xmlns:a16="http://schemas.microsoft.com/office/drawing/2014/main" id="{95120474-7936-B6B0-ADA5-949212F8E1D7}"/>
              </a:ext>
            </a:extLst>
          </p:cNvPr>
          <p:cNvSpPr/>
          <p:nvPr/>
        </p:nvSpPr>
        <p:spPr>
          <a:xfrm>
            <a:off x="2909460" y="1493632"/>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LLM6</a:t>
            </a:r>
          </a:p>
        </p:txBody>
      </p:sp>
      <p:sp>
        <p:nvSpPr>
          <p:cNvPr id="99" name="Rectangle: Rounded Corners 98">
            <a:extLst>
              <a:ext uri="{FF2B5EF4-FFF2-40B4-BE49-F238E27FC236}">
                <a16:creationId xmlns:a16="http://schemas.microsoft.com/office/drawing/2014/main" id="{4C01AB99-B0AC-64FE-0873-253B6F5A8BA0}"/>
              </a:ext>
            </a:extLst>
          </p:cNvPr>
          <p:cNvSpPr/>
          <p:nvPr/>
        </p:nvSpPr>
        <p:spPr>
          <a:xfrm>
            <a:off x="3767885" y="1493632"/>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LLM8</a:t>
            </a:r>
          </a:p>
        </p:txBody>
      </p:sp>
      <p:sp>
        <p:nvSpPr>
          <p:cNvPr id="106" name="Rectangle 105">
            <a:extLst>
              <a:ext uri="{FF2B5EF4-FFF2-40B4-BE49-F238E27FC236}">
                <a16:creationId xmlns:a16="http://schemas.microsoft.com/office/drawing/2014/main" id="{9403194E-56D6-0C88-6E89-379EA996CAC1}"/>
              </a:ext>
            </a:extLst>
          </p:cNvPr>
          <p:cNvSpPr/>
          <p:nvPr/>
        </p:nvSpPr>
        <p:spPr>
          <a:xfrm>
            <a:off x="6851357" y="5564969"/>
            <a:ext cx="3754573" cy="946092"/>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SG" noProof="0" dirty="0"/>
          </a:p>
        </p:txBody>
      </p:sp>
      <p:sp>
        <p:nvSpPr>
          <p:cNvPr id="107" name="Rectangle: Rounded Corners 106">
            <a:extLst>
              <a:ext uri="{FF2B5EF4-FFF2-40B4-BE49-F238E27FC236}">
                <a16:creationId xmlns:a16="http://schemas.microsoft.com/office/drawing/2014/main" id="{40AA0DF1-3092-FA0D-280D-5BC52F0100B3}"/>
              </a:ext>
            </a:extLst>
          </p:cNvPr>
          <p:cNvSpPr/>
          <p:nvPr/>
        </p:nvSpPr>
        <p:spPr>
          <a:xfrm>
            <a:off x="7004397" y="5655136"/>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LLM1</a:t>
            </a:r>
          </a:p>
        </p:txBody>
      </p:sp>
      <p:sp>
        <p:nvSpPr>
          <p:cNvPr id="108" name="Rectangle: Rounded Corners 107">
            <a:extLst>
              <a:ext uri="{FF2B5EF4-FFF2-40B4-BE49-F238E27FC236}">
                <a16:creationId xmlns:a16="http://schemas.microsoft.com/office/drawing/2014/main" id="{BAFADC28-2DE5-1E1C-CD15-8F6D0995873A}"/>
              </a:ext>
            </a:extLst>
          </p:cNvPr>
          <p:cNvSpPr/>
          <p:nvPr/>
        </p:nvSpPr>
        <p:spPr>
          <a:xfrm>
            <a:off x="7862822" y="5655136"/>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LLM4</a:t>
            </a:r>
          </a:p>
        </p:txBody>
      </p:sp>
      <p:cxnSp>
        <p:nvCxnSpPr>
          <p:cNvPr id="109" name="Straight Arrow Connector 108">
            <a:extLst>
              <a:ext uri="{FF2B5EF4-FFF2-40B4-BE49-F238E27FC236}">
                <a16:creationId xmlns:a16="http://schemas.microsoft.com/office/drawing/2014/main" id="{38B5294E-857D-D6FB-DEB6-9C5219034674}"/>
              </a:ext>
            </a:extLst>
          </p:cNvPr>
          <p:cNvCxnSpPr>
            <a:cxnSpLocks/>
            <a:stCxn id="106" idx="1"/>
            <a:endCxn id="39" idx="2"/>
          </p:cNvCxnSpPr>
          <p:nvPr/>
        </p:nvCxnSpPr>
        <p:spPr>
          <a:xfrm flipH="1" flipV="1">
            <a:off x="6241854" y="4944349"/>
            <a:ext cx="609503" cy="1093666"/>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sp>
        <p:nvSpPr>
          <p:cNvPr id="110" name="Rectangle: Rounded Corners 109">
            <a:extLst>
              <a:ext uri="{FF2B5EF4-FFF2-40B4-BE49-F238E27FC236}">
                <a16:creationId xmlns:a16="http://schemas.microsoft.com/office/drawing/2014/main" id="{4FB52A7B-EAE6-F8FB-F1C8-37A5954CCCE1}"/>
              </a:ext>
            </a:extLst>
          </p:cNvPr>
          <p:cNvSpPr/>
          <p:nvPr/>
        </p:nvSpPr>
        <p:spPr>
          <a:xfrm>
            <a:off x="8779297" y="5655136"/>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LLM5</a:t>
            </a:r>
          </a:p>
        </p:txBody>
      </p:sp>
      <p:sp>
        <p:nvSpPr>
          <p:cNvPr id="111" name="Rectangle: Rounded Corners 110">
            <a:extLst>
              <a:ext uri="{FF2B5EF4-FFF2-40B4-BE49-F238E27FC236}">
                <a16:creationId xmlns:a16="http://schemas.microsoft.com/office/drawing/2014/main" id="{8D40C240-6607-4566-2353-3E708BDC9BA8}"/>
              </a:ext>
            </a:extLst>
          </p:cNvPr>
          <p:cNvSpPr/>
          <p:nvPr/>
        </p:nvSpPr>
        <p:spPr>
          <a:xfrm>
            <a:off x="9631453" y="5651685"/>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LLM7</a:t>
            </a:r>
          </a:p>
        </p:txBody>
      </p:sp>
      <p:sp>
        <p:nvSpPr>
          <p:cNvPr id="117" name="Title 1">
            <a:extLst>
              <a:ext uri="{FF2B5EF4-FFF2-40B4-BE49-F238E27FC236}">
                <a16:creationId xmlns:a16="http://schemas.microsoft.com/office/drawing/2014/main" id="{6FBF4328-36BC-BE46-7DFC-46C0DF4C95FF}"/>
              </a:ext>
            </a:extLst>
          </p:cNvPr>
          <p:cNvSpPr txBox="1">
            <a:spLocks/>
          </p:cNvSpPr>
          <p:nvPr/>
        </p:nvSpPr>
        <p:spPr>
          <a:xfrm>
            <a:off x="6823691" y="5155696"/>
            <a:ext cx="1759692"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Outbound Policy</a:t>
            </a:r>
          </a:p>
        </p:txBody>
      </p:sp>
      <p:sp>
        <p:nvSpPr>
          <p:cNvPr id="118" name="Title 1">
            <a:extLst>
              <a:ext uri="{FF2B5EF4-FFF2-40B4-BE49-F238E27FC236}">
                <a16:creationId xmlns:a16="http://schemas.microsoft.com/office/drawing/2014/main" id="{02453DAD-B16B-2954-223E-4A0BF692A6E1}"/>
              </a:ext>
            </a:extLst>
          </p:cNvPr>
          <p:cNvSpPr txBox="1">
            <a:spLocks/>
          </p:cNvSpPr>
          <p:nvPr/>
        </p:nvSpPr>
        <p:spPr>
          <a:xfrm>
            <a:off x="918344" y="1012148"/>
            <a:ext cx="1759692"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Inbound Policy</a:t>
            </a:r>
          </a:p>
        </p:txBody>
      </p:sp>
      <p:sp>
        <p:nvSpPr>
          <p:cNvPr id="132" name="Rectangle: Rounded Corners 131">
            <a:extLst>
              <a:ext uri="{FF2B5EF4-FFF2-40B4-BE49-F238E27FC236}">
                <a16:creationId xmlns:a16="http://schemas.microsoft.com/office/drawing/2014/main" id="{6CF68563-E03C-F6DA-86F9-11213784BF5A}"/>
              </a:ext>
            </a:extLst>
          </p:cNvPr>
          <p:cNvSpPr/>
          <p:nvPr/>
        </p:nvSpPr>
        <p:spPr>
          <a:xfrm>
            <a:off x="1173060" y="1899420"/>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ASI02</a:t>
            </a:r>
          </a:p>
        </p:txBody>
      </p:sp>
      <p:sp>
        <p:nvSpPr>
          <p:cNvPr id="144" name="Rectangle: Rounded Corners 143">
            <a:extLst>
              <a:ext uri="{FF2B5EF4-FFF2-40B4-BE49-F238E27FC236}">
                <a16:creationId xmlns:a16="http://schemas.microsoft.com/office/drawing/2014/main" id="{1FCBF4FB-0A78-B364-0801-2AFFDFA73528}"/>
              </a:ext>
            </a:extLst>
          </p:cNvPr>
          <p:cNvSpPr/>
          <p:nvPr/>
        </p:nvSpPr>
        <p:spPr>
          <a:xfrm>
            <a:off x="2031485" y="1891666"/>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ASI03</a:t>
            </a:r>
          </a:p>
        </p:txBody>
      </p:sp>
      <p:sp>
        <p:nvSpPr>
          <p:cNvPr id="145" name="Rectangle: Rounded Corners 144">
            <a:extLst>
              <a:ext uri="{FF2B5EF4-FFF2-40B4-BE49-F238E27FC236}">
                <a16:creationId xmlns:a16="http://schemas.microsoft.com/office/drawing/2014/main" id="{9950EAC5-46AC-8ED2-79A4-899E33EACB24}"/>
              </a:ext>
            </a:extLst>
          </p:cNvPr>
          <p:cNvSpPr/>
          <p:nvPr/>
        </p:nvSpPr>
        <p:spPr>
          <a:xfrm>
            <a:off x="2917617" y="1897635"/>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ASI10</a:t>
            </a:r>
          </a:p>
        </p:txBody>
      </p:sp>
      <p:sp>
        <p:nvSpPr>
          <p:cNvPr id="147" name="Rectangle: Rounded Corners 146">
            <a:extLst>
              <a:ext uri="{FF2B5EF4-FFF2-40B4-BE49-F238E27FC236}">
                <a16:creationId xmlns:a16="http://schemas.microsoft.com/office/drawing/2014/main" id="{E3129FB1-A8ED-C725-1BA8-E801E1C978A9}"/>
              </a:ext>
            </a:extLst>
          </p:cNvPr>
          <p:cNvSpPr/>
          <p:nvPr/>
        </p:nvSpPr>
        <p:spPr>
          <a:xfrm>
            <a:off x="7034740" y="6065590"/>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ASI01</a:t>
            </a:r>
          </a:p>
        </p:txBody>
      </p:sp>
      <p:sp>
        <p:nvSpPr>
          <p:cNvPr id="148" name="Rectangle: Rounded Corners 147">
            <a:extLst>
              <a:ext uri="{FF2B5EF4-FFF2-40B4-BE49-F238E27FC236}">
                <a16:creationId xmlns:a16="http://schemas.microsoft.com/office/drawing/2014/main" id="{02BA9269-87D4-2AF7-5EC0-1B600C432B7C}"/>
              </a:ext>
            </a:extLst>
          </p:cNvPr>
          <p:cNvSpPr/>
          <p:nvPr/>
        </p:nvSpPr>
        <p:spPr>
          <a:xfrm>
            <a:off x="7893165" y="6057836"/>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ASI04</a:t>
            </a:r>
          </a:p>
        </p:txBody>
      </p:sp>
      <p:sp>
        <p:nvSpPr>
          <p:cNvPr id="149" name="Rectangle: Rounded Corners 148">
            <a:extLst>
              <a:ext uri="{FF2B5EF4-FFF2-40B4-BE49-F238E27FC236}">
                <a16:creationId xmlns:a16="http://schemas.microsoft.com/office/drawing/2014/main" id="{579EEA96-B9BD-8376-09BE-2688707758C1}"/>
              </a:ext>
            </a:extLst>
          </p:cNvPr>
          <p:cNvSpPr/>
          <p:nvPr/>
        </p:nvSpPr>
        <p:spPr>
          <a:xfrm>
            <a:off x="8779297" y="6063805"/>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ASI08</a:t>
            </a:r>
          </a:p>
        </p:txBody>
      </p:sp>
      <p:sp>
        <p:nvSpPr>
          <p:cNvPr id="3" name="Footer Placeholder 3">
            <a:extLst>
              <a:ext uri="{FF2B5EF4-FFF2-40B4-BE49-F238E27FC236}">
                <a16:creationId xmlns:a16="http://schemas.microsoft.com/office/drawing/2014/main" id="{36908A57-827F-AB21-B392-0E3638BB1D14}"/>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5" name="TextBox 4">
            <a:extLst>
              <a:ext uri="{FF2B5EF4-FFF2-40B4-BE49-F238E27FC236}">
                <a16:creationId xmlns:a16="http://schemas.microsoft.com/office/drawing/2014/main" id="{CA115248-A8DD-1CF8-E3E7-ED3D274471FD}"/>
              </a:ext>
            </a:extLst>
          </p:cNvPr>
          <p:cNvSpPr txBox="1"/>
          <p:nvPr/>
        </p:nvSpPr>
        <p:spPr>
          <a:xfrm>
            <a:off x="9505131" y="119510"/>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tx2">
                    <a:lumMod val="75000"/>
                    <a:lumOff val="25000"/>
                  </a:schemeClr>
                </a:solidFill>
                <a:effectLst/>
              </a:rPr>
              <a:t>For Information</a:t>
            </a:r>
          </a:p>
        </p:txBody>
      </p:sp>
      <p:pic>
        <p:nvPicPr>
          <p:cNvPr id="7" name="Picture 6" descr="Confirm Generic Blue icon | Freepik">
            <a:extLst>
              <a:ext uri="{FF2B5EF4-FFF2-40B4-BE49-F238E27FC236}">
                <a16:creationId xmlns:a16="http://schemas.microsoft.com/office/drawing/2014/main" id="{15E7D97F-BA3F-EC9E-135F-7A7FB21574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9624" y="66734"/>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554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69012-D511-562C-607E-09C015D89D16}"/>
            </a:ext>
          </a:extLst>
        </p:cNvPr>
        <p:cNvGrpSpPr/>
        <p:nvPr/>
      </p:nvGrpSpPr>
      <p:grpSpPr>
        <a:xfrm>
          <a:off x="0" y="0"/>
          <a:ext cx="0" cy="0"/>
          <a:chOff x="0" y="0"/>
          <a:chExt cx="0" cy="0"/>
        </a:xfrm>
      </p:grpSpPr>
      <p:sp>
        <p:nvSpPr>
          <p:cNvPr id="87" name="Rectangle 86">
            <a:extLst>
              <a:ext uri="{FF2B5EF4-FFF2-40B4-BE49-F238E27FC236}">
                <a16:creationId xmlns:a16="http://schemas.microsoft.com/office/drawing/2014/main" id="{14FFD043-E2B7-A8B7-DD8B-E01F45016B75}"/>
              </a:ext>
            </a:extLst>
          </p:cNvPr>
          <p:cNvSpPr/>
          <p:nvPr/>
        </p:nvSpPr>
        <p:spPr>
          <a:xfrm>
            <a:off x="1003250" y="1388719"/>
            <a:ext cx="3741757" cy="950742"/>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SG" noProof="0" dirty="0"/>
          </a:p>
        </p:txBody>
      </p:sp>
      <p:sp>
        <p:nvSpPr>
          <p:cNvPr id="2" name="Title 1">
            <a:extLst>
              <a:ext uri="{FF2B5EF4-FFF2-40B4-BE49-F238E27FC236}">
                <a16:creationId xmlns:a16="http://schemas.microsoft.com/office/drawing/2014/main" id="{0F22DDFF-6420-29BF-1CEA-6E189D345039}"/>
              </a:ext>
            </a:extLst>
          </p:cNvPr>
          <p:cNvSpPr>
            <a:spLocks noGrp="1"/>
          </p:cNvSpPr>
          <p:nvPr>
            <p:ph type="title"/>
          </p:nvPr>
        </p:nvSpPr>
        <p:spPr>
          <a:xfrm>
            <a:off x="838200" y="517769"/>
            <a:ext cx="10515600" cy="425507"/>
          </a:xfrm>
        </p:spPr>
        <p:txBody>
          <a:bodyPr>
            <a:normAutofit/>
          </a:bodyPr>
          <a:lstStyle/>
          <a:p>
            <a:r>
              <a:rPr lang="en-SG" sz="2000" noProof="0" dirty="0"/>
              <a:t>AO Gateway (Policy and Guardrails) – Agent Calls Other API</a:t>
            </a:r>
          </a:p>
        </p:txBody>
      </p:sp>
      <p:sp>
        <p:nvSpPr>
          <p:cNvPr id="4" name="Slide Number Placeholder 3">
            <a:extLst>
              <a:ext uri="{FF2B5EF4-FFF2-40B4-BE49-F238E27FC236}">
                <a16:creationId xmlns:a16="http://schemas.microsoft.com/office/drawing/2014/main" id="{0A3E766D-4D6F-A07B-7BEB-112937439E64}"/>
              </a:ext>
            </a:extLst>
          </p:cNvPr>
          <p:cNvSpPr>
            <a:spLocks noGrp="1"/>
          </p:cNvSpPr>
          <p:nvPr>
            <p:ph type="sldNum" sz="quarter" idx="12"/>
          </p:nvPr>
        </p:nvSpPr>
        <p:spPr/>
        <p:txBody>
          <a:bodyPr/>
          <a:lstStyle/>
          <a:p>
            <a:fld id="{5DF5AE18-F94A-B54C-9347-4CAFB5D76058}" type="slidenum">
              <a:rPr lang="en-SG" noProof="0" smtClean="0"/>
              <a:pPr/>
              <a:t>30</a:t>
            </a:fld>
            <a:endParaRPr lang="en-SG" noProof="0" dirty="0"/>
          </a:p>
        </p:txBody>
      </p:sp>
      <p:sp>
        <p:nvSpPr>
          <p:cNvPr id="10" name="Rectangle 9">
            <a:extLst>
              <a:ext uri="{FF2B5EF4-FFF2-40B4-BE49-F238E27FC236}">
                <a16:creationId xmlns:a16="http://schemas.microsoft.com/office/drawing/2014/main" id="{CF2AE20F-99C2-FC35-EE1A-40AF24EC4476}"/>
              </a:ext>
            </a:extLst>
          </p:cNvPr>
          <p:cNvSpPr/>
          <p:nvPr/>
        </p:nvSpPr>
        <p:spPr>
          <a:xfrm>
            <a:off x="3401412" y="2545307"/>
            <a:ext cx="5700857" cy="253527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11" name="TextBox 10">
            <a:extLst>
              <a:ext uri="{FF2B5EF4-FFF2-40B4-BE49-F238E27FC236}">
                <a16:creationId xmlns:a16="http://schemas.microsoft.com/office/drawing/2014/main" id="{6243851A-216A-65B5-833E-BF6ACBE13FC3}"/>
              </a:ext>
            </a:extLst>
          </p:cNvPr>
          <p:cNvSpPr txBox="1"/>
          <p:nvPr/>
        </p:nvSpPr>
        <p:spPr>
          <a:xfrm>
            <a:off x="3413650" y="2557457"/>
            <a:ext cx="893194"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AO Gateway</a:t>
            </a:r>
          </a:p>
        </p:txBody>
      </p:sp>
      <p:sp>
        <p:nvSpPr>
          <p:cNvPr id="27" name="Rectangle 26">
            <a:extLst>
              <a:ext uri="{FF2B5EF4-FFF2-40B4-BE49-F238E27FC236}">
                <a16:creationId xmlns:a16="http://schemas.microsoft.com/office/drawing/2014/main" id="{6B99F898-D820-EF82-8ECC-98BB2C44E58F}"/>
              </a:ext>
            </a:extLst>
          </p:cNvPr>
          <p:cNvSpPr/>
          <p:nvPr/>
        </p:nvSpPr>
        <p:spPr>
          <a:xfrm>
            <a:off x="3776015" y="4219672"/>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28" name="TextBox 27">
            <a:extLst>
              <a:ext uri="{FF2B5EF4-FFF2-40B4-BE49-F238E27FC236}">
                <a16:creationId xmlns:a16="http://schemas.microsoft.com/office/drawing/2014/main" id="{DBC98B69-CF85-BA71-3B71-E3714D60754B}"/>
              </a:ext>
            </a:extLst>
          </p:cNvPr>
          <p:cNvSpPr txBox="1"/>
          <p:nvPr/>
        </p:nvSpPr>
        <p:spPr>
          <a:xfrm>
            <a:off x="4057539" y="4293302"/>
            <a:ext cx="801822"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Guardrails</a:t>
            </a:r>
          </a:p>
        </p:txBody>
      </p:sp>
      <p:sp>
        <p:nvSpPr>
          <p:cNvPr id="37" name="Rectangle 36">
            <a:extLst>
              <a:ext uri="{FF2B5EF4-FFF2-40B4-BE49-F238E27FC236}">
                <a16:creationId xmlns:a16="http://schemas.microsoft.com/office/drawing/2014/main" id="{3CF343E4-4D2E-E230-BB62-D44E92733515}"/>
              </a:ext>
            </a:extLst>
          </p:cNvPr>
          <p:cNvSpPr/>
          <p:nvPr/>
        </p:nvSpPr>
        <p:spPr>
          <a:xfrm>
            <a:off x="3600465" y="2882742"/>
            <a:ext cx="5296321" cy="99767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38" name="TextBox 37">
            <a:extLst>
              <a:ext uri="{FF2B5EF4-FFF2-40B4-BE49-F238E27FC236}">
                <a16:creationId xmlns:a16="http://schemas.microsoft.com/office/drawing/2014/main" id="{47A35733-6325-1A14-02F6-1FE1B4C51A0C}"/>
              </a:ext>
            </a:extLst>
          </p:cNvPr>
          <p:cNvSpPr txBox="1"/>
          <p:nvPr/>
        </p:nvSpPr>
        <p:spPr>
          <a:xfrm>
            <a:off x="3598119" y="2896192"/>
            <a:ext cx="1051891"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Inbound Policy</a:t>
            </a:r>
          </a:p>
        </p:txBody>
      </p:sp>
      <p:sp>
        <p:nvSpPr>
          <p:cNvPr id="39" name="Rectangle 38">
            <a:extLst>
              <a:ext uri="{FF2B5EF4-FFF2-40B4-BE49-F238E27FC236}">
                <a16:creationId xmlns:a16="http://schemas.microsoft.com/office/drawing/2014/main" id="{53B7E7EE-CF31-C527-BC08-A24923D97799}"/>
              </a:ext>
            </a:extLst>
          </p:cNvPr>
          <p:cNvSpPr/>
          <p:nvPr/>
        </p:nvSpPr>
        <p:spPr>
          <a:xfrm>
            <a:off x="3593693" y="3946676"/>
            <a:ext cx="5296321" cy="99767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40" name="TextBox 39">
            <a:extLst>
              <a:ext uri="{FF2B5EF4-FFF2-40B4-BE49-F238E27FC236}">
                <a16:creationId xmlns:a16="http://schemas.microsoft.com/office/drawing/2014/main" id="{FB4EE9B3-0F0C-35AA-EDC2-1BCAA8AB086B}"/>
              </a:ext>
            </a:extLst>
          </p:cNvPr>
          <p:cNvSpPr txBox="1"/>
          <p:nvPr/>
        </p:nvSpPr>
        <p:spPr>
          <a:xfrm>
            <a:off x="3590524" y="3954288"/>
            <a:ext cx="1154483"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Outbound Policy</a:t>
            </a:r>
          </a:p>
        </p:txBody>
      </p:sp>
      <p:sp>
        <p:nvSpPr>
          <p:cNvPr id="41" name="Rectangle 40">
            <a:extLst>
              <a:ext uri="{FF2B5EF4-FFF2-40B4-BE49-F238E27FC236}">
                <a16:creationId xmlns:a16="http://schemas.microsoft.com/office/drawing/2014/main" id="{00E0A768-8136-3E3D-66B2-6D0AEB588D72}"/>
              </a:ext>
            </a:extLst>
          </p:cNvPr>
          <p:cNvSpPr/>
          <p:nvPr/>
        </p:nvSpPr>
        <p:spPr>
          <a:xfrm>
            <a:off x="5263101" y="4219672"/>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42" name="TextBox 41">
            <a:extLst>
              <a:ext uri="{FF2B5EF4-FFF2-40B4-BE49-F238E27FC236}">
                <a16:creationId xmlns:a16="http://schemas.microsoft.com/office/drawing/2014/main" id="{20BCE491-29DB-E271-24D4-907F51D2FB9E}"/>
              </a:ext>
            </a:extLst>
          </p:cNvPr>
          <p:cNvSpPr txBox="1"/>
          <p:nvPr/>
        </p:nvSpPr>
        <p:spPr>
          <a:xfrm>
            <a:off x="5493071" y="4309176"/>
            <a:ext cx="902811" cy="400110"/>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Agent – Tool </a:t>
            </a:r>
          </a:p>
          <a:p>
            <a:pPr algn="ctr"/>
            <a:r>
              <a:rPr lang="en-SG" sz="1000" b="1" noProof="0" dirty="0">
                <a:latin typeface="Source Sans Pro" panose="020B0503030403020204" pitchFamily="34" charset="0"/>
                <a:ea typeface="Source Sans Pro" panose="020B0503030403020204" pitchFamily="34" charset="0"/>
              </a:rPr>
              <a:t>ABAC Check</a:t>
            </a:r>
          </a:p>
        </p:txBody>
      </p:sp>
      <p:sp>
        <p:nvSpPr>
          <p:cNvPr id="43" name="Rectangle 42">
            <a:extLst>
              <a:ext uri="{FF2B5EF4-FFF2-40B4-BE49-F238E27FC236}">
                <a16:creationId xmlns:a16="http://schemas.microsoft.com/office/drawing/2014/main" id="{0E31DF9D-5997-A61E-265D-40B850B5F79C}"/>
              </a:ext>
            </a:extLst>
          </p:cNvPr>
          <p:cNvSpPr/>
          <p:nvPr/>
        </p:nvSpPr>
        <p:spPr>
          <a:xfrm>
            <a:off x="6767001" y="4217850"/>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44" name="TextBox 43">
            <a:extLst>
              <a:ext uri="{FF2B5EF4-FFF2-40B4-BE49-F238E27FC236}">
                <a16:creationId xmlns:a16="http://schemas.microsoft.com/office/drawing/2014/main" id="{03CAE59D-58C2-4EE9-A45B-8926743E6346}"/>
              </a:ext>
            </a:extLst>
          </p:cNvPr>
          <p:cNvSpPr txBox="1"/>
          <p:nvPr/>
        </p:nvSpPr>
        <p:spPr>
          <a:xfrm>
            <a:off x="6971323" y="4386120"/>
            <a:ext cx="954107"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Custom Rules</a:t>
            </a:r>
          </a:p>
        </p:txBody>
      </p:sp>
      <p:sp>
        <p:nvSpPr>
          <p:cNvPr id="45" name="TextBox 44">
            <a:extLst>
              <a:ext uri="{FF2B5EF4-FFF2-40B4-BE49-F238E27FC236}">
                <a16:creationId xmlns:a16="http://schemas.microsoft.com/office/drawing/2014/main" id="{C5176A2C-A30E-8972-24F5-E09B52B84D54}"/>
              </a:ext>
            </a:extLst>
          </p:cNvPr>
          <p:cNvSpPr txBox="1"/>
          <p:nvPr/>
        </p:nvSpPr>
        <p:spPr>
          <a:xfrm>
            <a:off x="3723350" y="3439999"/>
            <a:ext cx="1484971" cy="215444"/>
          </a:xfrm>
          <a:prstGeom prst="rect">
            <a:avLst/>
          </a:prstGeom>
          <a:noFill/>
        </p:spPr>
        <p:txBody>
          <a:bodyPr wrap="square" rtlCol="0">
            <a:spAutoFit/>
          </a:bodyPr>
          <a:lstStyle/>
          <a:p>
            <a:r>
              <a:rPr lang="en-SG" sz="800" noProof="0" dirty="0">
                <a:solidFill>
                  <a:schemeClr val="bg2">
                    <a:lumMod val="50000"/>
                  </a:schemeClr>
                </a:solidFill>
                <a:latin typeface="Source Sans Pro" panose="020B0503030403020204" pitchFamily="34" charset="0"/>
                <a:ea typeface="Source Sans Pro" panose="020B0503030403020204" pitchFamily="34" charset="0"/>
              </a:rPr>
              <a:t>Prompt Injection, Jailbreak…</a:t>
            </a:r>
          </a:p>
        </p:txBody>
      </p:sp>
      <p:sp>
        <p:nvSpPr>
          <p:cNvPr id="47" name="TextBox 46">
            <a:extLst>
              <a:ext uri="{FF2B5EF4-FFF2-40B4-BE49-F238E27FC236}">
                <a16:creationId xmlns:a16="http://schemas.microsoft.com/office/drawing/2014/main" id="{3BBDDEA6-8306-A02B-1A83-A26A72D47017}"/>
              </a:ext>
            </a:extLst>
          </p:cNvPr>
          <p:cNvSpPr txBox="1"/>
          <p:nvPr/>
        </p:nvSpPr>
        <p:spPr>
          <a:xfrm>
            <a:off x="8127242" y="4485988"/>
            <a:ext cx="756000" cy="180000"/>
          </a:xfrm>
          <a:prstGeom prst="rect">
            <a:avLst/>
          </a:prstGeom>
          <a:noFill/>
        </p:spPr>
        <p:txBody>
          <a:bodyPr wrap="square" rtlCol="0">
            <a:spAutoFit/>
          </a:bodyPr>
          <a:lstStyle/>
          <a:p>
            <a:r>
              <a:rPr lang="en-SG" sz="800" noProof="0" dirty="0">
                <a:solidFill>
                  <a:schemeClr val="bg2">
                    <a:lumMod val="50000"/>
                  </a:schemeClr>
                </a:solidFill>
                <a:latin typeface="Source Sans Pro" panose="020B0503030403020204" pitchFamily="34" charset="0"/>
                <a:ea typeface="Source Sans Pro" panose="020B0503030403020204" pitchFamily="34" charset="0"/>
              </a:rPr>
              <a:t>And others…</a:t>
            </a:r>
          </a:p>
        </p:txBody>
      </p:sp>
      <p:cxnSp>
        <p:nvCxnSpPr>
          <p:cNvPr id="48" name="Connector: Elbow 47">
            <a:extLst>
              <a:ext uri="{FF2B5EF4-FFF2-40B4-BE49-F238E27FC236}">
                <a16:creationId xmlns:a16="http://schemas.microsoft.com/office/drawing/2014/main" id="{F1136B0B-54C1-6BB0-5E6E-72C24AC1AC49}"/>
              </a:ext>
            </a:extLst>
          </p:cNvPr>
          <p:cNvCxnSpPr>
            <a:cxnSpLocks/>
            <a:stCxn id="5" idx="3"/>
            <a:endCxn id="37" idx="1"/>
          </p:cNvCxnSpPr>
          <p:nvPr/>
        </p:nvCxnSpPr>
        <p:spPr>
          <a:xfrm flipV="1">
            <a:off x="2031485" y="3381579"/>
            <a:ext cx="1568980" cy="404691"/>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cxnSp>
        <p:nvCxnSpPr>
          <p:cNvPr id="51" name="Connector: Elbow 50">
            <a:extLst>
              <a:ext uri="{FF2B5EF4-FFF2-40B4-BE49-F238E27FC236}">
                <a16:creationId xmlns:a16="http://schemas.microsoft.com/office/drawing/2014/main" id="{ABF6C1D6-926A-5018-4DAE-9F55A5445F93}"/>
              </a:ext>
            </a:extLst>
          </p:cNvPr>
          <p:cNvCxnSpPr>
            <a:cxnSpLocks/>
            <a:stCxn id="37" idx="3"/>
            <a:endCxn id="3" idx="1"/>
          </p:cNvCxnSpPr>
          <p:nvPr/>
        </p:nvCxnSpPr>
        <p:spPr>
          <a:xfrm>
            <a:off x="8896786" y="3381579"/>
            <a:ext cx="1628233" cy="231390"/>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sp>
        <p:nvSpPr>
          <p:cNvPr id="55" name="Rectangle 54">
            <a:extLst>
              <a:ext uri="{FF2B5EF4-FFF2-40B4-BE49-F238E27FC236}">
                <a16:creationId xmlns:a16="http://schemas.microsoft.com/office/drawing/2014/main" id="{D48CFE80-3445-9BBD-BFE9-4754E9C35007}"/>
              </a:ext>
            </a:extLst>
          </p:cNvPr>
          <p:cNvSpPr/>
          <p:nvPr/>
        </p:nvSpPr>
        <p:spPr>
          <a:xfrm>
            <a:off x="3751017" y="3162872"/>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56" name="TextBox 55">
            <a:extLst>
              <a:ext uri="{FF2B5EF4-FFF2-40B4-BE49-F238E27FC236}">
                <a16:creationId xmlns:a16="http://schemas.microsoft.com/office/drawing/2014/main" id="{27F4F2AC-AE21-C383-5761-55EA48053C37}"/>
              </a:ext>
            </a:extLst>
          </p:cNvPr>
          <p:cNvSpPr txBox="1"/>
          <p:nvPr/>
        </p:nvSpPr>
        <p:spPr>
          <a:xfrm>
            <a:off x="4013199" y="3240590"/>
            <a:ext cx="801822"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Guardrails</a:t>
            </a:r>
          </a:p>
        </p:txBody>
      </p:sp>
      <p:sp>
        <p:nvSpPr>
          <p:cNvPr id="57" name="Rectangle 56">
            <a:extLst>
              <a:ext uri="{FF2B5EF4-FFF2-40B4-BE49-F238E27FC236}">
                <a16:creationId xmlns:a16="http://schemas.microsoft.com/office/drawing/2014/main" id="{E7F10EB5-4F60-5EC9-D25D-739B7DD5B3EF}"/>
              </a:ext>
            </a:extLst>
          </p:cNvPr>
          <p:cNvSpPr/>
          <p:nvPr/>
        </p:nvSpPr>
        <p:spPr>
          <a:xfrm>
            <a:off x="5238103" y="3162872"/>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58" name="TextBox 57">
            <a:extLst>
              <a:ext uri="{FF2B5EF4-FFF2-40B4-BE49-F238E27FC236}">
                <a16:creationId xmlns:a16="http://schemas.microsoft.com/office/drawing/2014/main" id="{8770B773-F873-64F3-D323-26B60DF50446}"/>
              </a:ext>
            </a:extLst>
          </p:cNvPr>
          <p:cNvSpPr txBox="1"/>
          <p:nvPr/>
        </p:nvSpPr>
        <p:spPr>
          <a:xfrm>
            <a:off x="5360387" y="3249551"/>
            <a:ext cx="1151276" cy="400110"/>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Data Exfiltration </a:t>
            </a:r>
          </a:p>
          <a:p>
            <a:pPr algn="ctr"/>
            <a:r>
              <a:rPr lang="en-SG" sz="1000" b="1" noProof="0" dirty="0">
                <a:latin typeface="Source Sans Pro" panose="020B0503030403020204" pitchFamily="34" charset="0"/>
                <a:ea typeface="Source Sans Pro" panose="020B0503030403020204" pitchFamily="34" charset="0"/>
              </a:rPr>
              <a:t>Protection</a:t>
            </a:r>
          </a:p>
        </p:txBody>
      </p:sp>
      <p:sp>
        <p:nvSpPr>
          <p:cNvPr id="59" name="Rectangle 58">
            <a:extLst>
              <a:ext uri="{FF2B5EF4-FFF2-40B4-BE49-F238E27FC236}">
                <a16:creationId xmlns:a16="http://schemas.microsoft.com/office/drawing/2014/main" id="{123D6FED-CEF0-3313-5C38-D67012EE478A}"/>
              </a:ext>
            </a:extLst>
          </p:cNvPr>
          <p:cNvSpPr/>
          <p:nvPr/>
        </p:nvSpPr>
        <p:spPr>
          <a:xfrm>
            <a:off x="6742003" y="3161050"/>
            <a:ext cx="1362753" cy="58276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60" name="TextBox 59">
            <a:extLst>
              <a:ext uri="{FF2B5EF4-FFF2-40B4-BE49-F238E27FC236}">
                <a16:creationId xmlns:a16="http://schemas.microsoft.com/office/drawing/2014/main" id="{59287CA6-FEFE-698F-6843-3E375E5AEF1B}"/>
              </a:ext>
            </a:extLst>
          </p:cNvPr>
          <p:cNvSpPr txBox="1"/>
          <p:nvPr/>
        </p:nvSpPr>
        <p:spPr>
          <a:xfrm>
            <a:off x="6946325" y="3329320"/>
            <a:ext cx="954107" cy="246221"/>
          </a:xfrm>
          <a:prstGeom prst="rect">
            <a:avLst/>
          </a:prstGeom>
          <a:noFill/>
        </p:spPr>
        <p:txBody>
          <a:bodyPr wrap="none" rtlCol="0">
            <a:spAutoFit/>
          </a:bodyPr>
          <a:lstStyle/>
          <a:p>
            <a:pPr algn="ctr"/>
            <a:r>
              <a:rPr lang="en-SG" sz="1000" b="1" noProof="0" dirty="0">
                <a:latin typeface="Source Sans Pro" panose="020B0503030403020204" pitchFamily="34" charset="0"/>
                <a:ea typeface="Source Sans Pro" panose="020B0503030403020204" pitchFamily="34" charset="0"/>
              </a:rPr>
              <a:t>Custom Rules</a:t>
            </a:r>
          </a:p>
        </p:txBody>
      </p:sp>
      <p:sp>
        <p:nvSpPr>
          <p:cNvPr id="61" name="TextBox 60">
            <a:extLst>
              <a:ext uri="{FF2B5EF4-FFF2-40B4-BE49-F238E27FC236}">
                <a16:creationId xmlns:a16="http://schemas.microsoft.com/office/drawing/2014/main" id="{1199CB5D-CA55-1566-458A-FC836DE837C9}"/>
              </a:ext>
            </a:extLst>
          </p:cNvPr>
          <p:cNvSpPr txBox="1"/>
          <p:nvPr/>
        </p:nvSpPr>
        <p:spPr>
          <a:xfrm>
            <a:off x="3840351" y="4495937"/>
            <a:ext cx="1404000" cy="215444"/>
          </a:xfrm>
          <a:prstGeom prst="rect">
            <a:avLst/>
          </a:prstGeom>
          <a:noFill/>
        </p:spPr>
        <p:txBody>
          <a:bodyPr wrap="square" rtlCol="0">
            <a:spAutoFit/>
          </a:bodyPr>
          <a:lstStyle/>
          <a:p>
            <a:r>
              <a:rPr lang="en-SG" sz="800" noProof="0" dirty="0">
                <a:solidFill>
                  <a:schemeClr val="bg2">
                    <a:lumMod val="50000"/>
                  </a:schemeClr>
                </a:solidFill>
                <a:latin typeface="Source Sans Pro" panose="020B0503030403020204" pitchFamily="34" charset="0"/>
                <a:ea typeface="Source Sans Pro" panose="020B0503030403020204" pitchFamily="34" charset="0"/>
              </a:rPr>
              <a:t>Safety Check, Sanitisation</a:t>
            </a:r>
          </a:p>
        </p:txBody>
      </p:sp>
      <p:sp>
        <p:nvSpPr>
          <p:cNvPr id="62" name="TextBox 61">
            <a:extLst>
              <a:ext uri="{FF2B5EF4-FFF2-40B4-BE49-F238E27FC236}">
                <a16:creationId xmlns:a16="http://schemas.microsoft.com/office/drawing/2014/main" id="{A06AC53A-9075-AEFB-0BE0-597D073D081D}"/>
              </a:ext>
            </a:extLst>
          </p:cNvPr>
          <p:cNvSpPr txBox="1"/>
          <p:nvPr/>
        </p:nvSpPr>
        <p:spPr>
          <a:xfrm>
            <a:off x="8102246" y="3394087"/>
            <a:ext cx="747037" cy="215444"/>
          </a:xfrm>
          <a:prstGeom prst="rect">
            <a:avLst/>
          </a:prstGeom>
          <a:noFill/>
        </p:spPr>
        <p:txBody>
          <a:bodyPr wrap="square" rtlCol="0">
            <a:spAutoFit/>
          </a:bodyPr>
          <a:lstStyle/>
          <a:p>
            <a:r>
              <a:rPr lang="en-SG" sz="800" noProof="0" dirty="0">
                <a:solidFill>
                  <a:schemeClr val="bg2">
                    <a:lumMod val="50000"/>
                  </a:schemeClr>
                </a:solidFill>
                <a:latin typeface="Source Sans Pro" panose="020B0503030403020204" pitchFamily="34" charset="0"/>
                <a:ea typeface="Source Sans Pro" panose="020B0503030403020204" pitchFamily="34" charset="0"/>
              </a:rPr>
              <a:t>And others…</a:t>
            </a:r>
          </a:p>
        </p:txBody>
      </p:sp>
      <p:cxnSp>
        <p:nvCxnSpPr>
          <p:cNvPr id="63" name="Connector: Elbow 62">
            <a:extLst>
              <a:ext uri="{FF2B5EF4-FFF2-40B4-BE49-F238E27FC236}">
                <a16:creationId xmlns:a16="http://schemas.microsoft.com/office/drawing/2014/main" id="{02FC55F1-35BB-B6AE-21B1-78FBB43BF3B4}"/>
              </a:ext>
            </a:extLst>
          </p:cNvPr>
          <p:cNvCxnSpPr>
            <a:cxnSpLocks/>
            <a:stCxn id="3" idx="2"/>
            <a:endCxn id="39" idx="3"/>
          </p:cNvCxnSpPr>
          <p:nvPr/>
        </p:nvCxnSpPr>
        <p:spPr>
          <a:xfrm rot="5400000">
            <a:off x="9543245" y="3211739"/>
            <a:ext cx="580544" cy="1887005"/>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66" name="Connector: Elbow 65">
            <a:extLst>
              <a:ext uri="{FF2B5EF4-FFF2-40B4-BE49-F238E27FC236}">
                <a16:creationId xmlns:a16="http://schemas.microsoft.com/office/drawing/2014/main" id="{4476B997-E61E-13CF-63B6-5007598F68BE}"/>
              </a:ext>
            </a:extLst>
          </p:cNvPr>
          <p:cNvCxnSpPr>
            <a:cxnSpLocks/>
            <a:stCxn id="39" idx="1"/>
          </p:cNvCxnSpPr>
          <p:nvPr/>
        </p:nvCxnSpPr>
        <p:spPr>
          <a:xfrm rot="10800000">
            <a:off x="1076909" y="3990739"/>
            <a:ext cx="2516784" cy="454774"/>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85" name="Rectangle: Rounded Corners 84">
            <a:extLst>
              <a:ext uri="{FF2B5EF4-FFF2-40B4-BE49-F238E27FC236}">
                <a16:creationId xmlns:a16="http://schemas.microsoft.com/office/drawing/2014/main" id="{69FF9DB8-403E-558E-1C7C-FAB04437D720}"/>
              </a:ext>
            </a:extLst>
          </p:cNvPr>
          <p:cNvSpPr/>
          <p:nvPr/>
        </p:nvSpPr>
        <p:spPr>
          <a:xfrm>
            <a:off x="7031783" y="5701376"/>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LLM2</a:t>
            </a:r>
          </a:p>
        </p:txBody>
      </p:sp>
      <p:sp>
        <p:nvSpPr>
          <p:cNvPr id="86" name="Rectangle: Rounded Corners 85">
            <a:extLst>
              <a:ext uri="{FF2B5EF4-FFF2-40B4-BE49-F238E27FC236}">
                <a16:creationId xmlns:a16="http://schemas.microsoft.com/office/drawing/2014/main" id="{EE82385C-7710-1B59-E986-239DDCE694B8}"/>
              </a:ext>
            </a:extLst>
          </p:cNvPr>
          <p:cNvSpPr/>
          <p:nvPr/>
        </p:nvSpPr>
        <p:spPr>
          <a:xfrm>
            <a:off x="7890208" y="5701376"/>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LLM3</a:t>
            </a:r>
          </a:p>
        </p:txBody>
      </p:sp>
      <p:cxnSp>
        <p:nvCxnSpPr>
          <p:cNvPr id="88" name="Straight Arrow Connector 87">
            <a:extLst>
              <a:ext uri="{FF2B5EF4-FFF2-40B4-BE49-F238E27FC236}">
                <a16:creationId xmlns:a16="http://schemas.microsoft.com/office/drawing/2014/main" id="{5455762D-29CD-242D-87CA-53BA94A1648D}"/>
              </a:ext>
            </a:extLst>
          </p:cNvPr>
          <p:cNvCxnSpPr>
            <a:cxnSpLocks/>
            <a:stCxn id="87" idx="3"/>
          </p:cNvCxnSpPr>
          <p:nvPr/>
        </p:nvCxnSpPr>
        <p:spPr>
          <a:xfrm>
            <a:off x="4745007" y="1864090"/>
            <a:ext cx="1314446" cy="962448"/>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sp>
        <p:nvSpPr>
          <p:cNvPr id="98" name="Rectangle: Rounded Corners 97">
            <a:extLst>
              <a:ext uri="{FF2B5EF4-FFF2-40B4-BE49-F238E27FC236}">
                <a16:creationId xmlns:a16="http://schemas.microsoft.com/office/drawing/2014/main" id="{66A8F976-B67C-62B8-83CE-636026B267A2}"/>
              </a:ext>
            </a:extLst>
          </p:cNvPr>
          <p:cNvSpPr/>
          <p:nvPr/>
        </p:nvSpPr>
        <p:spPr>
          <a:xfrm>
            <a:off x="8768183" y="5701376"/>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LLM6</a:t>
            </a:r>
          </a:p>
        </p:txBody>
      </p:sp>
      <p:sp>
        <p:nvSpPr>
          <p:cNvPr id="99" name="Rectangle: Rounded Corners 98">
            <a:extLst>
              <a:ext uri="{FF2B5EF4-FFF2-40B4-BE49-F238E27FC236}">
                <a16:creationId xmlns:a16="http://schemas.microsoft.com/office/drawing/2014/main" id="{8931EA08-29FD-CBCB-4A9E-F355BEBF664A}"/>
              </a:ext>
            </a:extLst>
          </p:cNvPr>
          <p:cNvSpPr/>
          <p:nvPr/>
        </p:nvSpPr>
        <p:spPr>
          <a:xfrm>
            <a:off x="9626608" y="5701376"/>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LLM8</a:t>
            </a:r>
          </a:p>
        </p:txBody>
      </p:sp>
      <p:sp>
        <p:nvSpPr>
          <p:cNvPr id="106" name="Rectangle 105">
            <a:extLst>
              <a:ext uri="{FF2B5EF4-FFF2-40B4-BE49-F238E27FC236}">
                <a16:creationId xmlns:a16="http://schemas.microsoft.com/office/drawing/2014/main" id="{EB32EE8A-3AB3-C22A-00A5-6A73D2AFBDD1}"/>
              </a:ext>
            </a:extLst>
          </p:cNvPr>
          <p:cNvSpPr/>
          <p:nvPr/>
        </p:nvSpPr>
        <p:spPr>
          <a:xfrm>
            <a:off x="6851357" y="5564969"/>
            <a:ext cx="3754573" cy="946092"/>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SG" noProof="0" dirty="0"/>
          </a:p>
        </p:txBody>
      </p:sp>
      <p:sp>
        <p:nvSpPr>
          <p:cNvPr id="107" name="Rectangle: Rounded Corners 106">
            <a:extLst>
              <a:ext uri="{FF2B5EF4-FFF2-40B4-BE49-F238E27FC236}">
                <a16:creationId xmlns:a16="http://schemas.microsoft.com/office/drawing/2014/main" id="{6BCF13FE-B13A-1AC1-5333-3C241CD9C889}"/>
              </a:ext>
            </a:extLst>
          </p:cNvPr>
          <p:cNvSpPr/>
          <p:nvPr/>
        </p:nvSpPr>
        <p:spPr>
          <a:xfrm>
            <a:off x="1161153" y="1497741"/>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LLM1</a:t>
            </a:r>
          </a:p>
        </p:txBody>
      </p:sp>
      <p:sp>
        <p:nvSpPr>
          <p:cNvPr id="108" name="Rectangle: Rounded Corners 107">
            <a:extLst>
              <a:ext uri="{FF2B5EF4-FFF2-40B4-BE49-F238E27FC236}">
                <a16:creationId xmlns:a16="http://schemas.microsoft.com/office/drawing/2014/main" id="{112CFFBB-2FA3-9DDE-C8AA-DDDF1CF81276}"/>
              </a:ext>
            </a:extLst>
          </p:cNvPr>
          <p:cNvSpPr/>
          <p:nvPr/>
        </p:nvSpPr>
        <p:spPr>
          <a:xfrm>
            <a:off x="2019578" y="1497741"/>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LLM4</a:t>
            </a:r>
          </a:p>
        </p:txBody>
      </p:sp>
      <p:cxnSp>
        <p:nvCxnSpPr>
          <p:cNvPr id="109" name="Straight Arrow Connector 108">
            <a:extLst>
              <a:ext uri="{FF2B5EF4-FFF2-40B4-BE49-F238E27FC236}">
                <a16:creationId xmlns:a16="http://schemas.microsoft.com/office/drawing/2014/main" id="{88A57850-1071-41E9-81D9-41E38754A197}"/>
              </a:ext>
            </a:extLst>
          </p:cNvPr>
          <p:cNvCxnSpPr>
            <a:cxnSpLocks/>
            <a:stCxn id="106" idx="1"/>
            <a:endCxn id="39" idx="2"/>
          </p:cNvCxnSpPr>
          <p:nvPr/>
        </p:nvCxnSpPr>
        <p:spPr>
          <a:xfrm flipH="1" flipV="1">
            <a:off x="6241854" y="4944349"/>
            <a:ext cx="609503" cy="1093666"/>
          </a:xfrm>
          <a:prstGeom prst="straightConnector1">
            <a:avLst/>
          </a:prstGeom>
          <a:ln w="12700">
            <a:solidFill>
              <a:srgbClr val="005AAB"/>
            </a:solidFill>
            <a:tailEnd type="triangle"/>
          </a:ln>
        </p:spPr>
        <p:style>
          <a:lnRef idx="2">
            <a:schemeClr val="dk1"/>
          </a:lnRef>
          <a:fillRef idx="0">
            <a:schemeClr val="dk1"/>
          </a:fillRef>
          <a:effectRef idx="1">
            <a:schemeClr val="dk1"/>
          </a:effectRef>
          <a:fontRef idx="minor">
            <a:schemeClr val="tx1"/>
          </a:fontRef>
        </p:style>
      </p:cxnSp>
      <p:sp>
        <p:nvSpPr>
          <p:cNvPr id="110" name="Rectangle: Rounded Corners 109">
            <a:extLst>
              <a:ext uri="{FF2B5EF4-FFF2-40B4-BE49-F238E27FC236}">
                <a16:creationId xmlns:a16="http://schemas.microsoft.com/office/drawing/2014/main" id="{1D0E9D8B-22A5-1D50-7208-9284AA845044}"/>
              </a:ext>
            </a:extLst>
          </p:cNvPr>
          <p:cNvSpPr/>
          <p:nvPr/>
        </p:nvSpPr>
        <p:spPr>
          <a:xfrm>
            <a:off x="2936053" y="1497741"/>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LLM5</a:t>
            </a:r>
          </a:p>
        </p:txBody>
      </p:sp>
      <p:sp>
        <p:nvSpPr>
          <p:cNvPr id="111" name="Rectangle: Rounded Corners 110">
            <a:extLst>
              <a:ext uri="{FF2B5EF4-FFF2-40B4-BE49-F238E27FC236}">
                <a16:creationId xmlns:a16="http://schemas.microsoft.com/office/drawing/2014/main" id="{39DFE30F-6D47-DB26-D0CF-685224B0CEAC}"/>
              </a:ext>
            </a:extLst>
          </p:cNvPr>
          <p:cNvSpPr/>
          <p:nvPr/>
        </p:nvSpPr>
        <p:spPr>
          <a:xfrm>
            <a:off x="3788209" y="1494290"/>
            <a:ext cx="798896" cy="307576"/>
          </a:xfrm>
          <a:prstGeom prst="roundRect">
            <a:avLst>
              <a:gd name="adj" fmla="val 50000"/>
            </a:avLst>
          </a:prstGeom>
          <a:solidFill>
            <a:srgbClr val="FFC000"/>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LLM7</a:t>
            </a:r>
          </a:p>
        </p:txBody>
      </p:sp>
      <p:sp>
        <p:nvSpPr>
          <p:cNvPr id="117" name="Title 1">
            <a:extLst>
              <a:ext uri="{FF2B5EF4-FFF2-40B4-BE49-F238E27FC236}">
                <a16:creationId xmlns:a16="http://schemas.microsoft.com/office/drawing/2014/main" id="{F342E372-CEDD-C6FC-3351-4F578A308260}"/>
              </a:ext>
            </a:extLst>
          </p:cNvPr>
          <p:cNvSpPr txBox="1">
            <a:spLocks/>
          </p:cNvSpPr>
          <p:nvPr/>
        </p:nvSpPr>
        <p:spPr>
          <a:xfrm>
            <a:off x="6851357" y="5185136"/>
            <a:ext cx="1759692"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Outbound Policy</a:t>
            </a:r>
          </a:p>
        </p:txBody>
      </p:sp>
      <p:sp>
        <p:nvSpPr>
          <p:cNvPr id="118" name="Title 1">
            <a:extLst>
              <a:ext uri="{FF2B5EF4-FFF2-40B4-BE49-F238E27FC236}">
                <a16:creationId xmlns:a16="http://schemas.microsoft.com/office/drawing/2014/main" id="{F829284E-2D6D-E58A-8352-B207D7B86016}"/>
              </a:ext>
            </a:extLst>
          </p:cNvPr>
          <p:cNvSpPr txBox="1">
            <a:spLocks/>
          </p:cNvSpPr>
          <p:nvPr/>
        </p:nvSpPr>
        <p:spPr>
          <a:xfrm>
            <a:off x="918344" y="1012148"/>
            <a:ext cx="1759692"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Inbound Policy</a:t>
            </a:r>
          </a:p>
        </p:txBody>
      </p:sp>
      <p:sp>
        <p:nvSpPr>
          <p:cNvPr id="132" name="Rectangle: Rounded Corners 131">
            <a:extLst>
              <a:ext uri="{FF2B5EF4-FFF2-40B4-BE49-F238E27FC236}">
                <a16:creationId xmlns:a16="http://schemas.microsoft.com/office/drawing/2014/main" id="{B27F1EE7-060D-9EFD-FAD9-0290EB3F9937}"/>
              </a:ext>
            </a:extLst>
          </p:cNvPr>
          <p:cNvSpPr/>
          <p:nvPr/>
        </p:nvSpPr>
        <p:spPr>
          <a:xfrm>
            <a:off x="7031783" y="6107164"/>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ASI02</a:t>
            </a:r>
          </a:p>
        </p:txBody>
      </p:sp>
      <p:sp>
        <p:nvSpPr>
          <p:cNvPr id="144" name="Rectangle: Rounded Corners 143">
            <a:extLst>
              <a:ext uri="{FF2B5EF4-FFF2-40B4-BE49-F238E27FC236}">
                <a16:creationId xmlns:a16="http://schemas.microsoft.com/office/drawing/2014/main" id="{37AC1A0E-E03D-6A29-2263-91411E525B34}"/>
              </a:ext>
            </a:extLst>
          </p:cNvPr>
          <p:cNvSpPr/>
          <p:nvPr/>
        </p:nvSpPr>
        <p:spPr>
          <a:xfrm>
            <a:off x="7890208" y="6099410"/>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ASI03</a:t>
            </a:r>
          </a:p>
        </p:txBody>
      </p:sp>
      <p:sp>
        <p:nvSpPr>
          <p:cNvPr id="145" name="Rectangle: Rounded Corners 144">
            <a:extLst>
              <a:ext uri="{FF2B5EF4-FFF2-40B4-BE49-F238E27FC236}">
                <a16:creationId xmlns:a16="http://schemas.microsoft.com/office/drawing/2014/main" id="{BD69572D-9157-01D8-4C8C-65C124B852E4}"/>
              </a:ext>
            </a:extLst>
          </p:cNvPr>
          <p:cNvSpPr/>
          <p:nvPr/>
        </p:nvSpPr>
        <p:spPr>
          <a:xfrm>
            <a:off x="8776340" y="6105379"/>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ASI10</a:t>
            </a:r>
          </a:p>
        </p:txBody>
      </p:sp>
      <p:sp>
        <p:nvSpPr>
          <p:cNvPr id="147" name="Rectangle: Rounded Corners 146">
            <a:extLst>
              <a:ext uri="{FF2B5EF4-FFF2-40B4-BE49-F238E27FC236}">
                <a16:creationId xmlns:a16="http://schemas.microsoft.com/office/drawing/2014/main" id="{77D40086-0A5E-4FBE-D6E6-789D68D04A9E}"/>
              </a:ext>
            </a:extLst>
          </p:cNvPr>
          <p:cNvSpPr/>
          <p:nvPr/>
        </p:nvSpPr>
        <p:spPr>
          <a:xfrm>
            <a:off x="1191496" y="1908195"/>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ASI01</a:t>
            </a:r>
          </a:p>
        </p:txBody>
      </p:sp>
      <p:sp>
        <p:nvSpPr>
          <p:cNvPr id="148" name="Rectangle: Rounded Corners 147">
            <a:extLst>
              <a:ext uri="{FF2B5EF4-FFF2-40B4-BE49-F238E27FC236}">
                <a16:creationId xmlns:a16="http://schemas.microsoft.com/office/drawing/2014/main" id="{3BCEC34A-AFC3-A456-4FA8-013D03C19502}"/>
              </a:ext>
            </a:extLst>
          </p:cNvPr>
          <p:cNvSpPr/>
          <p:nvPr/>
        </p:nvSpPr>
        <p:spPr>
          <a:xfrm>
            <a:off x="2049921" y="1900441"/>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ASI04</a:t>
            </a:r>
          </a:p>
        </p:txBody>
      </p:sp>
      <p:sp>
        <p:nvSpPr>
          <p:cNvPr id="149" name="Rectangle: Rounded Corners 148">
            <a:extLst>
              <a:ext uri="{FF2B5EF4-FFF2-40B4-BE49-F238E27FC236}">
                <a16:creationId xmlns:a16="http://schemas.microsoft.com/office/drawing/2014/main" id="{BE555A69-E3C2-76DB-4D5A-84CB1EF2C256}"/>
              </a:ext>
            </a:extLst>
          </p:cNvPr>
          <p:cNvSpPr/>
          <p:nvPr/>
        </p:nvSpPr>
        <p:spPr>
          <a:xfrm>
            <a:off x="2936053" y="1906410"/>
            <a:ext cx="798896" cy="307576"/>
          </a:xfrm>
          <a:prstGeom prst="roundRect">
            <a:avLst>
              <a:gd name="adj" fmla="val 50000"/>
            </a:avLst>
          </a:prstGeom>
          <a:solidFill>
            <a:srgbClr val="005AAB"/>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SG" sz="1200" noProof="0" dirty="0">
                <a:solidFill>
                  <a:schemeClr val="bg1"/>
                </a:solidFill>
                <a:latin typeface="Source Sans Pro" panose="020B0503030403020204" pitchFamily="34" charset="0"/>
                <a:ea typeface="Source Sans Pro" panose="020B0503030403020204" pitchFamily="34" charset="0"/>
              </a:rPr>
              <a:t>ASI08</a:t>
            </a:r>
          </a:p>
        </p:txBody>
      </p:sp>
      <p:pic>
        <p:nvPicPr>
          <p:cNvPr id="3" name="Picture 2" descr="Creating my first AI Agent: a journey of curiosity and growth. | Austan  Lundeen, CDMP, PCM posted on the topic | LinkedIn">
            <a:extLst>
              <a:ext uri="{FF2B5EF4-FFF2-40B4-BE49-F238E27FC236}">
                <a16:creationId xmlns:a16="http://schemas.microsoft.com/office/drawing/2014/main" id="{2E62096D-4206-9B31-31AA-C7C2324A9D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5019" y="3360969"/>
            <a:ext cx="504000" cy="504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DF0B2F4-94A5-23F1-DEDC-035D7C59B0EB}"/>
              </a:ext>
            </a:extLst>
          </p:cNvPr>
          <p:cNvSpPr/>
          <p:nvPr/>
        </p:nvSpPr>
        <p:spPr>
          <a:xfrm>
            <a:off x="224885" y="3570468"/>
            <a:ext cx="1806600" cy="4316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latin typeface="Source Sans Pro" panose="020B0503030403020204" pitchFamily="34" charset="0"/>
              <a:ea typeface="Source Sans Pro" panose="020B0503030403020204" pitchFamily="34" charset="0"/>
            </a:endParaRPr>
          </a:p>
        </p:txBody>
      </p:sp>
      <p:sp>
        <p:nvSpPr>
          <p:cNvPr id="7" name="TextBox 6">
            <a:extLst>
              <a:ext uri="{FF2B5EF4-FFF2-40B4-BE49-F238E27FC236}">
                <a16:creationId xmlns:a16="http://schemas.microsoft.com/office/drawing/2014/main" id="{BFC64C8D-D25D-0554-E599-25F3A07E078F}"/>
              </a:ext>
            </a:extLst>
          </p:cNvPr>
          <p:cNvSpPr txBox="1"/>
          <p:nvPr/>
        </p:nvSpPr>
        <p:spPr>
          <a:xfrm>
            <a:off x="328269" y="3648007"/>
            <a:ext cx="1616148" cy="261610"/>
          </a:xfrm>
          <a:prstGeom prst="rect">
            <a:avLst/>
          </a:prstGeom>
          <a:noFill/>
        </p:spPr>
        <p:txBody>
          <a:bodyPr wrap="none" rtlCol="0">
            <a:spAutoFit/>
          </a:bodyPr>
          <a:lstStyle/>
          <a:p>
            <a:pPr algn="ctr"/>
            <a:r>
              <a:rPr lang="en-SG" sz="1100" b="1" noProof="0" dirty="0">
                <a:latin typeface="Source Sans Pro" panose="020B0503030403020204" pitchFamily="34" charset="0"/>
                <a:ea typeface="Source Sans Pro" panose="020B0503030403020204" pitchFamily="34" charset="0"/>
              </a:rPr>
              <a:t>TP Email, User Query…</a:t>
            </a:r>
          </a:p>
        </p:txBody>
      </p:sp>
      <p:sp>
        <p:nvSpPr>
          <p:cNvPr id="20" name="Title 1">
            <a:extLst>
              <a:ext uri="{FF2B5EF4-FFF2-40B4-BE49-F238E27FC236}">
                <a16:creationId xmlns:a16="http://schemas.microsoft.com/office/drawing/2014/main" id="{F6EE166B-3140-AE9A-27A2-36DBAB12CC3E}"/>
              </a:ext>
            </a:extLst>
          </p:cNvPr>
          <p:cNvSpPr txBox="1">
            <a:spLocks/>
          </p:cNvSpPr>
          <p:nvPr/>
        </p:nvSpPr>
        <p:spPr>
          <a:xfrm>
            <a:off x="5813279" y="1633381"/>
            <a:ext cx="5929542" cy="515015"/>
          </a:xfrm>
          <a:prstGeom prst="rect">
            <a:avLst/>
          </a:prstGeom>
          <a:ln w="1905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Notice how it’s just the other way around between Inbound and Outbound threats</a:t>
            </a:r>
          </a:p>
        </p:txBody>
      </p:sp>
      <p:sp>
        <p:nvSpPr>
          <p:cNvPr id="6" name="Footer Placeholder 3">
            <a:extLst>
              <a:ext uri="{FF2B5EF4-FFF2-40B4-BE49-F238E27FC236}">
                <a16:creationId xmlns:a16="http://schemas.microsoft.com/office/drawing/2014/main" id="{674BEBF5-8D00-2842-0C01-408DAC3AEC24}"/>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9" name="TextBox 8">
            <a:extLst>
              <a:ext uri="{FF2B5EF4-FFF2-40B4-BE49-F238E27FC236}">
                <a16:creationId xmlns:a16="http://schemas.microsoft.com/office/drawing/2014/main" id="{8F6AA5A9-6033-6B46-F932-BEE443270479}"/>
              </a:ext>
            </a:extLst>
          </p:cNvPr>
          <p:cNvSpPr txBox="1"/>
          <p:nvPr/>
        </p:nvSpPr>
        <p:spPr>
          <a:xfrm>
            <a:off x="9505131" y="119510"/>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tx2">
                    <a:lumMod val="75000"/>
                    <a:lumOff val="25000"/>
                  </a:schemeClr>
                </a:solidFill>
                <a:effectLst/>
              </a:rPr>
              <a:t>For Information</a:t>
            </a:r>
          </a:p>
        </p:txBody>
      </p:sp>
      <p:pic>
        <p:nvPicPr>
          <p:cNvPr id="12" name="Picture 11" descr="Confirm Generic Blue icon | Freepik">
            <a:extLst>
              <a:ext uri="{FF2B5EF4-FFF2-40B4-BE49-F238E27FC236}">
                <a16:creationId xmlns:a16="http://schemas.microsoft.com/office/drawing/2014/main" id="{BEA9F9A7-70CD-A4FA-CEF5-8F398DEE20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9624" y="66734"/>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859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779ED-77F9-7AB4-6B28-849F7EB69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1F80D-2481-0E76-F42D-22894E72398A}"/>
              </a:ext>
            </a:extLst>
          </p:cNvPr>
          <p:cNvSpPr>
            <a:spLocks noGrp="1"/>
          </p:cNvSpPr>
          <p:nvPr>
            <p:ph type="title"/>
          </p:nvPr>
        </p:nvSpPr>
        <p:spPr>
          <a:xfrm>
            <a:off x="838200" y="90273"/>
            <a:ext cx="10515600" cy="425507"/>
          </a:xfrm>
        </p:spPr>
        <p:txBody>
          <a:bodyPr>
            <a:normAutofit/>
          </a:bodyPr>
          <a:lstStyle/>
          <a:p>
            <a:r>
              <a:rPr lang="en-SG" sz="2000" noProof="0" dirty="0"/>
              <a:t>Security Control Mapping – OWASP Top 10 for LLM Applications</a:t>
            </a:r>
          </a:p>
        </p:txBody>
      </p:sp>
      <p:sp>
        <p:nvSpPr>
          <p:cNvPr id="4" name="Slide Number Placeholder 3">
            <a:extLst>
              <a:ext uri="{FF2B5EF4-FFF2-40B4-BE49-F238E27FC236}">
                <a16:creationId xmlns:a16="http://schemas.microsoft.com/office/drawing/2014/main" id="{23620410-0E42-2165-28B4-C4AF124601C3}"/>
              </a:ext>
            </a:extLst>
          </p:cNvPr>
          <p:cNvSpPr>
            <a:spLocks noGrp="1"/>
          </p:cNvSpPr>
          <p:nvPr>
            <p:ph type="sldNum" sz="quarter" idx="12"/>
          </p:nvPr>
        </p:nvSpPr>
        <p:spPr/>
        <p:txBody>
          <a:bodyPr/>
          <a:lstStyle/>
          <a:p>
            <a:fld id="{5DF5AE18-F94A-B54C-9347-4CAFB5D76058}" type="slidenum">
              <a:rPr lang="en-SG" noProof="0" smtClean="0"/>
              <a:pPr/>
              <a:t>31</a:t>
            </a:fld>
            <a:endParaRPr lang="en-SG" noProof="0" dirty="0"/>
          </a:p>
        </p:txBody>
      </p:sp>
      <p:sp>
        <p:nvSpPr>
          <p:cNvPr id="5" name="Title 1">
            <a:extLst>
              <a:ext uri="{FF2B5EF4-FFF2-40B4-BE49-F238E27FC236}">
                <a16:creationId xmlns:a16="http://schemas.microsoft.com/office/drawing/2014/main" id="{1A7D779E-68C7-A492-28D8-F2105FAA5BFA}"/>
              </a:ext>
            </a:extLst>
          </p:cNvPr>
          <p:cNvSpPr txBox="1">
            <a:spLocks/>
          </p:cNvSpPr>
          <p:nvPr/>
        </p:nvSpPr>
        <p:spPr>
          <a:xfrm>
            <a:off x="838200" y="476437"/>
            <a:ext cx="10074018" cy="62348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LLM1 Prompt Injection: </a:t>
            </a:r>
          </a:p>
          <a:p>
            <a:r>
              <a:rPr lang="en-SG" sz="1200" b="0" noProof="0" dirty="0">
                <a:solidFill>
                  <a:schemeClr val="tx1"/>
                </a:solidFill>
              </a:rPr>
              <a:t>The AO Gateway inbound policy, for requests directed to agents, should perform input validation and sanitisation. The agent’s system prompt should also be hardened, and red-teaming during </a:t>
            </a:r>
            <a:r>
              <a:rPr lang="en-SG" sz="1200" b="0" noProof="0" dirty="0" err="1">
                <a:solidFill>
                  <a:schemeClr val="tx1"/>
                </a:solidFill>
              </a:rPr>
              <a:t>AgentOps</a:t>
            </a:r>
            <a:r>
              <a:rPr lang="en-SG" sz="1200" b="0" noProof="0" dirty="0">
                <a:solidFill>
                  <a:schemeClr val="tx1"/>
                </a:solidFill>
              </a:rPr>
              <a:t> / CI-CD should be used to validate resilience against prompt injection.</a:t>
            </a:r>
          </a:p>
          <a:p>
            <a:endParaRPr lang="en-SG" sz="1200" noProof="0" dirty="0"/>
          </a:p>
          <a:p>
            <a:r>
              <a:rPr lang="en-SG" sz="1200" noProof="0" dirty="0"/>
              <a:t>LLM2 Insecure Output Handling: </a:t>
            </a:r>
          </a:p>
          <a:p>
            <a:r>
              <a:rPr lang="en-SG" sz="1200" b="0" noProof="0" dirty="0">
                <a:solidFill>
                  <a:schemeClr val="tx1"/>
                </a:solidFill>
              </a:rPr>
              <a:t>The AO Gateway outbound controls, for requests originating from agents and calling downstream services, should validate and sanitise outputs where appropriate. Developers should also test rigorously for insecure output handling during development and CI/CD.</a:t>
            </a:r>
          </a:p>
          <a:p>
            <a:endParaRPr lang="en-SG" sz="1200" noProof="0" dirty="0"/>
          </a:p>
          <a:p>
            <a:r>
              <a:rPr lang="en-SG" sz="1200" noProof="0" dirty="0"/>
              <a:t>LLM3 Training Data Poisoning: </a:t>
            </a:r>
          </a:p>
          <a:p>
            <a:r>
              <a:rPr lang="en-SG" sz="1200" b="0" noProof="0" dirty="0">
                <a:solidFill>
                  <a:schemeClr val="tx1"/>
                </a:solidFill>
              </a:rPr>
              <a:t>Mend AI scanning / AI-BOM checks should help detect supply-chain or dependency-related issues that may contribute to this risk. In addition, the chosen LLM platform or provider (for example, Foundry) should be expected to apply its own controls over model training and dataset integrity.</a:t>
            </a:r>
          </a:p>
          <a:p>
            <a:endParaRPr lang="en-SG" sz="1200" noProof="0" dirty="0"/>
          </a:p>
          <a:p>
            <a:r>
              <a:rPr lang="en-SG" sz="1200" noProof="0" dirty="0"/>
              <a:t>LLM4 Model Denial of Service: </a:t>
            </a:r>
          </a:p>
          <a:p>
            <a:r>
              <a:rPr lang="en-SG" sz="1200" b="0" noProof="0" dirty="0">
                <a:solidFill>
                  <a:schemeClr val="tx1"/>
                </a:solidFill>
              </a:rPr>
              <a:t>The AO Gateway inbound policy should help mitigate this through rate limiting, quotas, throttling, and circuit breakers.</a:t>
            </a:r>
          </a:p>
          <a:p>
            <a:endParaRPr lang="en-SG" sz="1200" noProof="0" dirty="0"/>
          </a:p>
          <a:p>
            <a:r>
              <a:rPr lang="en-SG" sz="1200" noProof="0" dirty="0"/>
              <a:t>LLM5 Supply Chain Vulnerabilities: </a:t>
            </a:r>
          </a:p>
          <a:p>
            <a:r>
              <a:rPr lang="en-SG" sz="1200" b="0" noProof="0" dirty="0">
                <a:solidFill>
                  <a:schemeClr val="tx1"/>
                </a:solidFill>
              </a:rPr>
              <a:t>AO Gateway policy controls may help by validating and sanitising requests, but the primary mitigations here are likely to sit in the software supply chain, including dependency scanning, package governance, provenance checks, and secure build controls.</a:t>
            </a:r>
          </a:p>
          <a:p>
            <a:endParaRPr lang="en-SG" sz="1200" noProof="0" dirty="0"/>
          </a:p>
          <a:p>
            <a:r>
              <a:rPr lang="en-SG" sz="1200" noProof="0" dirty="0"/>
              <a:t>LLM6 Sensitive Information Disclosure: </a:t>
            </a:r>
          </a:p>
          <a:p>
            <a:r>
              <a:rPr lang="en-SG" sz="1200" b="0" noProof="0" dirty="0">
                <a:solidFill>
                  <a:schemeClr val="tx1"/>
                </a:solidFill>
              </a:rPr>
              <a:t>The AO Gateway outbound policy should help prevent unwanted data exfiltration through data protection and egress controls. If a decentralised approach is adopted, custom rules may also be extended to enforce protection under specific conditions.</a:t>
            </a:r>
          </a:p>
          <a:p>
            <a:endParaRPr lang="en-SG" sz="1200" noProof="0" dirty="0"/>
          </a:p>
          <a:p>
            <a:r>
              <a:rPr lang="en-SG" sz="1200" noProof="0" dirty="0"/>
              <a:t>LLM7 Insecure Plugin Design: </a:t>
            </a:r>
          </a:p>
          <a:p>
            <a:r>
              <a:rPr lang="en-SG" sz="1200" b="0" noProof="0" dirty="0">
                <a:solidFill>
                  <a:schemeClr val="tx1"/>
                </a:solidFill>
              </a:rPr>
              <a:t>The AO Gateway inbound policy should validate and sanitise requests to external tools. External “plugins” — in this context, MCP servers and tools — should also be subject to proper governance, onboarding, and security review.</a:t>
            </a:r>
          </a:p>
          <a:p>
            <a:br>
              <a:rPr lang="en-SG" sz="1200" noProof="0" dirty="0"/>
            </a:br>
            <a:r>
              <a:rPr lang="en-SG" sz="1200" noProof="0" dirty="0"/>
              <a:t>LLM8 Excessive Agency: </a:t>
            </a:r>
          </a:p>
          <a:p>
            <a:r>
              <a:rPr lang="en-SG" sz="1200" b="0" noProof="0" dirty="0">
                <a:solidFill>
                  <a:schemeClr val="tx1"/>
                </a:solidFill>
              </a:rPr>
              <a:t>This should be mitigated through the ABAC policy engine and the relevant PDP / PEP controls in AIGP. The agent identity’s access rights should be tightly governed. For high-risk actions, human-in-the-loop approval should remain in place until the organisation reaches a sufficient level of maturity.</a:t>
            </a:r>
          </a:p>
          <a:p>
            <a:endParaRPr lang="en-SG" sz="1200" noProof="0" dirty="0"/>
          </a:p>
          <a:p>
            <a:r>
              <a:rPr lang="en-SG" sz="1200" noProof="0" dirty="0"/>
              <a:t>LLM9 Overreliance: </a:t>
            </a:r>
          </a:p>
          <a:p>
            <a:r>
              <a:rPr lang="en-SG" sz="1200" b="0" noProof="0" dirty="0">
                <a:solidFill>
                  <a:schemeClr val="tx1"/>
                </a:solidFill>
              </a:rPr>
              <a:t>This is primarily a people and process issue and should be addressed through training, awareness, and operating procedures.</a:t>
            </a:r>
          </a:p>
          <a:p>
            <a:endParaRPr lang="en-SG" sz="1200" noProof="0" dirty="0"/>
          </a:p>
          <a:p>
            <a:r>
              <a:rPr lang="en-SG" sz="1200" noProof="0" dirty="0"/>
              <a:t>LLM10 Model Theft: </a:t>
            </a:r>
          </a:p>
          <a:p>
            <a:r>
              <a:rPr lang="en-SG" sz="1200" b="0" noProof="0" dirty="0">
                <a:solidFill>
                  <a:schemeClr val="tx1"/>
                </a:solidFill>
              </a:rPr>
              <a:t>This risk is likely to sit largely with the model or platform provider, though local controls should still be considered where relevant, such as access restrictions, monitoring, and contractual assurance.</a:t>
            </a:r>
          </a:p>
        </p:txBody>
      </p:sp>
      <p:sp>
        <p:nvSpPr>
          <p:cNvPr id="3" name="Footer Placeholder 3">
            <a:extLst>
              <a:ext uri="{FF2B5EF4-FFF2-40B4-BE49-F238E27FC236}">
                <a16:creationId xmlns:a16="http://schemas.microsoft.com/office/drawing/2014/main" id="{137D6695-9CCA-A8F2-3AA0-B34ECAEE63E3}"/>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6" name="TextBox 5">
            <a:extLst>
              <a:ext uri="{FF2B5EF4-FFF2-40B4-BE49-F238E27FC236}">
                <a16:creationId xmlns:a16="http://schemas.microsoft.com/office/drawing/2014/main" id="{060270BA-251C-EA67-069B-A9663D04373F}"/>
              </a:ext>
            </a:extLst>
          </p:cNvPr>
          <p:cNvSpPr txBox="1"/>
          <p:nvPr/>
        </p:nvSpPr>
        <p:spPr>
          <a:xfrm>
            <a:off x="9527991" y="177226"/>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tx2">
                    <a:lumMod val="75000"/>
                    <a:lumOff val="25000"/>
                  </a:schemeClr>
                </a:solidFill>
                <a:effectLst/>
              </a:rPr>
              <a:t>For Information</a:t>
            </a:r>
          </a:p>
        </p:txBody>
      </p:sp>
      <p:pic>
        <p:nvPicPr>
          <p:cNvPr id="7" name="Picture 6" descr="Confirm Generic Blue icon | Freepik">
            <a:extLst>
              <a:ext uri="{FF2B5EF4-FFF2-40B4-BE49-F238E27FC236}">
                <a16:creationId xmlns:a16="http://schemas.microsoft.com/office/drawing/2014/main" id="{BB64EF7E-5FD2-DD3F-EFDE-62A214745F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6774" y="113020"/>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455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4BF44-EE66-D5A5-7EB9-1B5E5BFFF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8BF28-B554-3465-044F-F0737205D8E3}"/>
              </a:ext>
            </a:extLst>
          </p:cNvPr>
          <p:cNvSpPr>
            <a:spLocks noGrp="1"/>
          </p:cNvSpPr>
          <p:nvPr>
            <p:ph type="title"/>
          </p:nvPr>
        </p:nvSpPr>
        <p:spPr>
          <a:xfrm>
            <a:off x="838200" y="160136"/>
            <a:ext cx="10515600" cy="425507"/>
          </a:xfrm>
        </p:spPr>
        <p:txBody>
          <a:bodyPr>
            <a:normAutofit/>
          </a:bodyPr>
          <a:lstStyle/>
          <a:p>
            <a:r>
              <a:rPr lang="en-SG" sz="2000" noProof="0" dirty="0"/>
              <a:t>Security Control Mapping – OWASP Top 10 for Agentic Applications</a:t>
            </a:r>
          </a:p>
        </p:txBody>
      </p:sp>
      <p:sp>
        <p:nvSpPr>
          <p:cNvPr id="4" name="Slide Number Placeholder 3">
            <a:extLst>
              <a:ext uri="{FF2B5EF4-FFF2-40B4-BE49-F238E27FC236}">
                <a16:creationId xmlns:a16="http://schemas.microsoft.com/office/drawing/2014/main" id="{B2EF007F-8A3B-3B32-ECCF-1A7E51485314}"/>
              </a:ext>
            </a:extLst>
          </p:cNvPr>
          <p:cNvSpPr>
            <a:spLocks noGrp="1"/>
          </p:cNvSpPr>
          <p:nvPr>
            <p:ph type="sldNum" sz="quarter" idx="12"/>
          </p:nvPr>
        </p:nvSpPr>
        <p:spPr/>
        <p:txBody>
          <a:bodyPr/>
          <a:lstStyle/>
          <a:p>
            <a:fld id="{5DF5AE18-F94A-B54C-9347-4CAFB5D76058}" type="slidenum">
              <a:rPr lang="en-SG" noProof="0" smtClean="0"/>
              <a:pPr/>
              <a:t>32</a:t>
            </a:fld>
            <a:endParaRPr lang="en-SG" noProof="0" dirty="0"/>
          </a:p>
        </p:txBody>
      </p:sp>
      <p:sp>
        <p:nvSpPr>
          <p:cNvPr id="5" name="Title 1">
            <a:extLst>
              <a:ext uri="{FF2B5EF4-FFF2-40B4-BE49-F238E27FC236}">
                <a16:creationId xmlns:a16="http://schemas.microsoft.com/office/drawing/2014/main" id="{7743F155-FEF7-9377-C42C-06F3B596803A}"/>
              </a:ext>
            </a:extLst>
          </p:cNvPr>
          <p:cNvSpPr txBox="1">
            <a:spLocks/>
          </p:cNvSpPr>
          <p:nvPr/>
        </p:nvSpPr>
        <p:spPr>
          <a:xfrm>
            <a:off x="838200" y="551466"/>
            <a:ext cx="10654364" cy="61014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ASI01 Agent Goal Hijack:</a:t>
            </a:r>
          </a:p>
          <a:p>
            <a:r>
              <a:rPr lang="en-SG" sz="1200" b="0" noProof="0" dirty="0">
                <a:solidFill>
                  <a:schemeClr val="tx1"/>
                </a:solidFill>
              </a:rPr>
              <a:t>AO Gateway inbound policies for requests directed to agents should validate and sanitise inputs. The agent’s system prompt should be hardened, and red-teaming during </a:t>
            </a:r>
            <a:r>
              <a:rPr lang="en-SG" sz="1200" b="0" noProof="0" dirty="0" err="1">
                <a:solidFill>
                  <a:schemeClr val="tx1"/>
                </a:solidFill>
              </a:rPr>
              <a:t>AgentOps</a:t>
            </a:r>
            <a:r>
              <a:rPr lang="en-SG" sz="1200" b="0" noProof="0" dirty="0">
                <a:solidFill>
                  <a:schemeClr val="tx1"/>
                </a:solidFill>
              </a:rPr>
              <a:t>/CI/CD should test the agent’s resilience.</a:t>
            </a:r>
          </a:p>
          <a:p>
            <a:endParaRPr lang="en-SG" sz="1200" noProof="0" dirty="0"/>
          </a:p>
          <a:p>
            <a:r>
              <a:rPr lang="en-SG" sz="1200" noProof="0" dirty="0"/>
              <a:t>ASI02 Tool Misuse &amp; Exploitation:</a:t>
            </a:r>
          </a:p>
          <a:p>
            <a:r>
              <a:rPr lang="en-SG" sz="1200" b="0" noProof="0" dirty="0">
                <a:solidFill>
                  <a:schemeClr val="tx1"/>
                </a:solidFill>
              </a:rPr>
              <a:t>AO Gateway should enforce ABAC policies, including parameter-level checks where needed. AIGP should also apply PDP and PEP controls. Anomaly detection should provide additional monitoring.</a:t>
            </a:r>
          </a:p>
          <a:p>
            <a:endParaRPr lang="en-SG" sz="1200" noProof="0" dirty="0"/>
          </a:p>
          <a:p>
            <a:r>
              <a:rPr lang="en-SG" sz="1200" noProof="0" dirty="0"/>
              <a:t>ASI03 Identity &amp; Privilege Abuse:</a:t>
            </a:r>
          </a:p>
          <a:p>
            <a:r>
              <a:rPr lang="en-SG" sz="1200" b="0" noProof="0" dirty="0">
                <a:solidFill>
                  <a:schemeClr val="tx1"/>
                </a:solidFill>
              </a:rPr>
              <a:t>Access should be tightly scoped, just-in-time, and short-lived. If an agent only needs Tool A, only a token for Tool A should be granted. No elevated privileges should be allowed. High-risk actions should require human approval and use On-Behalf-Of, still scoped only to the specific action required.</a:t>
            </a:r>
          </a:p>
          <a:p>
            <a:endParaRPr lang="en-SG" sz="1200" noProof="0" dirty="0"/>
          </a:p>
          <a:p>
            <a:r>
              <a:rPr lang="en-SG" sz="1200" noProof="0" dirty="0"/>
              <a:t>ASI04 Agentic Supply Chain Vulnerabilities:</a:t>
            </a:r>
          </a:p>
          <a:p>
            <a:r>
              <a:rPr lang="en-SG" sz="1200" b="0" noProof="0" dirty="0">
                <a:solidFill>
                  <a:schemeClr val="tx1"/>
                </a:solidFill>
              </a:rPr>
              <a:t>AO Gateway inbound policies should validate and sanitise requests, while supply chain risks should also be addressed through dependency governance, scanning, and secure development controls.</a:t>
            </a:r>
          </a:p>
          <a:p>
            <a:endParaRPr lang="en-SG" sz="1200" noProof="0" dirty="0"/>
          </a:p>
          <a:p>
            <a:r>
              <a:rPr lang="en-SG" sz="1200" noProof="0" dirty="0"/>
              <a:t>ASI05 Unexpected Code Execution (RCE):</a:t>
            </a:r>
          </a:p>
          <a:p>
            <a:r>
              <a:rPr lang="en-SG" sz="1200" b="0" noProof="0" dirty="0">
                <a:solidFill>
                  <a:schemeClr val="tx1"/>
                </a:solidFill>
              </a:rPr>
              <a:t>As agreed, agent code execution capabilities are out of scope for the Blueprint. If code execution is ever required, it should be externalised as a tool and subject to the appropriate governance and controls. The same inbound and outbound safety measures should still apply.</a:t>
            </a:r>
          </a:p>
          <a:p>
            <a:endParaRPr lang="en-SG" sz="1200" noProof="0" dirty="0"/>
          </a:p>
          <a:p>
            <a:r>
              <a:rPr lang="en-SG" sz="1200" noProof="0" dirty="0"/>
              <a:t>ASI06 Memory &amp; Context Poisoning:</a:t>
            </a:r>
          </a:p>
          <a:p>
            <a:r>
              <a:rPr lang="en-SG" sz="1200" b="0" noProof="0" dirty="0">
                <a:solidFill>
                  <a:schemeClr val="tx1"/>
                </a:solidFill>
              </a:rPr>
              <a:t>Agent memory should be tightly access-controlled. Any modification should require proper justification, approval, and an auditable trail.</a:t>
            </a:r>
          </a:p>
          <a:p>
            <a:endParaRPr lang="en-SG" sz="1200" noProof="0" dirty="0"/>
          </a:p>
          <a:p>
            <a:r>
              <a:rPr lang="en-SG" sz="1200" noProof="0" dirty="0"/>
              <a:t>ASI07 Insecure Inter-Agent Communication:</a:t>
            </a:r>
          </a:p>
          <a:p>
            <a:r>
              <a:rPr lang="en-SG" sz="1200" b="0" noProof="0" dirty="0">
                <a:solidFill>
                  <a:schemeClr val="tx1"/>
                </a:solidFill>
              </a:rPr>
              <a:t>This is covered in the Agent-to-Agent (A2A) Interactions slide and subsequent App &amp; Data Session.</a:t>
            </a:r>
          </a:p>
          <a:p>
            <a:endParaRPr lang="en-SG" sz="1200" noProof="0" dirty="0"/>
          </a:p>
          <a:p>
            <a:r>
              <a:rPr lang="en-SG" sz="1200" noProof="0" dirty="0"/>
              <a:t>ASI08 Cascading Failures:</a:t>
            </a:r>
          </a:p>
          <a:p>
            <a:r>
              <a:rPr lang="en-SG" sz="1200" b="0" noProof="0" dirty="0">
                <a:solidFill>
                  <a:schemeClr val="tx1"/>
                </a:solidFill>
              </a:rPr>
              <a:t>For functional, technical, and security-induced failures, AO Gateway controls and least-privilege agent access should help contain the impact. For logic and semantic failures, a kill switch and rollback mechanisms should be in place.</a:t>
            </a:r>
          </a:p>
          <a:p>
            <a:endParaRPr lang="en-SG" sz="1200" noProof="0" dirty="0"/>
          </a:p>
          <a:p>
            <a:r>
              <a:rPr lang="en-SG" sz="1200" noProof="0" dirty="0"/>
              <a:t>ASI09 Human-Agent Trust Exploitation:</a:t>
            </a:r>
          </a:p>
          <a:p>
            <a:r>
              <a:rPr lang="en-SG" sz="1200" b="0" noProof="0" dirty="0">
                <a:solidFill>
                  <a:schemeClr val="tx1"/>
                </a:solidFill>
              </a:rPr>
              <a:t>This should be addressed through people, process, and education.</a:t>
            </a:r>
          </a:p>
          <a:p>
            <a:endParaRPr lang="en-SG" sz="1200" noProof="0" dirty="0"/>
          </a:p>
          <a:p>
            <a:r>
              <a:rPr lang="en-SG" sz="1200" noProof="0" dirty="0"/>
              <a:t>ASI10 Rogue Agents:</a:t>
            </a:r>
          </a:p>
          <a:p>
            <a:r>
              <a:rPr lang="en-SG" sz="1200" b="0" noProof="0" dirty="0">
                <a:solidFill>
                  <a:schemeClr val="tx1"/>
                </a:solidFill>
              </a:rPr>
              <a:t>This should be addressed through anomaly detection, SOC monitoring, and AIGP controls.</a:t>
            </a:r>
          </a:p>
        </p:txBody>
      </p:sp>
      <p:sp>
        <p:nvSpPr>
          <p:cNvPr id="3" name="Footer Placeholder 3">
            <a:extLst>
              <a:ext uri="{FF2B5EF4-FFF2-40B4-BE49-F238E27FC236}">
                <a16:creationId xmlns:a16="http://schemas.microsoft.com/office/drawing/2014/main" id="{7E017E12-EE3B-51C4-CE0B-D70E04893577}"/>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6" name="TextBox 5">
            <a:extLst>
              <a:ext uri="{FF2B5EF4-FFF2-40B4-BE49-F238E27FC236}">
                <a16:creationId xmlns:a16="http://schemas.microsoft.com/office/drawing/2014/main" id="{45E8D87E-AAFC-2E9B-A267-F4D982430F20}"/>
              </a:ext>
            </a:extLst>
          </p:cNvPr>
          <p:cNvSpPr txBox="1"/>
          <p:nvPr/>
        </p:nvSpPr>
        <p:spPr>
          <a:xfrm>
            <a:off x="9548164" y="237903"/>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rPr>
              <a:t>For Information</a:t>
            </a:r>
          </a:p>
        </p:txBody>
      </p:sp>
      <p:pic>
        <p:nvPicPr>
          <p:cNvPr id="7" name="Picture 6" descr="Confirm Generic Blue icon | Freepik">
            <a:extLst>
              <a:ext uri="{FF2B5EF4-FFF2-40B4-BE49-F238E27FC236}">
                <a16:creationId xmlns:a16="http://schemas.microsoft.com/office/drawing/2014/main" id="{60EC4D2D-C02F-66E1-BBFB-9072A3686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9807" y="173697"/>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892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C8DD9-A75E-DD0C-F6CF-0F1A489CA2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C59B5-6AF1-EDCF-921B-E7663FF33EDF}"/>
              </a:ext>
            </a:extLst>
          </p:cNvPr>
          <p:cNvSpPr>
            <a:spLocks noGrp="1"/>
          </p:cNvSpPr>
          <p:nvPr>
            <p:ph type="title"/>
          </p:nvPr>
        </p:nvSpPr>
        <p:spPr>
          <a:xfrm>
            <a:off x="838200" y="152010"/>
            <a:ext cx="10515600" cy="425507"/>
          </a:xfrm>
        </p:spPr>
        <p:txBody>
          <a:bodyPr>
            <a:normAutofit/>
          </a:bodyPr>
          <a:lstStyle/>
          <a:p>
            <a:r>
              <a:rPr lang="en-SG" sz="2000" noProof="0" dirty="0"/>
              <a:t>AI Security Posture and Testing – From AppSec to </a:t>
            </a:r>
            <a:r>
              <a:rPr lang="en-SG" sz="2000" noProof="0" dirty="0" err="1"/>
              <a:t>AISec</a:t>
            </a:r>
            <a:endParaRPr lang="en-SG" sz="2000" noProof="0" dirty="0"/>
          </a:p>
        </p:txBody>
      </p:sp>
      <p:sp>
        <p:nvSpPr>
          <p:cNvPr id="4" name="Slide Number Placeholder 3">
            <a:extLst>
              <a:ext uri="{FF2B5EF4-FFF2-40B4-BE49-F238E27FC236}">
                <a16:creationId xmlns:a16="http://schemas.microsoft.com/office/drawing/2014/main" id="{E36C3FAB-4605-0409-9A54-E335A5ACA0A7}"/>
              </a:ext>
            </a:extLst>
          </p:cNvPr>
          <p:cNvSpPr>
            <a:spLocks noGrp="1"/>
          </p:cNvSpPr>
          <p:nvPr>
            <p:ph type="sldNum" sz="quarter" idx="12"/>
          </p:nvPr>
        </p:nvSpPr>
        <p:spPr/>
        <p:txBody>
          <a:bodyPr/>
          <a:lstStyle/>
          <a:p>
            <a:fld id="{5DF5AE18-F94A-B54C-9347-4CAFB5D76058}" type="slidenum">
              <a:rPr lang="en-SG" noProof="0" smtClean="0"/>
              <a:pPr/>
              <a:t>33</a:t>
            </a:fld>
            <a:endParaRPr lang="en-SG" noProof="0" dirty="0"/>
          </a:p>
        </p:txBody>
      </p:sp>
      <p:graphicFrame>
        <p:nvGraphicFramePr>
          <p:cNvPr id="3" name="Table 2">
            <a:extLst>
              <a:ext uri="{FF2B5EF4-FFF2-40B4-BE49-F238E27FC236}">
                <a16:creationId xmlns:a16="http://schemas.microsoft.com/office/drawing/2014/main" id="{70A1C39E-5AD5-F395-F4C0-C532F24B6082}"/>
              </a:ext>
            </a:extLst>
          </p:cNvPr>
          <p:cNvGraphicFramePr>
            <a:graphicFrameLocks noGrp="1"/>
          </p:cNvGraphicFramePr>
          <p:nvPr>
            <p:extLst>
              <p:ext uri="{D42A27DB-BD31-4B8C-83A1-F6EECF244321}">
                <p14:modId xmlns:p14="http://schemas.microsoft.com/office/powerpoint/2010/main" val="4006512685"/>
              </p:ext>
            </p:extLst>
          </p:nvPr>
        </p:nvGraphicFramePr>
        <p:xfrm>
          <a:off x="693021" y="1358849"/>
          <a:ext cx="11264396" cy="5112534"/>
        </p:xfrm>
        <a:graphic>
          <a:graphicData uri="http://schemas.openxmlformats.org/drawingml/2006/table">
            <a:tbl>
              <a:tblPr firstRow="1" bandRow="1">
                <a:tableStyleId>{7E9639D4-E3E2-4D34-9284-5A2195B3D0D7}</a:tableStyleId>
              </a:tblPr>
              <a:tblGrid>
                <a:gridCol w="1692000">
                  <a:extLst>
                    <a:ext uri="{9D8B030D-6E8A-4147-A177-3AD203B41FA5}">
                      <a16:colId xmlns:a16="http://schemas.microsoft.com/office/drawing/2014/main" val="4023126614"/>
                    </a:ext>
                  </a:extLst>
                </a:gridCol>
                <a:gridCol w="2412000">
                  <a:extLst>
                    <a:ext uri="{9D8B030D-6E8A-4147-A177-3AD203B41FA5}">
                      <a16:colId xmlns:a16="http://schemas.microsoft.com/office/drawing/2014/main" val="3109461255"/>
                    </a:ext>
                  </a:extLst>
                </a:gridCol>
                <a:gridCol w="5904000">
                  <a:extLst>
                    <a:ext uri="{9D8B030D-6E8A-4147-A177-3AD203B41FA5}">
                      <a16:colId xmlns:a16="http://schemas.microsoft.com/office/drawing/2014/main" val="1422226317"/>
                    </a:ext>
                  </a:extLst>
                </a:gridCol>
                <a:gridCol w="1256396">
                  <a:extLst>
                    <a:ext uri="{9D8B030D-6E8A-4147-A177-3AD203B41FA5}">
                      <a16:colId xmlns:a16="http://schemas.microsoft.com/office/drawing/2014/main" val="35201252"/>
                    </a:ext>
                  </a:extLst>
                </a:gridCol>
              </a:tblGrid>
              <a:tr h="504000">
                <a:tc>
                  <a:txBody>
                    <a:bodyPr/>
                    <a:lstStyle/>
                    <a:p>
                      <a:r>
                        <a:rPr lang="en-SG" sz="1400" noProof="0" dirty="0"/>
                        <a:t>Traditional Concepts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t>Agentic AI Equivalent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t>Key Tools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t>Participant Remarks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178139898"/>
                  </a:ext>
                </a:extLst>
              </a:tr>
              <a:tr h="675576">
                <a:tc>
                  <a:txBody>
                    <a:bodyPr/>
                    <a:lstStyle/>
                    <a:p>
                      <a:r>
                        <a:rPr lang="en-SG" sz="1400" noProof="0" dirty="0"/>
                        <a:t>SAST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AI-Native SAST / Prompt Scan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t>Mend AI</a:t>
                      </a:r>
                    </a:p>
                    <a:p>
                      <a:pPr marL="0" marR="0" lvl="0" indent="0" algn="l" defTabSz="914400" rtl="0" eaLnBrk="1" fontAlgn="auto" latinLnBrk="0" hangingPunct="1">
                        <a:lnSpc>
                          <a:spcPct val="100000"/>
                        </a:lnSpc>
                        <a:spcBef>
                          <a:spcPts val="0"/>
                        </a:spcBef>
                        <a:spcAft>
                          <a:spcPts val="0"/>
                        </a:spcAft>
                        <a:buClrTx/>
                        <a:buSzTx/>
                        <a:buFontTx/>
                        <a:buNone/>
                        <a:tabLst/>
                        <a:defRPr/>
                      </a:pPr>
                      <a:r>
                        <a:rPr lang="en-SG" sz="1400" noProof="0" dirty="0"/>
                        <a:t>SonarQube AI</a:t>
                      </a:r>
                    </a:p>
                    <a:p>
                      <a:pPr marL="285750" indent="-285750">
                        <a:buFont typeface="Arial" panose="020B0604020202020204" pitchFamily="34" charset="0"/>
                        <a:buChar char="•"/>
                      </a:pPr>
                      <a:r>
                        <a:rPr lang="en-SG" sz="1400" noProof="0" dirty="0"/>
                        <a:t>Both now uses AI to find vulnerabilities in custom code and provide "auto-remediation“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828232">
                <a:tc>
                  <a:txBody>
                    <a:bodyPr/>
                    <a:lstStyle/>
                    <a:p>
                      <a:r>
                        <a:rPr lang="en-SG" sz="1400" noProof="0" dirty="0"/>
                        <a:t>SCA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AI-BOM / Model Supply Chain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Mend AI’s AI-BOM</a:t>
                      </a:r>
                    </a:p>
                    <a:p>
                      <a:pPr marL="285750" indent="-285750" algn="l" fontAlgn="b">
                        <a:buFont typeface="Arial" panose="020B0604020202020204" pitchFamily="34" charset="0"/>
                        <a:buChar char="•"/>
                      </a:pPr>
                      <a:r>
                        <a:rPr lang="en-SG" sz="1400" b="0" i="0" u="none" strike="noStrike" noProof="0" dirty="0">
                          <a:solidFill>
                            <a:srgbClr val="000000"/>
                          </a:solidFill>
                          <a:effectLst/>
                          <a:latin typeface="+mn-lt"/>
                        </a:rPr>
                        <a:t>Identifies the "ingredients" of an AI agent—which base model is used (e.g., GPT-4o, Llama 3), what datasets it was trained on, and its licensing/compliance risks.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1070447">
                <a:tc>
                  <a:txBody>
                    <a:bodyPr/>
                    <a:lstStyle/>
                    <a:p>
                      <a:r>
                        <a:rPr lang="en-SG" sz="1400" noProof="0" dirty="0"/>
                        <a:t>DAST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AI Red Teaming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err="1">
                          <a:solidFill>
                            <a:srgbClr val="000000"/>
                          </a:solidFill>
                          <a:effectLst/>
                          <a:latin typeface="+mn-lt"/>
                        </a:rPr>
                        <a:t>PyRIT</a:t>
                      </a:r>
                      <a:r>
                        <a:rPr lang="en-SG" sz="1400" b="0" i="0" u="none" strike="noStrike" noProof="0" dirty="0">
                          <a:solidFill>
                            <a:srgbClr val="000000"/>
                          </a:solidFill>
                          <a:effectLst/>
                          <a:latin typeface="+mn-lt"/>
                        </a:rPr>
                        <a:t> (Python Risk Identification Toolkit)</a:t>
                      </a:r>
                    </a:p>
                    <a:p>
                      <a:pPr marL="285750" indent="-285750" algn="l" fontAlgn="b">
                        <a:buFont typeface="Arial" panose="020B0604020202020204" pitchFamily="34" charset="0"/>
                        <a:buChar char="•"/>
                      </a:pPr>
                      <a:r>
                        <a:rPr lang="en-SG" sz="1400" b="0" i="0" u="none" strike="noStrike" noProof="0" dirty="0">
                          <a:solidFill>
                            <a:srgbClr val="000000"/>
                          </a:solidFill>
                          <a:effectLst/>
                          <a:latin typeface="+mn-lt"/>
                        </a:rPr>
                        <a:t>An automation framework that acts like a "hacker AI" to send adversarial prompts to an agent to see if it breaks. We should track the Adversarial Success Rate (ASR)</a:t>
                      </a:r>
                    </a:p>
                    <a:p>
                      <a:pPr marL="0" indent="0" algn="l" fontAlgn="b">
                        <a:buFont typeface="Arial" panose="020B0604020202020204" pitchFamily="34" charset="0"/>
                        <a:buNone/>
                      </a:pPr>
                      <a:r>
                        <a:rPr lang="en-SG" sz="1400" b="0" i="0" u="none" strike="noStrike" noProof="0" dirty="0">
                          <a:solidFill>
                            <a:srgbClr val="000000"/>
                          </a:solidFill>
                          <a:effectLst/>
                          <a:latin typeface="+mn-lt"/>
                        </a:rPr>
                        <a:t>Azure Foundry’s AI Red Teaming Agent </a:t>
                      </a:r>
                    </a:p>
                    <a:p>
                      <a:pPr marL="285750" indent="-285750" algn="l" fontAlgn="b">
                        <a:buFont typeface="Arial" panose="020B0604020202020204" pitchFamily="34" charset="0"/>
                        <a:buChar char="•"/>
                      </a:pPr>
                      <a:r>
                        <a:rPr lang="en-SG" sz="1400" b="0" i="0" u="none" strike="noStrike" noProof="0" dirty="0">
                          <a:solidFill>
                            <a:srgbClr val="000000"/>
                          </a:solidFill>
                          <a:effectLst/>
                          <a:latin typeface="+mn-lt"/>
                        </a:rPr>
                        <a:t>Production-grade, managed version of </a:t>
                      </a:r>
                      <a:r>
                        <a:rPr lang="en-SG" sz="1400" b="0" i="0" u="none" strike="noStrike" noProof="0" dirty="0" err="1">
                          <a:solidFill>
                            <a:srgbClr val="000000"/>
                          </a:solidFill>
                          <a:effectLst/>
                          <a:latin typeface="+mn-lt"/>
                        </a:rPr>
                        <a:t>PyRIT</a:t>
                      </a:r>
                      <a:endParaRPr lang="en-SG" sz="1400" b="0" i="0" u="none" strike="noStrike" noProof="0" dirty="0">
                        <a:solidFill>
                          <a:srgbClr val="000000"/>
                        </a:solidFill>
                        <a:effectLst/>
                        <a:latin typeface="+mn-lt"/>
                      </a:endParaRPr>
                    </a:p>
                    <a:p>
                      <a:pPr marL="0" indent="0" algn="l" fontAlgn="b">
                        <a:buFont typeface="Arial" panose="020B0604020202020204" pitchFamily="34" charset="0"/>
                        <a:buNone/>
                      </a:pPr>
                      <a:r>
                        <a:rPr lang="en-SG" sz="1400" b="0" i="0" u="none" strike="noStrike" noProof="0" dirty="0" err="1">
                          <a:solidFill>
                            <a:srgbClr val="000000"/>
                          </a:solidFill>
                          <a:effectLst/>
                          <a:latin typeface="+mn-lt"/>
                        </a:rPr>
                        <a:t>Promptfoo</a:t>
                      </a:r>
                      <a:endParaRPr lang="en-SG" sz="1400" b="0" i="0" u="none" strike="noStrike" noProof="0" dirty="0">
                        <a:solidFill>
                          <a:srgbClr val="000000"/>
                        </a:solidFill>
                        <a:effectLst/>
                        <a:latin typeface="+mn-lt"/>
                      </a:endParaRPr>
                    </a:p>
                    <a:p>
                      <a:pPr marL="0" indent="0" algn="l" fontAlgn="b">
                        <a:buFont typeface="Arial" panose="020B0604020202020204" pitchFamily="34" charset="0"/>
                        <a:buNone/>
                      </a:pPr>
                      <a:r>
                        <a:rPr lang="en-SG" sz="1400" b="0" i="0" u="none" strike="noStrike" noProof="0" dirty="0" err="1">
                          <a:solidFill>
                            <a:srgbClr val="000000"/>
                          </a:solidFill>
                          <a:effectLst/>
                          <a:latin typeface="+mn-lt"/>
                        </a:rPr>
                        <a:t>Govtech</a:t>
                      </a:r>
                      <a:r>
                        <a:rPr lang="en-SG" sz="1400" b="0" i="0" u="none" strike="noStrike" noProof="0" dirty="0">
                          <a:solidFill>
                            <a:srgbClr val="000000"/>
                          </a:solidFill>
                          <a:effectLst/>
                          <a:latin typeface="+mn-lt"/>
                        </a:rPr>
                        <a:t> Litmus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9548330"/>
                  </a:ext>
                </a:extLst>
              </a:tr>
              <a:tr h="388134">
                <a:tc>
                  <a:txBody>
                    <a:bodyPr/>
                    <a:lstStyle/>
                    <a:p>
                      <a:r>
                        <a:rPr lang="en-SG" sz="1400" noProof="0" dirty="0"/>
                        <a:t>Unit/Integration Test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AI Evaluation (Evals)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err="1">
                          <a:solidFill>
                            <a:srgbClr val="000000"/>
                          </a:solidFill>
                          <a:effectLst/>
                          <a:latin typeface="+mn-lt"/>
                        </a:rPr>
                        <a:t>DeepEval</a:t>
                      </a:r>
                      <a:r>
                        <a:rPr lang="en-SG" sz="1400" b="0" i="0" u="none" strike="noStrike" noProof="0" dirty="0">
                          <a:solidFill>
                            <a:srgbClr val="000000"/>
                          </a:solidFill>
                          <a:effectLst/>
                          <a:latin typeface="+mn-lt"/>
                        </a:rPr>
                        <a:t>, Ragas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0639043"/>
                  </a:ext>
                </a:extLst>
              </a:tr>
              <a:tr h="481263">
                <a:tc>
                  <a:txBody>
                    <a:bodyPr/>
                    <a:lstStyle/>
                    <a:p>
                      <a:r>
                        <a:rPr lang="en-SG" sz="1400" noProof="0" dirty="0"/>
                        <a:t>WAF / IPS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AI Guardrails (Runtime)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SG" sz="1400" b="0" i="0" u="none" strike="noStrike" noProof="0" dirty="0">
                          <a:solidFill>
                            <a:srgbClr val="000000"/>
                          </a:solidFill>
                          <a:effectLst/>
                          <a:latin typeface="+mn-lt"/>
                        </a:rPr>
                        <a:t>Azure Prompt Shields, NVIDIA </a:t>
                      </a:r>
                      <a:r>
                        <a:rPr lang="en-SG" sz="1400" b="0" i="0" u="none" strike="noStrike" noProof="0" dirty="0" err="1">
                          <a:solidFill>
                            <a:srgbClr val="000000"/>
                          </a:solidFill>
                          <a:effectLst/>
                          <a:latin typeface="+mn-lt"/>
                        </a:rPr>
                        <a:t>NeMo</a:t>
                      </a:r>
                      <a:r>
                        <a:rPr lang="en-SG" sz="1400" b="0" i="0" u="none" strike="noStrike" noProof="0" dirty="0">
                          <a:solidFill>
                            <a:srgbClr val="000000"/>
                          </a:solidFill>
                          <a:effectLst/>
                          <a:latin typeface="+mn-lt"/>
                        </a:rPr>
                        <a:t> Guardrails, Llama Guard, </a:t>
                      </a:r>
                      <a:r>
                        <a:rPr lang="en-SG" sz="1400" b="0" i="0" u="none" strike="noStrike" noProof="0" dirty="0" err="1">
                          <a:solidFill>
                            <a:srgbClr val="000000"/>
                          </a:solidFill>
                          <a:effectLst/>
                          <a:latin typeface="+mn-lt"/>
                        </a:rPr>
                        <a:t>Govtech</a:t>
                      </a:r>
                      <a:r>
                        <a:rPr lang="en-SG" sz="1400" b="0" i="0" u="none" strike="noStrike" noProof="0" dirty="0">
                          <a:solidFill>
                            <a:srgbClr val="000000"/>
                          </a:solidFill>
                          <a:effectLst/>
                          <a:latin typeface="+mn-lt"/>
                        </a:rPr>
                        <a:t> Sentinel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sz="14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1759873"/>
                  </a:ext>
                </a:extLst>
              </a:tr>
            </a:tbl>
          </a:graphicData>
        </a:graphic>
      </p:graphicFrame>
      <p:sp>
        <p:nvSpPr>
          <p:cNvPr id="5" name="Title 1">
            <a:extLst>
              <a:ext uri="{FF2B5EF4-FFF2-40B4-BE49-F238E27FC236}">
                <a16:creationId xmlns:a16="http://schemas.microsoft.com/office/drawing/2014/main" id="{F246FC2F-CC99-6F10-12CE-919A2B90C3A2}"/>
              </a:ext>
            </a:extLst>
          </p:cNvPr>
          <p:cNvSpPr txBox="1">
            <a:spLocks/>
          </p:cNvSpPr>
          <p:nvPr/>
        </p:nvSpPr>
        <p:spPr>
          <a:xfrm>
            <a:off x="831647" y="442763"/>
            <a:ext cx="9785018" cy="8662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To ensure a comprehensive </a:t>
            </a:r>
            <a:r>
              <a:rPr lang="en-SG" sz="1400" noProof="0" dirty="0" err="1"/>
              <a:t>defense</a:t>
            </a:r>
            <a:r>
              <a:rPr lang="en-SG" sz="1400" noProof="0" dirty="0"/>
              <a:t>, traditional security tools must remain the foundation of the stack, with agentic and AI-specific scans acting as a critical new layer to address the non-deterministic threats—highlighted by recent vulnerabilities like CVE-2026-26030 and CVE-2026-28277—that traditional scanners are not designed to detect.</a:t>
            </a:r>
          </a:p>
        </p:txBody>
      </p:sp>
      <p:sp>
        <p:nvSpPr>
          <p:cNvPr id="6" name="Footer Placeholder 3">
            <a:extLst>
              <a:ext uri="{FF2B5EF4-FFF2-40B4-BE49-F238E27FC236}">
                <a16:creationId xmlns:a16="http://schemas.microsoft.com/office/drawing/2014/main" id="{EE1DFBDE-2D88-8B43-4E51-2895EE675F63}"/>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8" name="TextBox 7">
            <a:extLst>
              <a:ext uri="{FF2B5EF4-FFF2-40B4-BE49-F238E27FC236}">
                <a16:creationId xmlns:a16="http://schemas.microsoft.com/office/drawing/2014/main" id="{79AF0161-1F79-6EC7-70EE-9FBE19C80746}"/>
              </a:ext>
            </a:extLst>
          </p:cNvPr>
          <p:cNvSpPr txBox="1"/>
          <p:nvPr/>
        </p:nvSpPr>
        <p:spPr>
          <a:xfrm>
            <a:off x="9505131" y="119510"/>
            <a:ext cx="1690839"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rPr>
              <a:t>For Information</a:t>
            </a:r>
          </a:p>
        </p:txBody>
      </p:sp>
      <p:pic>
        <p:nvPicPr>
          <p:cNvPr id="9" name="Picture 8" descr="Confirm Generic Blue icon | Freepik">
            <a:extLst>
              <a:ext uri="{FF2B5EF4-FFF2-40B4-BE49-F238E27FC236}">
                <a16:creationId xmlns:a16="http://schemas.microsoft.com/office/drawing/2014/main" id="{39238DF7-CF67-C39D-FF7B-5B6A513A5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79624" y="66734"/>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1308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1DBA3-8772-6526-5836-43CC06F38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B86E9-DEB5-7847-ECF3-BE319CCF1E05}"/>
              </a:ext>
            </a:extLst>
          </p:cNvPr>
          <p:cNvSpPr>
            <a:spLocks noGrp="1"/>
          </p:cNvSpPr>
          <p:nvPr>
            <p:ph type="title"/>
          </p:nvPr>
        </p:nvSpPr>
        <p:spPr>
          <a:xfrm>
            <a:off x="838200" y="517769"/>
            <a:ext cx="10515600" cy="425507"/>
          </a:xfrm>
        </p:spPr>
        <p:txBody>
          <a:bodyPr>
            <a:normAutofit/>
          </a:bodyPr>
          <a:lstStyle/>
          <a:p>
            <a:r>
              <a:rPr lang="en-SG" sz="2000" noProof="0" dirty="0"/>
              <a:t>Anomaly Detection (Near Real-Time/Real-Time)</a:t>
            </a:r>
          </a:p>
        </p:txBody>
      </p:sp>
      <p:sp>
        <p:nvSpPr>
          <p:cNvPr id="4" name="Slide Number Placeholder 3">
            <a:extLst>
              <a:ext uri="{FF2B5EF4-FFF2-40B4-BE49-F238E27FC236}">
                <a16:creationId xmlns:a16="http://schemas.microsoft.com/office/drawing/2014/main" id="{58CF08CE-584D-88F6-2ED8-60580F874ABA}"/>
              </a:ext>
            </a:extLst>
          </p:cNvPr>
          <p:cNvSpPr>
            <a:spLocks noGrp="1"/>
          </p:cNvSpPr>
          <p:nvPr>
            <p:ph type="sldNum" sz="quarter" idx="12"/>
          </p:nvPr>
        </p:nvSpPr>
        <p:spPr/>
        <p:txBody>
          <a:bodyPr/>
          <a:lstStyle/>
          <a:p>
            <a:fld id="{5DF5AE18-F94A-B54C-9347-4CAFB5D76058}" type="slidenum">
              <a:rPr lang="en-SG" noProof="0" smtClean="0"/>
              <a:pPr/>
              <a:t>34</a:t>
            </a:fld>
            <a:endParaRPr lang="en-SG" noProof="0" dirty="0"/>
          </a:p>
        </p:txBody>
      </p:sp>
      <p:sp>
        <p:nvSpPr>
          <p:cNvPr id="7" name="Title 1">
            <a:extLst>
              <a:ext uri="{FF2B5EF4-FFF2-40B4-BE49-F238E27FC236}">
                <a16:creationId xmlns:a16="http://schemas.microsoft.com/office/drawing/2014/main" id="{181E6043-F0A1-B2C8-BA56-689906C26D66}"/>
              </a:ext>
            </a:extLst>
          </p:cNvPr>
          <p:cNvSpPr txBox="1">
            <a:spLocks/>
          </p:cNvSpPr>
          <p:nvPr/>
        </p:nvSpPr>
        <p:spPr>
          <a:xfrm>
            <a:off x="838199" y="1042096"/>
            <a:ext cx="10515599" cy="24614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Rough Definition: “An anomaly is any behaviour that deviates from the “known good” execution path of an Agent”.</a:t>
            </a:r>
          </a:p>
          <a:p>
            <a:endParaRPr lang="en-SG" sz="1400" noProof="0" dirty="0"/>
          </a:p>
          <a:p>
            <a:r>
              <a:rPr lang="en-SG" sz="1400" noProof="0" dirty="0"/>
              <a:t>Tool Sequencing: </a:t>
            </a:r>
          </a:p>
          <a:p>
            <a:pPr marL="342900" indent="-342900">
              <a:buFont typeface="Arial" panose="020B0604020202020204" pitchFamily="34" charset="0"/>
              <a:buChar char="•"/>
            </a:pPr>
            <a:r>
              <a:rPr lang="en-SG" sz="1400" b="0" noProof="0" dirty="0">
                <a:solidFill>
                  <a:schemeClr val="tx1"/>
                </a:solidFill>
              </a:rPr>
              <a:t>If an agent usually does Search SOP -&gt; Summarise, but suddenly does Search SOP -&gt; Delete Database (extreme example), that’s a sequence anomaly.</a:t>
            </a:r>
          </a:p>
          <a:p>
            <a:r>
              <a:rPr lang="en-SG" sz="1400" noProof="0" dirty="0"/>
              <a:t>Data Volume: </a:t>
            </a:r>
          </a:p>
          <a:p>
            <a:pPr marL="342900" indent="-342900">
              <a:buFont typeface="Arial" panose="020B0604020202020204" pitchFamily="34" charset="0"/>
              <a:buChar char="•"/>
            </a:pPr>
            <a:r>
              <a:rPr lang="en-SG" sz="1400" b="0" noProof="0" dirty="0">
                <a:solidFill>
                  <a:schemeClr val="tx1"/>
                </a:solidFill>
              </a:rPr>
              <a:t>If a tool normally returns 1KB of text, but suddenly tries to exfiltrate 50MB of data from a single query.</a:t>
            </a:r>
          </a:p>
          <a:p>
            <a:r>
              <a:rPr lang="en-SG" sz="1400" noProof="0" dirty="0"/>
              <a:t>Token Velocity: </a:t>
            </a:r>
          </a:p>
          <a:p>
            <a:pPr marL="342900" indent="-342900">
              <a:buFont typeface="Arial" panose="020B0604020202020204" pitchFamily="34" charset="0"/>
              <a:buChar char="•"/>
            </a:pPr>
            <a:r>
              <a:rPr lang="en-SG" sz="1400" b="0" noProof="0" dirty="0">
                <a:solidFill>
                  <a:schemeClr val="tx1"/>
                </a:solidFill>
              </a:rPr>
              <a:t>The agent starts calling a high-cost tool 100 times per minute when it normally doesn’t.</a:t>
            </a:r>
          </a:p>
          <a:p>
            <a:r>
              <a:rPr lang="en-SG" sz="1400" noProof="0" dirty="0"/>
              <a:t>Semantic Drift: </a:t>
            </a:r>
          </a:p>
          <a:p>
            <a:pPr marL="342900" indent="-342900">
              <a:buFont typeface="Arial" panose="020B0604020202020204" pitchFamily="34" charset="0"/>
              <a:buChar char="•"/>
            </a:pPr>
            <a:r>
              <a:rPr lang="en-SG" sz="1400" b="0" noProof="0" dirty="0">
                <a:solidFill>
                  <a:schemeClr val="tx1"/>
                </a:solidFill>
              </a:rPr>
              <a:t>We compare the original goal (Summarise this PDF) with the Agent’s current Tool Call (Change user permissions). If the math doesn’t add up (the “cosine similarity” is low), it’s a sign of an anomaly.</a:t>
            </a:r>
          </a:p>
        </p:txBody>
      </p:sp>
      <p:sp>
        <p:nvSpPr>
          <p:cNvPr id="6" name="Title 1">
            <a:extLst>
              <a:ext uri="{FF2B5EF4-FFF2-40B4-BE49-F238E27FC236}">
                <a16:creationId xmlns:a16="http://schemas.microsoft.com/office/drawing/2014/main" id="{85CB1D18-1B38-6426-ABCA-557BB1BFF719}"/>
              </a:ext>
            </a:extLst>
          </p:cNvPr>
          <p:cNvSpPr txBox="1">
            <a:spLocks/>
          </p:cNvSpPr>
          <p:nvPr/>
        </p:nvSpPr>
        <p:spPr>
          <a:xfrm>
            <a:off x="838198" y="3544665"/>
            <a:ext cx="10654366" cy="2952389"/>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noProof="0" dirty="0"/>
              <a:t>We want the detection to be stringent, but not too many false positives.</a:t>
            </a:r>
          </a:p>
          <a:p>
            <a:r>
              <a:rPr lang="en-SG" sz="1400" noProof="0" dirty="0"/>
              <a:t>Confidence Scoring: Don’t just “block”, use a score. (Scores below illustrative only)</a:t>
            </a:r>
          </a:p>
          <a:p>
            <a:pPr marL="285750" indent="-285750">
              <a:buFont typeface="Arial" panose="020B0604020202020204" pitchFamily="34" charset="0"/>
              <a:buChar char="•"/>
            </a:pPr>
            <a:r>
              <a:rPr lang="en-SG" sz="1400" noProof="0" dirty="0">
                <a:solidFill>
                  <a:schemeClr val="tx1"/>
                </a:solidFill>
              </a:rPr>
              <a:t>Score &lt;= 20: </a:t>
            </a:r>
            <a:r>
              <a:rPr lang="en-SG" sz="1400" b="0" noProof="0" dirty="0">
                <a:solidFill>
                  <a:schemeClr val="tx1"/>
                </a:solidFill>
              </a:rPr>
              <a:t>Just log it.</a:t>
            </a:r>
          </a:p>
          <a:p>
            <a:pPr marL="285750" indent="-285750">
              <a:buFont typeface="Arial" panose="020B0604020202020204" pitchFamily="34" charset="0"/>
              <a:buChar char="•"/>
            </a:pPr>
            <a:r>
              <a:rPr lang="en-SG" sz="1400" noProof="0" dirty="0">
                <a:solidFill>
                  <a:schemeClr val="tx1"/>
                </a:solidFill>
              </a:rPr>
              <a:t>Score 20 &lt;= x &lt;= 50: </a:t>
            </a:r>
            <a:r>
              <a:rPr lang="en-SG" sz="1400" b="0" noProof="0" dirty="0">
                <a:solidFill>
                  <a:schemeClr val="tx1"/>
                </a:solidFill>
              </a:rPr>
              <a:t>Trigger Step-up Authentication/HITL. (Ask the human: is what the Agent is trying to do okay?)</a:t>
            </a:r>
          </a:p>
          <a:p>
            <a:pPr marL="285750" indent="-285750">
              <a:buFont typeface="Arial" panose="020B0604020202020204" pitchFamily="34" charset="0"/>
              <a:buChar char="•"/>
            </a:pPr>
            <a:r>
              <a:rPr lang="en-SG" sz="1400" noProof="0" dirty="0">
                <a:solidFill>
                  <a:schemeClr val="tx1"/>
                </a:solidFill>
              </a:rPr>
              <a:t>Score &gt; 50: </a:t>
            </a:r>
            <a:r>
              <a:rPr lang="en-SG" sz="1400" b="0" noProof="0" dirty="0">
                <a:solidFill>
                  <a:schemeClr val="tx1"/>
                </a:solidFill>
              </a:rPr>
              <a:t>Kill the session. (But how?)</a:t>
            </a:r>
          </a:p>
          <a:p>
            <a:endParaRPr lang="en-SG" sz="1400" noProof="0" dirty="0"/>
          </a:p>
          <a:p>
            <a:r>
              <a:rPr lang="en-SG" sz="1400" noProof="0" dirty="0"/>
              <a:t>Potential Implementations:</a:t>
            </a:r>
          </a:p>
          <a:p>
            <a:r>
              <a:rPr lang="en-SG" sz="1400" noProof="0" dirty="0"/>
              <a:t>Use “Shadow Chains”: </a:t>
            </a:r>
          </a:p>
          <a:p>
            <a:pPr marL="285750" indent="-285750">
              <a:buFont typeface="Arial" panose="020B0604020202020204" pitchFamily="34" charset="0"/>
              <a:buChar char="•"/>
            </a:pPr>
            <a:r>
              <a:rPr lang="en-SG" sz="1400" b="0" noProof="0" dirty="0">
                <a:solidFill>
                  <a:schemeClr val="tx1"/>
                </a:solidFill>
              </a:rPr>
              <a:t>Run a smaller, cheaper LLM in the background whose only job is to look at the agent’s plan and say “Does this plan match the original intent?”, if not, flag it.</a:t>
            </a:r>
          </a:p>
          <a:p>
            <a:r>
              <a:rPr lang="en-SG" sz="1400" noProof="0" dirty="0"/>
              <a:t>Deterministic Guardrails: </a:t>
            </a:r>
          </a:p>
          <a:p>
            <a:pPr marL="285750" indent="-285750">
              <a:buFont typeface="Arial" panose="020B0604020202020204" pitchFamily="34" charset="0"/>
              <a:buChar char="•"/>
            </a:pPr>
            <a:r>
              <a:rPr lang="en-SG" sz="1400" b="0" noProof="0" dirty="0">
                <a:solidFill>
                  <a:schemeClr val="tx1"/>
                </a:solidFill>
              </a:rPr>
              <a:t>Use code to check bounds. If an agent tries to access </a:t>
            </a:r>
            <a:r>
              <a:rPr lang="en-SG" sz="1400" b="0" noProof="0" dirty="0" err="1">
                <a:solidFill>
                  <a:schemeClr val="tx1"/>
                </a:solidFill>
              </a:rPr>
              <a:t>user_id</a:t>
            </a:r>
            <a:r>
              <a:rPr lang="en-SG" sz="1400" b="0" noProof="0" dirty="0">
                <a:solidFill>
                  <a:schemeClr val="tx1"/>
                </a:solidFill>
              </a:rPr>
              <a:t> 99 but the session belongs to </a:t>
            </a:r>
            <a:r>
              <a:rPr lang="en-SG" sz="1400" b="0" noProof="0" dirty="0" err="1">
                <a:solidFill>
                  <a:schemeClr val="tx1"/>
                </a:solidFill>
              </a:rPr>
              <a:t>user_id</a:t>
            </a:r>
            <a:r>
              <a:rPr lang="en-SG" sz="1400" b="0" noProof="0" dirty="0">
                <a:solidFill>
                  <a:schemeClr val="tx1"/>
                </a:solidFill>
              </a:rPr>
              <a:t> 42, very high chance that is an accurate detection and not a false positive.</a:t>
            </a:r>
          </a:p>
          <a:p>
            <a:r>
              <a:rPr lang="en-SG" sz="1400" noProof="0" dirty="0"/>
              <a:t>Semantic Similarity Comparison: </a:t>
            </a:r>
          </a:p>
          <a:p>
            <a:pPr marL="285750" indent="-285750">
              <a:buFont typeface="Arial" panose="020B0604020202020204" pitchFamily="34" charset="0"/>
              <a:buChar char="•"/>
            </a:pPr>
            <a:r>
              <a:rPr lang="en-SG" sz="1400" b="0" noProof="0" dirty="0">
                <a:solidFill>
                  <a:schemeClr val="tx1"/>
                </a:solidFill>
              </a:rPr>
              <a:t>Use vector search to compare the Agent’s action to baseline or historical behaviour based on intent. If it drifts significantly, flag it.</a:t>
            </a:r>
          </a:p>
        </p:txBody>
      </p:sp>
      <p:sp>
        <p:nvSpPr>
          <p:cNvPr id="8" name="Footer Placeholder 3">
            <a:extLst>
              <a:ext uri="{FF2B5EF4-FFF2-40B4-BE49-F238E27FC236}">
                <a16:creationId xmlns:a16="http://schemas.microsoft.com/office/drawing/2014/main" id="{CACDAFC0-C8DA-5050-0401-0FAB336A6327}"/>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9" name="TextBox 8">
            <a:extLst>
              <a:ext uri="{FF2B5EF4-FFF2-40B4-BE49-F238E27FC236}">
                <a16:creationId xmlns:a16="http://schemas.microsoft.com/office/drawing/2014/main" id="{75EEBE33-AD74-B6A9-A1B9-6532D13EFA86}"/>
              </a:ext>
            </a:extLst>
          </p:cNvPr>
          <p:cNvSpPr txBox="1"/>
          <p:nvPr/>
        </p:nvSpPr>
        <p:spPr>
          <a:xfrm>
            <a:off x="6772445" y="112042"/>
            <a:ext cx="4392000" cy="338554"/>
          </a:xfrm>
          <a:prstGeom prst="rect">
            <a:avLst/>
          </a:prstGeom>
          <a:noFill/>
        </p:spPr>
        <p:txBody>
          <a:bodyPr wrap="square">
            <a:spAutoFit/>
          </a:bodyPr>
          <a:lstStyle/>
          <a:p>
            <a:pPr algn="l">
              <a:spcBef>
                <a:spcPts val="1800"/>
              </a:spcBef>
              <a:spcAft>
                <a:spcPts val="1200"/>
              </a:spcAft>
              <a:buNone/>
            </a:pPr>
            <a:r>
              <a:rPr lang="en-SG" sz="1600" b="1" i="0" noProof="0" dirty="0">
                <a:solidFill>
                  <a:srgbClr val="005AAB"/>
                </a:solidFill>
                <a:effectLst/>
              </a:rPr>
              <a:t>For Information –</a:t>
            </a:r>
            <a:r>
              <a:rPr lang="en-SG" sz="1600" b="1" noProof="0" dirty="0">
                <a:solidFill>
                  <a:srgbClr val="005AAB"/>
                </a:solidFill>
              </a:rPr>
              <a:t> Deferred to Operations Session</a:t>
            </a:r>
            <a:endParaRPr lang="en-SG" sz="1600" b="1" i="0" noProof="0" dirty="0">
              <a:solidFill>
                <a:srgbClr val="005AAB"/>
              </a:solidFill>
              <a:effectLst/>
            </a:endParaRPr>
          </a:p>
        </p:txBody>
      </p:sp>
      <p:pic>
        <p:nvPicPr>
          <p:cNvPr id="10" name="Picture 9" descr="Confirm Generic Blue icon | Freepik">
            <a:extLst>
              <a:ext uri="{FF2B5EF4-FFF2-40B4-BE49-F238E27FC236}">
                <a16:creationId xmlns:a16="http://schemas.microsoft.com/office/drawing/2014/main" id="{CA57D8CD-ACD0-C636-0845-EA8A69726E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6938" y="59266"/>
            <a:ext cx="425507" cy="425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716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8F934-5705-8F53-359F-420B7C5C2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B9A98-75D7-5259-AA7B-5144F825ABFA}"/>
              </a:ext>
            </a:extLst>
          </p:cNvPr>
          <p:cNvSpPr>
            <a:spLocks noGrp="1"/>
          </p:cNvSpPr>
          <p:nvPr>
            <p:ph type="title"/>
          </p:nvPr>
        </p:nvSpPr>
        <p:spPr>
          <a:xfrm>
            <a:off x="838200" y="284233"/>
            <a:ext cx="10515600" cy="425507"/>
          </a:xfrm>
        </p:spPr>
        <p:txBody>
          <a:bodyPr>
            <a:normAutofit/>
          </a:bodyPr>
          <a:lstStyle/>
          <a:p>
            <a:r>
              <a:rPr lang="en-SG" sz="2000" noProof="0" dirty="0"/>
              <a:t>Request Structure to be Sent from AO to AIGP</a:t>
            </a:r>
          </a:p>
        </p:txBody>
      </p:sp>
      <p:sp>
        <p:nvSpPr>
          <p:cNvPr id="4" name="Slide Number Placeholder 3">
            <a:extLst>
              <a:ext uri="{FF2B5EF4-FFF2-40B4-BE49-F238E27FC236}">
                <a16:creationId xmlns:a16="http://schemas.microsoft.com/office/drawing/2014/main" id="{D7D0842B-9029-B393-472B-3A163611FA95}"/>
              </a:ext>
            </a:extLst>
          </p:cNvPr>
          <p:cNvSpPr>
            <a:spLocks noGrp="1"/>
          </p:cNvSpPr>
          <p:nvPr>
            <p:ph type="sldNum" sz="quarter" idx="12"/>
          </p:nvPr>
        </p:nvSpPr>
        <p:spPr/>
        <p:txBody>
          <a:bodyPr/>
          <a:lstStyle/>
          <a:p>
            <a:fld id="{5DF5AE18-F94A-B54C-9347-4CAFB5D76058}" type="slidenum">
              <a:rPr lang="en-SG" noProof="0" smtClean="0"/>
              <a:pPr/>
              <a:t>35</a:t>
            </a:fld>
            <a:endParaRPr lang="en-SG" noProof="0" dirty="0"/>
          </a:p>
        </p:txBody>
      </p:sp>
      <p:sp>
        <p:nvSpPr>
          <p:cNvPr id="3" name="TextBox 2">
            <a:extLst>
              <a:ext uri="{FF2B5EF4-FFF2-40B4-BE49-F238E27FC236}">
                <a16:creationId xmlns:a16="http://schemas.microsoft.com/office/drawing/2014/main" id="{2B473461-FC26-EDF5-FD07-C434EBFF2640}"/>
              </a:ext>
            </a:extLst>
          </p:cNvPr>
          <p:cNvSpPr txBox="1"/>
          <p:nvPr/>
        </p:nvSpPr>
        <p:spPr>
          <a:xfrm>
            <a:off x="838200" y="3032363"/>
            <a:ext cx="7472500" cy="3323987"/>
          </a:xfrm>
          <a:prstGeom prst="rect">
            <a:avLst/>
          </a:prstGeom>
          <a:noFill/>
        </p:spPr>
        <p:txBody>
          <a:bodyPr wrap="square">
            <a:spAutoFit/>
          </a:bodyPr>
          <a:lstStyle/>
          <a:p>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“context”: {</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workflowid</a:t>
            </a:r>
            <a:r>
              <a:rPr lang="en-SG" sz="1400" noProof="0" dirty="0">
                <a:latin typeface="Source Sans Pro" panose="020B0503030403020204" pitchFamily="34" charset="0"/>
                <a:ea typeface="Source Sans Pro" panose="020B0503030403020204" pitchFamily="34" charset="0"/>
              </a:rPr>
              <a:t>“: “tax-email-proc-123”,</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agentId</a:t>
            </a:r>
            <a:r>
              <a:rPr lang="en-SG" sz="1400" noProof="0" dirty="0">
                <a:latin typeface="Source Sans Pro" panose="020B0503030403020204" pitchFamily="34" charset="0"/>
                <a:ea typeface="Source Sans Pro" panose="020B0503030403020204" pitchFamily="34" charset="0"/>
              </a:rPr>
              <a:t>”: “agent-orchestrator-99”,</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callerAgent</a:t>
            </a:r>
            <a:r>
              <a:rPr lang="en-SG" sz="1400" noProof="0" dirty="0">
                <a:latin typeface="Source Sans Pro" panose="020B0503030403020204" pitchFamily="34" charset="0"/>
                <a:ea typeface="Source Sans Pro" panose="020B0503030403020204" pitchFamily="34" charset="0"/>
              </a:rPr>
              <a:t>”: “tax-parser-agent”,</a:t>
            </a:r>
          </a:p>
          <a:p>
            <a:r>
              <a:rPr lang="en-SG" sz="1400" noProof="0" dirty="0">
                <a:latin typeface="Source Sans Pro" panose="020B0503030403020204" pitchFamily="34" charset="0"/>
                <a:ea typeface="Source Sans Pro" panose="020B0503030403020204" pitchFamily="34" charset="0"/>
              </a:rPr>
              <a:t>	“taxpayer”: “tp-001”</a:t>
            </a:r>
          </a:p>
          <a:p>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“action”: {</a:t>
            </a:r>
          </a:p>
          <a:p>
            <a:r>
              <a:rPr lang="en-SG" sz="1400" noProof="0" dirty="0">
                <a:latin typeface="Source Sans Pro" panose="020B0503030403020204" pitchFamily="34" charset="0"/>
                <a:ea typeface="Source Sans Pro" panose="020B0503030403020204" pitchFamily="34" charset="0"/>
              </a:rPr>
              <a:t>	“sop”: “send_letter_404”,</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toolName</a:t>
            </a:r>
            <a:r>
              <a:rPr lang="en-SG" sz="1400" noProof="0" dirty="0">
                <a:latin typeface="Source Sans Pro" panose="020B0503030403020204" pitchFamily="34" charset="0"/>
                <a:ea typeface="Source Sans Pro" panose="020B0503030403020204" pitchFamily="34" charset="0"/>
              </a:rPr>
              <a:t>”: “mailer”,</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toolParams</a:t>
            </a:r>
            <a:r>
              <a:rPr lang="en-SG" sz="1400" noProof="0" dirty="0">
                <a:latin typeface="Source Sans Pro" panose="020B0503030403020204" pitchFamily="34" charset="0"/>
                <a:ea typeface="Source Sans Pro" panose="020B0503030403020204" pitchFamily="34" charset="0"/>
              </a:rPr>
              <a:t>”: { “</a:t>
            </a:r>
            <a:r>
              <a:rPr lang="en-SG" sz="1400" noProof="0" dirty="0" err="1">
                <a:latin typeface="Source Sans Pro" panose="020B0503030403020204" pitchFamily="34" charset="0"/>
                <a:ea typeface="Source Sans Pro" panose="020B0503030403020204" pitchFamily="34" charset="0"/>
              </a:rPr>
              <a:t>abc</a:t>
            </a:r>
            <a:r>
              <a:rPr lang="en-SG" sz="1400" noProof="0" dirty="0">
                <a:latin typeface="Source Sans Pro" panose="020B0503030403020204" pitchFamily="34" charset="0"/>
                <a:ea typeface="Source Sans Pro" panose="020B0503030403020204" pitchFamily="34" charset="0"/>
              </a:rPr>
              <a:t>”: 123, …}</a:t>
            </a:r>
          </a:p>
          <a:p>
            <a:r>
              <a:rPr lang="en-SG" sz="1400" noProof="0" dirty="0">
                <a:latin typeface="Source Sans Pro" panose="020B0503030403020204" pitchFamily="34" charset="0"/>
                <a:ea typeface="Source Sans Pro" panose="020B0503030403020204" pitchFamily="34" charset="0"/>
              </a:rPr>
              <a:t>},</a:t>
            </a:r>
          </a:p>
          <a:p>
            <a:r>
              <a:rPr lang="en-SG" sz="1400" noProof="0" dirty="0">
                <a:latin typeface="Source Sans Pro" panose="020B0503030403020204" pitchFamily="34" charset="0"/>
                <a:ea typeface="Source Sans Pro" panose="020B0503030403020204" pitchFamily="34" charset="0"/>
              </a:rPr>
              <a:t>“security”: {</a:t>
            </a:r>
          </a:p>
          <a:p>
            <a:r>
              <a:rPr lang="en-SG" sz="1400" noProof="0" dirty="0">
                <a:latin typeface="Source Sans Pro" panose="020B0503030403020204" pitchFamily="34" charset="0"/>
                <a:ea typeface="Source Sans Pro" panose="020B0503030403020204" pitchFamily="34" charset="0"/>
              </a:rPr>
              <a:t>	“</a:t>
            </a:r>
            <a:r>
              <a:rPr lang="en-SG" sz="1400" noProof="0" dirty="0" err="1">
                <a:latin typeface="Source Sans Pro" panose="020B0503030403020204" pitchFamily="34" charset="0"/>
                <a:ea typeface="Source Sans Pro" panose="020B0503030403020204" pitchFamily="34" charset="0"/>
              </a:rPr>
              <a:t>hitlrequired</a:t>
            </a:r>
            <a:r>
              <a:rPr lang="en-SG" sz="1400" noProof="0" dirty="0">
                <a:latin typeface="Source Sans Pro" panose="020B0503030403020204" pitchFamily="34" charset="0"/>
                <a:ea typeface="Source Sans Pro" panose="020B0503030403020204" pitchFamily="34" charset="0"/>
              </a:rPr>
              <a:t>”: false</a:t>
            </a:r>
          </a:p>
          <a:p>
            <a:r>
              <a:rPr lang="en-SG" sz="1400" noProof="0" dirty="0">
                <a:latin typeface="Source Sans Pro" panose="020B0503030403020204" pitchFamily="34" charset="0"/>
                <a:ea typeface="Source Sans Pro" panose="020B0503030403020204" pitchFamily="34" charset="0"/>
              </a:rPr>
              <a:t>}</a:t>
            </a:r>
          </a:p>
        </p:txBody>
      </p:sp>
      <p:sp>
        <p:nvSpPr>
          <p:cNvPr id="5" name="Footer Placeholder 3">
            <a:extLst>
              <a:ext uri="{FF2B5EF4-FFF2-40B4-BE49-F238E27FC236}">
                <a16:creationId xmlns:a16="http://schemas.microsoft.com/office/drawing/2014/main" id="{453CACF3-3A67-0B8D-D951-50618ED13EF6}"/>
              </a:ext>
            </a:extLst>
          </p:cNvPr>
          <p:cNvSpPr>
            <a:spLocks noGrp="1"/>
          </p:cNvSpPr>
          <p:nvPr/>
        </p:nvSpPr>
        <p:spPr>
          <a:xfrm>
            <a:off x="4332890" y="64928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SG" noProof="0" dirty="0"/>
              <a:t>Official (Closed) Non-Sensitive</a:t>
            </a:r>
          </a:p>
        </p:txBody>
      </p:sp>
      <p:sp>
        <p:nvSpPr>
          <p:cNvPr id="6" name="TextBox 5">
            <a:extLst>
              <a:ext uri="{FF2B5EF4-FFF2-40B4-BE49-F238E27FC236}">
                <a16:creationId xmlns:a16="http://schemas.microsoft.com/office/drawing/2014/main" id="{B1EAEC3A-1EA9-03F2-B0FE-B8CE33F36665}"/>
              </a:ext>
            </a:extLst>
          </p:cNvPr>
          <p:cNvSpPr txBox="1"/>
          <p:nvPr/>
        </p:nvSpPr>
        <p:spPr>
          <a:xfrm>
            <a:off x="1282302" y="1156438"/>
            <a:ext cx="7655957" cy="338554"/>
          </a:xfrm>
          <a:prstGeom prst="rect">
            <a:avLst/>
          </a:prstGeom>
          <a:noFill/>
        </p:spPr>
        <p:txBody>
          <a:bodyPr wrap="square">
            <a:spAutoFit/>
          </a:bodyPr>
          <a:lstStyle/>
          <a:p>
            <a:pPr algn="l">
              <a:spcBef>
                <a:spcPts val="1800"/>
              </a:spcBef>
              <a:spcAft>
                <a:spcPts val="1200"/>
              </a:spcAft>
              <a:buNone/>
            </a:pPr>
            <a:r>
              <a:rPr lang="en-SG" sz="1600" b="1" i="0" noProof="0" dirty="0">
                <a:solidFill>
                  <a:schemeClr val="accent2"/>
                </a:solidFill>
                <a:effectLst/>
              </a:rPr>
              <a:t>For Inputs (If any) –</a:t>
            </a:r>
            <a:r>
              <a:rPr lang="en-SG" sz="1600" b="1" noProof="0" dirty="0">
                <a:solidFill>
                  <a:schemeClr val="accent2"/>
                </a:solidFill>
              </a:rPr>
              <a:t> Can further discuss during App &amp; Data Session</a:t>
            </a:r>
            <a:endParaRPr lang="en-SG" sz="1600" b="1" i="0" noProof="0" dirty="0">
              <a:solidFill>
                <a:schemeClr val="accent2"/>
              </a:solidFill>
              <a:effectLst/>
            </a:endParaRPr>
          </a:p>
        </p:txBody>
      </p:sp>
      <p:pic>
        <p:nvPicPr>
          <p:cNvPr id="7" name="Picture 16" descr="Question mark - Free ui icons">
            <a:extLst>
              <a:ext uri="{FF2B5EF4-FFF2-40B4-BE49-F238E27FC236}">
                <a16:creationId xmlns:a16="http://schemas.microsoft.com/office/drawing/2014/main" id="{F36DA3CA-8D16-97F7-6DF9-9CF424F5BB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96852"/>
            <a:ext cx="436707" cy="43670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64B2905-4D01-4ED5-4B41-D17785ECB3A6}"/>
              </a:ext>
            </a:extLst>
          </p:cNvPr>
          <p:cNvSpPr txBox="1"/>
          <p:nvPr/>
        </p:nvSpPr>
        <p:spPr>
          <a:xfrm>
            <a:off x="838200" y="1546820"/>
            <a:ext cx="11037572" cy="954107"/>
          </a:xfrm>
          <a:prstGeom prst="rect">
            <a:avLst/>
          </a:prstGeom>
          <a:noFill/>
        </p:spPr>
        <p:txBody>
          <a:bodyPr wrap="square">
            <a:spAutoFit/>
          </a:bodyPr>
          <a:lstStyle/>
          <a:p>
            <a:r>
              <a:rPr lang="en-SG" sz="1400" b="1" noProof="0" dirty="0">
                <a:solidFill>
                  <a:schemeClr val="accent2"/>
                </a:solidFill>
                <a:latin typeface="Source Sans Pro" panose="020B0503030403020204" pitchFamily="34" charset="0"/>
                <a:ea typeface="Source Sans Pro" panose="020B0503030403020204" pitchFamily="34" charset="0"/>
              </a:rPr>
              <a:t>External Participants may suggest critical information to be passed over from AO to AIGP, not just for SWEE 2.0 specifically, but some standardised specification for all applications that may go through AO in the future. Just to flash out some ideas.</a:t>
            </a:r>
          </a:p>
          <a:p>
            <a:endParaRPr lang="en-SG" sz="1400" b="1" noProof="0" dirty="0">
              <a:solidFill>
                <a:schemeClr val="accent2"/>
              </a:solidFill>
              <a:latin typeface="Source Sans Pro" panose="020B0503030403020204" pitchFamily="34" charset="0"/>
              <a:ea typeface="Source Sans Pro" panose="020B0503030403020204" pitchFamily="34" charset="0"/>
            </a:endParaRPr>
          </a:p>
          <a:p>
            <a:r>
              <a:rPr lang="en-SG" sz="1400" b="1" noProof="0" dirty="0">
                <a:solidFill>
                  <a:schemeClr val="accent2"/>
                </a:solidFill>
                <a:latin typeface="Source Sans Pro" panose="020B0503030403020204" pitchFamily="34" charset="0"/>
                <a:ea typeface="Source Sans Pro" panose="020B0503030403020204" pitchFamily="34" charset="0"/>
              </a:rPr>
              <a:t>Internally IRAS will also align the expectations and requirements between AO and AIGP to determine what is needed.</a:t>
            </a:r>
          </a:p>
        </p:txBody>
      </p:sp>
      <p:sp>
        <p:nvSpPr>
          <p:cNvPr id="9" name="Title 1">
            <a:extLst>
              <a:ext uri="{FF2B5EF4-FFF2-40B4-BE49-F238E27FC236}">
                <a16:creationId xmlns:a16="http://schemas.microsoft.com/office/drawing/2014/main" id="{65853B9E-966F-0D6A-6287-1B67AF180D32}"/>
              </a:ext>
            </a:extLst>
          </p:cNvPr>
          <p:cNvSpPr txBox="1">
            <a:spLocks/>
          </p:cNvSpPr>
          <p:nvPr/>
        </p:nvSpPr>
        <p:spPr>
          <a:xfrm>
            <a:off x="838200" y="2637452"/>
            <a:ext cx="2007870" cy="3949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2000" noProof="0" dirty="0"/>
              <a:t>For Example</a:t>
            </a:r>
          </a:p>
        </p:txBody>
      </p:sp>
    </p:spTree>
    <p:extLst>
      <p:ext uri="{BB962C8B-B14F-4D97-AF65-F5344CB8AC3E}">
        <p14:creationId xmlns:p14="http://schemas.microsoft.com/office/powerpoint/2010/main" val="3617017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CCEDD9-0737-5710-2D1B-ED90C7EE6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85F1F-B478-5828-16B2-DC3962973537}"/>
              </a:ext>
            </a:extLst>
          </p:cNvPr>
          <p:cNvSpPr>
            <a:spLocks noGrp="1"/>
          </p:cNvSpPr>
          <p:nvPr>
            <p:ph type="title"/>
          </p:nvPr>
        </p:nvSpPr>
        <p:spPr>
          <a:xfrm>
            <a:off x="838200" y="517769"/>
            <a:ext cx="10515600" cy="425507"/>
          </a:xfrm>
        </p:spPr>
        <p:txBody>
          <a:bodyPr>
            <a:normAutofit/>
          </a:bodyPr>
          <a:lstStyle/>
          <a:p>
            <a:r>
              <a:rPr lang="en-SG" sz="2000" noProof="0" dirty="0"/>
              <a:t>Token Exchange – Execution Phase – Asynchronous Calls</a:t>
            </a:r>
          </a:p>
        </p:txBody>
      </p:sp>
      <p:sp>
        <p:nvSpPr>
          <p:cNvPr id="4" name="Slide Number Placeholder 3">
            <a:extLst>
              <a:ext uri="{FF2B5EF4-FFF2-40B4-BE49-F238E27FC236}">
                <a16:creationId xmlns:a16="http://schemas.microsoft.com/office/drawing/2014/main" id="{E40FE8F0-2D9C-E23E-8613-AA16D4E6BB24}"/>
              </a:ext>
            </a:extLst>
          </p:cNvPr>
          <p:cNvSpPr>
            <a:spLocks noGrp="1"/>
          </p:cNvSpPr>
          <p:nvPr>
            <p:ph type="sldNum" sz="quarter" idx="12"/>
          </p:nvPr>
        </p:nvSpPr>
        <p:spPr/>
        <p:txBody>
          <a:bodyPr/>
          <a:lstStyle/>
          <a:p>
            <a:fld id="{5DF5AE18-F94A-B54C-9347-4CAFB5D76058}" type="slidenum">
              <a:rPr lang="en-SG" noProof="0" smtClean="0"/>
              <a:pPr/>
              <a:t>36</a:t>
            </a:fld>
            <a:endParaRPr lang="en-SG" noProof="0" dirty="0"/>
          </a:p>
        </p:txBody>
      </p:sp>
      <p:sp>
        <p:nvSpPr>
          <p:cNvPr id="7" name="Title 1">
            <a:extLst>
              <a:ext uri="{FF2B5EF4-FFF2-40B4-BE49-F238E27FC236}">
                <a16:creationId xmlns:a16="http://schemas.microsoft.com/office/drawing/2014/main" id="{E07F2336-3C50-0A41-AEE0-23632A223868}"/>
              </a:ext>
            </a:extLst>
          </p:cNvPr>
          <p:cNvSpPr txBox="1">
            <a:spLocks/>
          </p:cNvSpPr>
          <p:nvPr/>
        </p:nvSpPr>
        <p:spPr>
          <a:xfrm>
            <a:off x="838200" y="1042097"/>
            <a:ext cx="10074018" cy="2022836"/>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2000" noProof="0" dirty="0"/>
              <a:t>Some tool calls may be asynchronous; AO will Fire-and-Forget, Agents will not sit idle waiting for the tool call to return a response. </a:t>
            </a:r>
          </a:p>
          <a:p>
            <a:r>
              <a:rPr lang="en-SG" sz="2000" noProof="0" dirty="0"/>
              <a:t>Rather the orchestrator/workflow manager will checkpoint the state, stop the current workflow and release the Agent to process other tasks.</a:t>
            </a:r>
          </a:p>
          <a:p>
            <a:r>
              <a:rPr lang="en-SG" sz="2000" noProof="0" dirty="0"/>
              <a:t>When a response is returned at a later time, the  Orchestrator will resume from the checkpointed state.</a:t>
            </a:r>
          </a:p>
          <a:p>
            <a:endParaRPr lang="en-SG" sz="2000" noProof="0" dirty="0"/>
          </a:p>
          <a:p>
            <a:r>
              <a:rPr lang="en-SG" sz="2000" noProof="0" dirty="0"/>
              <a:t>Exact details will be discussed in the Platform &amp; Infra or App &amp; Data topic.</a:t>
            </a:r>
          </a:p>
          <a:p>
            <a:endParaRPr lang="en-SG" sz="2000" noProof="0" dirty="0"/>
          </a:p>
          <a:p>
            <a:r>
              <a:rPr lang="en-SG" sz="2000" noProof="0" dirty="0"/>
              <a:t>Security design and considerations remains unchanged.</a:t>
            </a:r>
          </a:p>
        </p:txBody>
      </p:sp>
    </p:spTree>
    <p:extLst>
      <p:ext uri="{BB962C8B-B14F-4D97-AF65-F5344CB8AC3E}">
        <p14:creationId xmlns:p14="http://schemas.microsoft.com/office/powerpoint/2010/main" val="33959074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1736B1-399C-8F00-41FE-5B7A46509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100A4-BBB0-F02A-C343-29E53D6C6985}"/>
              </a:ext>
            </a:extLst>
          </p:cNvPr>
          <p:cNvSpPr>
            <a:spLocks noGrp="1"/>
          </p:cNvSpPr>
          <p:nvPr>
            <p:ph type="title"/>
          </p:nvPr>
        </p:nvSpPr>
        <p:spPr>
          <a:xfrm>
            <a:off x="838200" y="517769"/>
            <a:ext cx="10515600" cy="425507"/>
          </a:xfrm>
        </p:spPr>
        <p:txBody>
          <a:bodyPr>
            <a:normAutofit/>
          </a:bodyPr>
          <a:lstStyle/>
          <a:p>
            <a:r>
              <a:rPr lang="en-SG" sz="2000" noProof="0" dirty="0"/>
              <a:t>AO Message Broker – General Security Measure</a:t>
            </a:r>
          </a:p>
        </p:txBody>
      </p:sp>
      <p:sp>
        <p:nvSpPr>
          <p:cNvPr id="4" name="Slide Number Placeholder 3">
            <a:extLst>
              <a:ext uri="{FF2B5EF4-FFF2-40B4-BE49-F238E27FC236}">
                <a16:creationId xmlns:a16="http://schemas.microsoft.com/office/drawing/2014/main" id="{200EC013-E1EC-6A89-0961-020EA16FA067}"/>
              </a:ext>
            </a:extLst>
          </p:cNvPr>
          <p:cNvSpPr>
            <a:spLocks noGrp="1"/>
          </p:cNvSpPr>
          <p:nvPr>
            <p:ph type="sldNum" sz="quarter" idx="12"/>
          </p:nvPr>
        </p:nvSpPr>
        <p:spPr/>
        <p:txBody>
          <a:bodyPr/>
          <a:lstStyle/>
          <a:p>
            <a:fld id="{5DF5AE18-F94A-B54C-9347-4CAFB5D76058}" type="slidenum">
              <a:rPr lang="en-SG" noProof="0" smtClean="0"/>
              <a:pPr/>
              <a:t>37</a:t>
            </a:fld>
            <a:endParaRPr lang="en-SG" noProof="0" dirty="0"/>
          </a:p>
        </p:txBody>
      </p:sp>
      <p:sp>
        <p:nvSpPr>
          <p:cNvPr id="7" name="Title 1">
            <a:extLst>
              <a:ext uri="{FF2B5EF4-FFF2-40B4-BE49-F238E27FC236}">
                <a16:creationId xmlns:a16="http://schemas.microsoft.com/office/drawing/2014/main" id="{6A8DDA0C-A044-A307-C4EE-39B81571D12D}"/>
              </a:ext>
            </a:extLst>
          </p:cNvPr>
          <p:cNvSpPr txBox="1">
            <a:spLocks/>
          </p:cNvSpPr>
          <p:nvPr/>
        </p:nvSpPr>
        <p:spPr>
          <a:xfrm>
            <a:off x="838200" y="888190"/>
            <a:ext cx="10387988" cy="14218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To cater for tool calls that are asynchronous by nature, where AO would Fire-and-Forget, and the target system would return the response only when done, there would be a need for a message broker within AO (tentative assumption).</a:t>
            </a:r>
          </a:p>
          <a:p>
            <a:endParaRPr lang="en-SG" sz="1600" noProof="0" dirty="0"/>
          </a:p>
          <a:p>
            <a:r>
              <a:rPr lang="en-SG" sz="1600" noProof="0" dirty="0"/>
              <a:t>General Security Measure to be taken:</a:t>
            </a:r>
          </a:p>
        </p:txBody>
      </p:sp>
      <p:sp>
        <p:nvSpPr>
          <p:cNvPr id="5" name="Title 1">
            <a:extLst>
              <a:ext uri="{FF2B5EF4-FFF2-40B4-BE49-F238E27FC236}">
                <a16:creationId xmlns:a16="http://schemas.microsoft.com/office/drawing/2014/main" id="{3C5F6F0B-66C1-1398-FF27-03057C54F3BF}"/>
              </a:ext>
            </a:extLst>
          </p:cNvPr>
          <p:cNvSpPr txBox="1">
            <a:spLocks/>
          </p:cNvSpPr>
          <p:nvPr/>
        </p:nvSpPr>
        <p:spPr>
          <a:xfrm>
            <a:off x="838200" y="2310008"/>
            <a:ext cx="10387988" cy="19520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pPr marL="342900" indent="-342900">
              <a:buAutoNum type="arabicPeriod"/>
            </a:pPr>
            <a:r>
              <a:rPr lang="en-SG" sz="1600" noProof="0" dirty="0"/>
              <a:t>Use Managed Identities over SAS</a:t>
            </a:r>
          </a:p>
          <a:p>
            <a:pPr marL="342900" indent="-342900">
              <a:buAutoNum type="arabicPeriod"/>
            </a:pPr>
            <a:r>
              <a:rPr lang="en-SG" sz="1600" noProof="0" dirty="0"/>
              <a:t>Encryption for data at rest and in-transit: By default, it would be using Microsoft managed keys. For higher compliance, we could use Customer-Managed Keys (via Azure Key Vault)</a:t>
            </a:r>
          </a:p>
          <a:p>
            <a:pPr marL="342900" indent="-342900">
              <a:buAutoNum type="arabicPeriod"/>
            </a:pPr>
            <a:r>
              <a:rPr lang="en-SG" sz="1600" noProof="0" dirty="0"/>
              <a:t>Enable AMPQ over TLS, 1.2 or higher.</a:t>
            </a:r>
          </a:p>
          <a:p>
            <a:pPr marL="342900" indent="-342900">
              <a:buAutoNum type="arabicPeriod"/>
            </a:pPr>
            <a:r>
              <a:rPr lang="en-SG" sz="1600" noProof="0" dirty="0"/>
              <a:t>Duplicate Detection</a:t>
            </a:r>
          </a:p>
          <a:p>
            <a:pPr marL="342900" indent="-342900">
              <a:buAutoNum type="arabicPeriod"/>
            </a:pPr>
            <a:r>
              <a:rPr lang="en-SG" sz="1600" noProof="0" dirty="0"/>
              <a:t>Dead-Letter Queue (DLQ)</a:t>
            </a:r>
          </a:p>
          <a:p>
            <a:pPr marL="342900" indent="-342900">
              <a:buAutoNum type="arabicPeriod"/>
            </a:pPr>
            <a:r>
              <a:rPr lang="en-SG" sz="1600" noProof="0" dirty="0" err="1"/>
              <a:t>PeekLock</a:t>
            </a:r>
            <a:r>
              <a:rPr lang="en-SG" sz="1600" noProof="0" dirty="0"/>
              <a:t> Mode: For Data Loss Prevention (DLP), message processing should only be considered completed after the application confirms it.</a:t>
            </a:r>
          </a:p>
        </p:txBody>
      </p:sp>
      <p:sp>
        <p:nvSpPr>
          <p:cNvPr id="3" name="TextBox 2">
            <a:extLst>
              <a:ext uri="{FF2B5EF4-FFF2-40B4-BE49-F238E27FC236}">
                <a16:creationId xmlns:a16="http://schemas.microsoft.com/office/drawing/2014/main" id="{C41F498E-FF36-267D-17EC-A0666CCF91EE}"/>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accent1">
                    <a:lumMod val="75000"/>
                  </a:schemeClr>
                </a:solidFill>
                <a:effectLst/>
              </a:rPr>
              <a:t>Everyone agrees?</a:t>
            </a:r>
          </a:p>
        </p:txBody>
      </p:sp>
      <p:sp>
        <p:nvSpPr>
          <p:cNvPr id="6" name="Rectangle 5">
            <a:extLst>
              <a:ext uri="{FF2B5EF4-FFF2-40B4-BE49-F238E27FC236}">
                <a16:creationId xmlns:a16="http://schemas.microsoft.com/office/drawing/2014/main" id="{32134607-D331-EA92-767D-BF7CE19C50AF}"/>
              </a:ext>
            </a:extLst>
          </p:cNvPr>
          <p:cNvSpPr/>
          <p:nvPr/>
        </p:nvSpPr>
        <p:spPr>
          <a:xfrm>
            <a:off x="10721672" y="189306"/>
            <a:ext cx="252000" cy="252000"/>
          </a:xfrm>
          <a:prstGeom prst="rect">
            <a:avLst/>
          </a:prstGeom>
          <a:ln>
            <a:solidFill>
              <a:srgbClr val="15608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27111833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7050A2-A7C8-0186-6CB1-6870EA8C4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6EB2C-648B-05E4-0F99-DB03829F0255}"/>
              </a:ext>
            </a:extLst>
          </p:cNvPr>
          <p:cNvSpPr>
            <a:spLocks noGrp="1"/>
          </p:cNvSpPr>
          <p:nvPr>
            <p:ph type="title"/>
          </p:nvPr>
        </p:nvSpPr>
        <p:spPr>
          <a:xfrm>
            <a:off x="838200" y="517769"/>
            <a:ext cx="10515600" cy="425507"/>
          </a:xfrm>
        </p:spPr>
        <p:txBody>
          <a:bodyPr>
            <a:normAutofit/>
          </a:bodyPr>
          <a:lstStyle/>
          <a:p>
            <a:r>
              <a:rPr lang="en-SG" sz="2000" noProof="0" dirty="0"/>
              <a:t>AO Message Broker – Multi-tenant Isolation</a:t>
            </a:r>
          </a:p>
        </p:txBody>
      </p:sp>
      <p:sp>
        <p:nvSpPr>
          <p:cNvPr id="4" name="Slide Number Placeholder 3">
            <a:extLst>
              <a:ext uri="{FF2B5EF4-FFF2-40B4-BE49-F238E27FC236}">
                <a16:creationId xmlns:a16="http://schemas.microsoft.com/office/drawing/2014/main" id="{0E753A27-2DFE-37C7-8C6C-B1A2B38E7698}"/>
              </a:ext>
            </a:extLst>
          </p:cNvPr>
          <p:cNvSpPr>
            <a:spLocks noGrp="1"/>
          </p:cNvSpPr>
          <p:nvPr>
            <p:ph type="sldNum" sz="quarter" idx="12"/>
          </p:nvPr>
        </p:nvSpPr>
        <p:spPr/>
        <p:txBody>
          <a:bodyPr/>
          <a:lstStyle/>
          <a:p>
            <a:fld id="{5DF5AE18-F94A-B54C-9347-4CAFB5D76058}" type="slidenum">
              <a:rPr lang="en-SG" noProof="0" smtClean="0"/>
              <a:pPr/>
              <a:t>38</a:t>
            </a:fld>
            <a:endParaRPr lang="en-SG" noProof="0" dirty="0"/>
          </a:p>
        </p:txBody>
      </p:sp>
      <p:sp>
        <p:nvSpPr>
          <p:cNvPr id="7" name="Title 1">
            <a:extLst>
              <a:ext uri="{FF2B5EF4-FFF2-40B4-BE49-F238E27FC236}">
                <a16:creationId xmlns:a16="http://schemas.microsoft.com/office/drawing/2014/main" id="{24F0F958-049E-D936-DA75-AC3C4019A462}"/>
              </a:ext>
            </a:extLst>
          </p:cNvPr>
          <p:cNvSpPr txBox="1">
            <a:spLocks/>
          </p:cNvSpPr>
          <p:nvPr/>
        </p:nvSpPr>
        <p:spPr>
          <a:xfrm>
            <a:off x="838200" y="771551"/>
            <a:ext cx="10387988" cy="156749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This message broker would be “shared”. Multiple applications, including SWEE 2.0, will onboard to AO’s capability.  App A should not be able to access App B’s messages.</a:t>
            </a:r>
          </a:p>
          <a:p>
            <a:endParaRPr lang="en-SG" sz="1600" noProof="0" dirty="0"/>
          </a:p>
          <a:p>
            <a:r>
              <a:rPr lang="en-SG" sz="1600" noProof="0" dirty="0"/>
              <a:t>Instead of re-provisioning a new message broker for every single app, which is not scalable, we should aim to achieve multi-tenant isolation in a shared environment.</a:t>
            </a:r>
          </a:p>
        </p:txBody>
      </p:sp>
      <p:sp>
        <p:nvSpPr>
          <p:cNvPr id="3" name="Title 1">
            <a:extLst>
              <a:ext uri="{FF2B5EF4-FFF2-40B4-BE49-F238E27FC236}">
                <a16:creationId xmlns:a16="http://schemas.microsoft.com/office/drawing/2014/main" id="{D619D1EF-5417-0620-4DAC-AC49B7812ABE}"/>
              </a:ext>
            </a:extLst>
          </p:cNvPr>
          <p:cNvSpPr txBox="1">
            <a:spLocks/>
          </p:cNvSpPr>
          <p:nvPr/>
        </p:nvSpPr>
        <p:spPr>
          <a:xfrm>
            <a:off x="838200" y="2286872"/>
            <a:ext cx="10925710" cy="3651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600" noProof="0" dirty="0"/>
              <a:t>There are different ways to achieve this:</a:t>
            </a:r>
          </a:p>
        </p:txBody>
      </p:sp>
      <p:graphicFrame>
        <p:nvGraphicFramePr>
          <p:cNvPr id="6" name="Table 5">
            <a:extLst>
              <a:ext uri="{FF2B5EF4-FFF2-40B4-BE49-F238E27FC236}">
                <a16:creationId xmlns:a16="http://schemas.microsoft.com/office/drawing/2014/main" id="{29972BC1-FF25-ECF2-A590-E0E1551FE592}"/>
              </a:ext>
            </a:extLst>
          </p:cNvPr>
          <p:cNvGraphicFramePr>
            <a:graphicFrameLocks noGrp="1"/>
          </p:cNvGraphicFramePr>
          <p:nvPr>
            <p:extLst>
              <p:ext uri="{D42A27DB-BD31-4B8C-83A1-F6EECF244321}">
                <p14:modId xmlns:p14="http://schemas.microsoft.com/office/powerpoint/2010/main" val="649791032"/>
              </p:ext>
            </p:extLst>
          </p:nvPr>
        </p:nvGraphicFramePr>
        <p:xfrm>
          <a:off x="838200" y="2697108"/>
          <a:ext cx="9918831" cy="2560434"/>
        </p:xfrm>
        <a:graphic>
          <a:graphicData uri="http://schemas.openxmlformats.org/drawingml/2006/table">
            <a:tbl>
              <a:tblPr firstRow="1" bandRow="1">
                <a:tableStyleId>{7E9639D4-E3E2-4D34-9284-5A2195B3D0D7}</a:tableStyleId>
              </a:tblPr>
              <a:tblGrid>
                <a:gridCol w="523941">
                  <a:extLst>
                    <a:ext uri="{9D8B030D-6E8A-4147-A177-3AD203B41FA5}">
                      <a16:colId xmlns:a16="http://schemas.microsoft.com/office/drawing/2014/main" val="3314179839"/>
                    </a:ext>
                  </a:extLst>
                </a:gridCol>
                <a:gridCol w="3165196">
                  <a:extLst>
                    <a:ext uri="{9D8B030D-6E8A-4147-A177-3AD203B41FA5}">
                      <a16:colId xmlns:a16="http://schemas.microsoft.com/office/drawing/2014/main" val="4023126614"/>
                    </a:ext>
                  </a:extLst>
                </a:gridCol>
                <a:gridCol w="6229694">
                  <a:extLst>
                    <a:ext uri="{9D8B030D-6E8A-4147-A177-3AD203B41FA5}">
                      <a16:colId xmlns:a16="http://schemas.microsoft.com/office/drawing/2014/main" val="3109461255"/>
                    </a:ext>
                  </a:extLst>
                </a:gridCol>
              </a:tblGrid>
              <a:tr h="301956">
                <a:tc>
                  <a:txBody>
                    <a:bodyPr/>
                    <a:lstStyle/>
                    <a:p>
                      <a:r>
                        <a:rPr lang="en-SG" sz="1400" noProof="0" dirty="0">
                          <a:latin typeface="Source Sans Pro" panose="020B0503030403020204" pitchFamily="34" charset="0"/>
                          <a:ea typeface="Source Sans Pro" panose="020B0503030403020204" pitchFamily="34" charset="0"/>
                        </a:rPr>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latin typeface="Source Sans Pro" panose="020B0503030403020204" pitchFamily="34" charset="0"/>
                          <a:ea typeface="Source Sans Pro" panose="020B0503030403020204" pitchFamily="34" charset="0"/>
                        </a:rPr>
                        <a:t>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r>
                        <a:rPr lang="en-SG" sz="1400" noProof="0" dirty="0">
                          <a:latin typeface="Source Sans Pro" panose="020B0503030403020204" pitchFamily="34" charset="0"/>
                          <a:ea typeface="Source Sans Pro" panose="020B0503030403020204" pitchFamily="34"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178139898"/>
                  </a:ext>
                </a:extLst>
              </a:tr>
              <a:tr h="327580">
                <a:tc>
                  <a:txBody>
                    <a:bodyPr/>
                    <a:lstStyle/>
                    <a:p>
                      <a:r>
                        <a:rPr lang="en-SG" sz="1400" noProof="0" dirty="0">
                          <a:latin typeface="Source Sans Pro" panose="020B0503030403020204" pitchFamily="34" charset="0"/>
                          <a:ea typeface="Source Sans Pro" panose="020B0503030403020204" pitchFamily="3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latin typeface="Source Sans Pro" panose="020B0503030403020204" pitchFamily="34" charset="0"/>
                          <a:ea typeface="Source Sans Pro" panose="020B0503030403020204" pitchFamily="34" charset="0"/>
                        </a:rPr>
                        <a:t>Granular RBAC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noProof="0" dirty="0">
                          <a:latin typeface="Source Sans Pro" panose="020B0503030403020204" pitchFamily="34" charset="0"/>
                          <a:ea typeface="Source Sans Pro" panose="020B0503030403020204" pitchFamily="34" charset="0"/>
                        </a:rPr>
                        <a:t>Instead of assigned roles at the Namespace level, assign directly to the specific Queue or Topic.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581606">
                <a:tc>
                  <a:txBody>
                    <a:bodyPr/>
                    <a:lstStyle/>
                    <a:p>
                      <a:r>
                        <a:rPr lang="en-SG" sz="1400" noProof="0" dirty="0">
                          <a:latin typeface="Source Sans Pro" panose="020B0503030403020204" pitchFamily="34" charset="0"/>
                          <a:ea typeface="Source Sans Pro" panose="020B0503030403020204" pitchFamily="34"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latin typeface="Source Sans Pro" panose="020B0503030403020204" pitchFamily="34" charset="0"/>
                          <a:ea typeface="Source Sans Pro" panose="020B0503030403020204" pitchFamily="34" charset="0"/>
                        </a:rPr>
                        <a:t>Subscription-Level Isolation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400" noProof="0" dirty="0">
                          <a:latin typeface="Source Sans Pro" panose="020B0503030403020204" pitchFamily="34" charset="0"/>
                          <a:ea typeface="Source Sans Pro" panose="020B0503030403020204" pitchFamily="34" charset="0"/>
                        </a:rPr>
                        <a:t>Use a Topic with multiple Subscriptions and assign RBAC roles to the individual Subscription level.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577934">
                <a:tc>
                  <a:txBody>
                    <a:bodyPr/>
                    <a:lstStyle/>
                    <a:p>
                      <a:r>
                        <a:rPr lang="en-SG" sz="1400" noProof="0" dirty="0">
                          <a:latin typeface="Source Sans Pro" panose="020B0503030403020204" pitchFamily="34" charset="0"/>
                          <a:ea typeface="Source Sans Pro" panose="020B0503030403020204" pitchFamily="34"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latin typeface="Source Sans Pro" panose="020B0503030403020204" pitchFamily="34" charset="0"/>
                          <a:ea typeface="Source Sans Pro" panose="020B0503030403020204" pitchFamily="34" charset="0"/>
                        </a:rPr>
                        <a:t>Namespace Segregation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noProof="0" dirty="0">
                          <a:latin typeface="Source Sans Pro" panose="020B0503030403020204" pitchFamily="34" charset="0"/>
                          <a:ea typeface="Source Sans Pro" panose="020B0503030403020204" pitchFamily="34" charset="0"/>
                        </a:rPr>
                        <a:t>Create one namespace per one application, cleanest isolation in terms of billing, throughput limits (TUs/MUs), and network rules.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3651365"/>
                  </a:ext>
                </a:extLst>
              </a:tr>
              <a:tr h="577934">
                <a:tc>
                  <a:txBody>
                    <a:bodyPr/>
                    <a:lstStyle/>
                    <a:p>
                      <a:r>
                        <a:rPr lang="en-SG" sz="1400" noProof="0" dirty="0">
                          <a:latin typeface="Source Sans Pro" panose="020B0503030403020204" pitchFamily="34" charset="0"/>
                          <a:ea typeface="Source Sans Pro" panose="020B0503030403020204" pitchFamily="34"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400" noProof="0" dirty="0">
                          <a:latin typeface="Source Sans Pro" panose="020B0503030403020204" pitchFamily="34" charset="0"/>
                          <a:ea typeface="Source Sans Pro" panose="020B0503030403020204" pitchFamily="34" charset="0"/>
                        </a:rPr>
                        <a:t>Shared Access Signature (SAS) Policies (Not recommended)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sz="1400" noProof="0" dirty="0">
                          <a:latin typeface="Source Sans Pro" panose="020B0503030403020204" pitchFamily="34" charset="0"/>
                          <a:ea typeface="Source Sans Pro" panose="020B0503030403020204" pitchFamily="34" charset="0"/>
                        </a:rPr>
                        <a:t>Create a SAS policy inside Topic and provide that connection string to the application.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704160"/>
                  </a:ext>
                </a:extLst>
              </a:tr>
            </a:tbl>
          </a:graphicData>
        </a:graphic>
      </p:graphicFrame>
      <p:sp>
        <p:nvSpPr>
          <p:cNvPr id="5" name="TextBox 4">
            <a:extLst>
              <a:ext uri="{FF2B5EF4-FFF2-40B4-BE49-F238E27FC236}">
                <a16:creationId xmlns:a16="http://schemas.microsoft.com/office/drawing/2014/main" id="{234C9BA8-2013-6831-D8D4-E35715B01F46}"/>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rgbClr val="005AAB"/>
                </a:solidFill>
                <a:effectLst/>
              </a:rPr>
              <a:t>Everyone agrees?</a:t>
            </a:r>
          </a:p>
        </p:txBody>
      </p:sp>
      <p:sp>
        <p:nvSpPr>
          <p:cNvPr id="8" name="Rectangle 7">
            <a:extLst>
              <a:ext uri="{FF2B5EF4-FFF2-40B4-BE49-F238E27FC236}">
                <a16:creationId xmlns:a16="http://schemas.microsoft.com/office/drawing/2014/main" id="{832322D1-7FF1-E638-A33C-54AD9669207D}"/>
              </a:ext>
            </a:extLst>
          </p:cNvPr>
          <p:cNvSpPr/>
          <p:nvPr/>
        </p:nvSpPr>
        <p:spPr>
          <a:xfrm>
            <a:off x="10721672" y="189306"/>
            <a:ext cx="252000" cy="252000"/>
          </a:xfrm>
          <a:prstGeom prst="rect">
            <a:avLst/>
          </a:prstGeom>
          <a:ln>
            <a:solidFill>
              <a:srgbClr val="15608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771117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552C28-7010-A369-074B-D8F191725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C54894-A46B-42A5-0871-6155F5742934}"/>
              </a:ext>
            </a:extLst>
          </p:cNvPr>
          <p:cNvSpPr>
            <a:spLocks noGrp="1"/>
          </p:cNvSpPr>
          <p:nvPr>
            <p:ph type="title"/>
          </p:nvPr>
        </p:nvSpPr>
        <p:spPr>
          <a:xfrm>
            <a:off x="838200" y="517769"/>
            <a:ext cx="10515600" cy="425507"/>
          </a:xfrm>
        </p:spPr>
        <p:txBody>
          <a:bodyPr>
            <a:normAutofit/>
          </a:bodyPr>
          <a:lstStyle/>
          <a:p>
            <a:r>
              <a:rPr lang="en-SG" sz="2000" noProof="0" dirty="0"/>
              <a:t>PII Detection – For Tokenisation/Encryption</a:t>
            </a:r>
          </a:p>
        </p:txBody>
      </p:sp>
      <p:sp>
        <p:nvSpPr>
          <p:cNvPr id="4" name="Slide Number Placeholder 3">
            <a:extLst>
              <a:ext uri="{FF2B5EF4-FFF2-40B4-BE49-F238E27FC236}">
                <a16:creationId xmlns:a16="http://schemas.microsoft.com/office/drawing/2014/main" id="{D0973CDF-FD6E-B452-0064-5C21C83BC765}"/>
              </a:ext>
            </a:extLst>
          </p:cNvPr>
          <p:cNvSpPr>
            <a:spLocks noGrp="1"/>
          </p:cNvSpPr>
          <p:nvPr>
            <p:ph type="sldNum" sz="quarter" idx="12"/>
          </p:nvPr>
        </p:nvSpPr>
        <p:spPr/>
        <p:txBody>
          <a:bodyPr/>
          <a:lstStyle/>
          <a:p>
            <a:fld id="{5DF5AE18-F94A-B54C-9347-4CAFB5D76058}" type="slidenum">
              <a:rPr lang="en-SG" noProof="0" smtClean="0"/>
              <a:pPr/>
              <a:t>39</a:t>
            </a:fld>
            <a:endParaRPr lang="en-SG" noProof="0" dirty="0"/>
          </a:p>
        </p:txBody>
      </p:sp>
      <p:sp>
        <p:nvSpPr>
          <p:cNvPr id="7" name="Title 1">
            <a:extLst>
              <a:ext uri="{FF2B5EF4-FFF2-40B4-BE49-F238E27FC236}">
                <a16:creationId xmlns:a16="http://schemas.microsoft.com/office/drawing/2014/main" id="{1933E81B-E345-E327-9C0D-FC9675EEE54D}"/>
              </a:ext>
            </a:extLst>
          </p:cNvPr>
          <p:cNvSpPr txBox="1">
            <a:spLocks/>
          </p:cNvSpPr>
          <p:nvPr/>
        </p:nvSpPr>
        <p:spPr>
          <a:xfrm>
            <a:off x="838199" y="981776"/>
            <a:ext cx="10365607" cy="2347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400" b="0" noProof="0" dirty="0">
                <a:solidFill>
                  <a:srgbClr val="000000"/>
                </a:solidFill>
              </a:rPr>
              <a:t>Two viable options are available for PII detection to support tokenisation and encryption:</a:t>
            </a:r>
            <a:endParaRPr lang="en-SG" sz="1400" b="0" noProof="0" dirty="0">
              <a:solidFill>
                <a:schemeClr val="tx1"/>
              </a:solidFill>
            </a:endParaRPr>
          </a:p>
          <a:p>
            <a:r>
              <a:rPr lang="en-SG" sz="1400" b="0" noProof="0" dirty="0">
                <a:solidFill>
                  <a:srgbClr val="000000"/>
                </a:solidFill>
              </a:rPr>
              <a:t>• </a:t>
            </a:r>
            <a:r>
              <a:rPr lang="en-SG" sz="1400" noProof="0" dirty="0">
                <a:solidFill>
                  <a:srgbClr val="000000"/>
                </a:solidFill>
              </a:rPr>
              <a:t>Azure</a:t>
            </a:r>
            <a:r>
              <a:rPr lang="en-SG" sz="1400" noProof="0" dirty="0">
                <a:solidFill>
                  <a:schemeClr val="tx1"/>
                </a:solidFill>
              </a:rPr>
              <a:t> AI Language – PII Detection</a:t>
            </a:r>
            <a:r>
              <a:rPr lang="en-SG" sz="1400" b="0" noProof="0" dirty="0">
                <a:solidFill>
                  <a:schemeClr val="tx1"/>
                </a:solidFill>
              </a:rPr>
              <a:t>: Can identify both standard PII and more contextual entities, including items such as medical conditions that may not be captured by conventional rules-based detection. It can also be tailored to domain-specific PII through Custom Named Entity Recognition (NER).</a:t>
            </a:r>
          </a:p>
          <a:p>
            <a:r>
              <a:rPr lang="en-SG" sz="1400" b="0" noProof="0" dirty="0">
                <a:solidFill>
                  <a:srgbClr val="000000"/>
                </a:solidFill>
              </a:rPr>
              <a:t>• </a:t>
            </a:r>
            <a:r>
              <a:rPr lang="en-SG" sz="1400" noProof="0" dirty="0">
                <a:solidFill>
                  <a:srgbClr val="000000"/>
                </a:solidFill>
              </a:rPr>
              <a:t>Cloak API</a:t>
            </a:r>
            <a:r>
              <a:rPr lang="en-SG" sz="1400" b="0" noProof="0" dirty="0">
                <a:solidFill>
                  <a:srgbClr val="000000"/>
                </a:solidFill>
              </a:rPr>
              <a:t>: Offers lower integration effort because it is already in use for SWEE 1.0, making it a practical option from an implementation perspective.</a:t>
            </a:r>
            <a:endParaRPr lang="en-SG" noProof="0" dirty="0"/>
          </a:p>
          <a:p>
            <a:r>
              <a:rPr lang="en-SG" sz="1400" b="0" noProof="0" dirty="0">
                <a:solidFill>
                  <a:schemeClr val="tx1"/>
                </a:solidFill>
              </a:rPr>
              <a:t>Recommendation on the preferred approach will be discussed with the App &amp; Data team.</a:t>
            </a:r>
          </a:p>
        </p:txBody>
      </p:sp>
      <p:sp>
        <p:nvSpPr>
          <p:cNvPr id="9" name="TextBox 8">
            <a:extLst>
              <a:ext uri="{FF2B5EF4-FFF2-40B4-BE49-F238E27FC236}">
                <a16:creationId xmlns:a16="http://schemas.microsoft.com/office/drawing/2014/main" id="{E413CA5E-5CA2-F20E-25FC-A5961DD28BCA}"/>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accent1">
                    <a:lumMod val="75000"/>
                  </a:schemeClr>
                </a:solidFill>
                <a:effectLst/>
              </a:rPr>
              <a:t>Everyone agrees?</a:t>
            </a:r>
          </a:p>
        </p:txBody>
      </p:sp>
      <p:sp>
        <p:nvSpPr>
          <p:cNvPr id="10" name="Rectangle 9">
            <a:extLst>
              <a:ext uri="{FF2B5EF4-FFF2-40B4-BE49-F238E27FC236}">
                <a16:creationId xmlns:a16="http://schemas.microsoft.com/office/drawing/2014/main" id="{A70AADA9-444B-3A8B-0AC9-6A2C1381CAB3}"/>
              </a:ext>
            </a:extLst>
          </p:cNvPr>
          <p:cNvSpPr/>
          <p:nvPr/>
        </p:nvSpPr>
        <p:spPr>
          <a:xfrm>
            <a:off x="10721672" y="189306"/>
            <a:ext cx="252000" cy="252000"/>
          </a:xfrm>
          <a:prstGeom prst="rect">
            <a:avLst/>
          </a:prstGeom>
          <a:ln>
            <a:solidFill>
              <a:srgbClr val="15608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17817252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C33596-15F2-D6BE-B390-111320A9B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0EE7A-CF9C-A477-A24B-37CEF940F914}"/>
              </a:ext>
            </a:extLst>
          </p:cNvPr>
          <p:cNvSpPr>
            <a:spLocks noGrp="1"/>
          </p:cNvSpPr>
          <p:nvPr>
            <p:ph type="title"/>
          </p:nvPr>
        </p:nvSpPr>
        <p:spPr>
          <a:xfrm>
            <a:off x="838200" y="517769"/>
            <a:ext cx="10515600" cy="425507"/>
          </a:xfrm>
        </p:spPr>
        <p:txBody>
          <a:bodyPr>
            <a:normAutofit/>
          </a:bodyPr>
          <a:lstStyle/>
          <a:p>
            <a:r>
              <a:rPr lang="en-SG" sz="2000" noProof="0" dirty="0"/>
              <a:t>Step 0: Agent – IRIN3 Access Management</a:t>
            </a:r>
          </a:p>
        </p:txBody>
      </p:sp>
      <p:sp>
        <p:nvSpPr>
          <p:cNvPr id="4" name="Slide Number Placeholder 3">
            <a:extLst>
              <a:ext uri="{FF2B5EF4-FFF2-40B4-BE49-F238E27FC236}">
                <a16:creationId xmlns:a16="http://schemas.microsoft.com/office/drawing/2014/main" id="{A6E04CB5-4C93-0C42-0A4E-C49F908B92C5}"/>
              </a:ext>
            </a:extLst>
          </p:cNvPr>
          <p:cNvSpPr>
            <a:spLocks noGrp="1"/>
          </p:cNvSpPr>
          <p:nvPr>
            <p:ph type="sldNum" sz="quarter" idx="12"/>
          </p:nvPr>
        </p:nvSpPr>
        <p:spPr/>
        <p:txBody>
          <a:bodyPr/>
          <a:lstStyle/>
          <a:p>
            <a:fld id="{5DF5AE18-F94A-B54C-9347-4CAFB5D76058}" type="slidenum">
              <a:rPr lang="en-SG" noProof="0" smtClean="0"/>
              <a:pPr/>
              <a:t>40</a:t>
            </a:fld>
            <a:endParaRPr lang="en-SG" noProof="0" dirty="0"/>
          </a:p>
        </p:txBody>
      </p:sp>
    </p:spTree>
    <p:extLst>
      <p:ext uri="{BB962C8B-B14F-4D97-AF65-F5344CB8AC3E}">
        <p14:creationId xmlns:p14="http://schemas.microsoft.com/office/powerpoint/2010/main" val="3555243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050F52-43D3-E359-F6A6-10D0EF72C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1682B-992C-BBF6-AAA9-4FD265765291}"/>
              </a:ext>
            </a:extLst>
          </p:cNvPr>
          <p:cNvSpPr>
            <a:spLocks noGrp="1"/>
          </p:cNvSpPr>
          <p:nvPr>
            <p:ph type="title"/>
          </p:nvPr>
        </p:nvSpPr>
        <p:spPr>
          <a:xfrm>
            <a:off x="667351" y="136525"/>
            <a:ext cx="10515600" cy="425507"/>
          </a:xfrm>
        </p:spPr>
        <p:txBody>
          <a:bodyPr>
            <a:normAutofit/>
          </a:bodyPr>
          <a:lstStyle/>
          <a:p>
            <a:r>
              <a:rPr lang="en-SG" sz="2000" noProof="0" dirty="0"/>
              <a:t>Step 4: Agent-Tool ABAC Policy</a:t>
            </a:r>
          </a:p>
        </p:txBody>
      </p:sp>
      <p:sp>
        <p:nvSpPr>
          <p:cNvPr id="4" name="Slide Number Placeholder 3">
            <a:extLst>
              <a:ext uri="{FF2B5EF4-FFF2-40B4-BE49-F238E27FC236}">
                <a16:creationId xmlns:a16="http://schemas.microsoft.com/office/drawing/2014/main" id="{768AB221-F2E9-7DE7-8BFC-B5FDF4BB8416}"/>
              </a:ext>
            </a:extLst>
          </p:cNvPr>
          <p:cNvSpPr>
            <a:spLocks noGrp="1"/>
          </p:cNvSpPr>
          <p:nvPr>
            <p:ph type="sldNum" sz="quarter" idx="12"/>
          </p:nvPr>
        </p:nvSpPr>
        <p:spPr/>
        <p:txBody>
          <a:bodyPr/>
          <a:lstStyle/>
          <a:p>
            <a:fld id="{5DF5AE18-F94A-B54C-9347-4CAFB5D76058}" type="slidenum">
              <a:rPr lang="en-SG" noProof="0" smtClean="0"/>
              <a:pPr/>
              <a:t>41</a:t>
            </a:fld>
            <a:endParaRPr lang="en-SG" noProof="0" dirty="0"/>
          </a:p>
        </p:txBody>
      </p:sp>
      <p:sp>
        <p:nvSpPr>
          <p:cNvPr id="9" name="TextBox 8">
            <a:extLst>
              <a:ext uri="{FF2B5EF4-FFF2-40B4-BE49-F238E27FC236}">
                <a16:creationId xmlns:a16="http://schemas.microsoft.com/office/drawing/2014/main" id="{DC2E32E2-F05E-1575-CB78-91CE6B021D61}"/>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tx2">
                    <a:lumMod val="75000"/>
                    <a:lumOff val="25000"/>
                  </a:schemeClr>
                </a:solidFill>
                <a:effectLst/>
              </a:rPr>
              <a:t>Everyone agrees?</a:t>
            </a:r>
          </a:p>
        </p:txBody>
      </p:sp>
      <p:sp>
        <p:nvSpPr>
          <p:cNvPr id="10" name="Rectangle 9">
            <a:extLst>
              <a:ext uri="{FF2B5EF4-FFF2-40B4-BE49-F238E27FC236}">
                <a16:creationId xmlns:a16="http://schemas.microsoft.com/office/drawing/2014/main" id="{F68B9A1B-14FD-2117-6B54-76A864B1DBBD}"/>
              </a:ext>
            </a:extLst>
          </p:cNvPr>
          <p:cNvSpPr/>
          <p:nvPr/>
        </p:nvSpPr>
        <p:spPr>
          <a:xfrm>
            <a:off x="10721672" y="189306"/>
            <a:ext cx="252000" cy="252000"/>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
        <p:nvSpPr>
          <p:cNvPr id="7" name="Title 1">
            <a:extLst>
              <a:ext uri="{FF2B5EF4-FFF2-40B4-BE49-F238E27FC236}">
                <a16:creationId xmlns:a16="http://schemas.microsoft.com/office/drawing/2014/main" id="{14070B2C-9AB1-4D68-F741-171DD8D62442}"/>
              </a:ext>
            </a:extLst>
          </p:cNvPr>
          <p:cNvSpPr txBox="1">
            <a:spLocks/>
          </p:cNvSpPr>
          <p:nvPr/>
        </p:nvSpPr>
        <p:spPr>
          <a:xfrm>
            <a:off x="667351" y="525515"/>
            <a:ext cx="10515600"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Illustration</a:t>
            </a:r>
          </a:p>
        </p:txBody>
      </p:sp>
      <p:sp>
        <p:nvSpPr>
          <p:cNvPr id="6" name="Rectangle 5">
            <a:extLst>
              <a:ext uri="{FF2B5EF4-FFF2-40B4-BE49-F238E27FC236}">
                <a16:creationId xmlns:a16="http://schemas.microsoft.com/office/drawing/2014/main" id="{B4F65A14-C56F-9E6B-5AA7-00046106CDB2}"/>
              </a:ext>
            </a:extLst>
          </p:cNvPr>
          <p:cNvSpPr/>
          <p:nvPr/>
        </p:nvSpPr>
        <p:spPr>
          <a:xfrm>
            <a:off x="2829737" y="2319206"/>
            <a:ext cx="2760243" cy="208916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1" name="TextBox 10">
            <a:extLst>
              <a:ext uri="{FF2B5EF4-FFF2-40B4-BE49-F238E27FC236}">
                <a16:creationId xmlns:a16="http://schemas.microsoft.com/office/drawing/2014/main" id="{2D5FE789-5D7F-5C1D-CB91-6C45D309952A}"/>
              </a:ext>
            </a:extLst>
          </p:cNvPr>
          <p:cNvSpPr txBox="1"/>
          <p:nvPr/>
        </p:nvSpPr>
        <p:spPr>
          <a:xfrm>
            <a:off x="2823915" y="2319206"/>
            <a:ext cx="893194" cy="246221"/>
          </a:xfrm>
          <a:prstGeom prst="rect">
            <a:avLst/>
          </a:prstGeom>
          <a:noFill/>
        </p:spPr>
        <p:txBody>
          <a:bodyPr wrap="none" rtlCol="0">
            <a:spAutoFit/>
          </a:bodyPr>
          <a:lstStyle/>
          <a:p>
            <a:pPr algn="ctr"/>
            <a:r>
              <a:rPr lang="en-SG" sz="1000" b="1" noProof="0" dirty="0"/>
              <a:t>AO Gateway</a:t>
            </a:r>
          </a:p>
        </p:txBody>
      </p:sp>
      <p:pic>
        <p:nvPicPr>
          <p:cNvPr id="2050" name="Picture 2" descr="Creating my first AI Agent: a journey of curiosity and growth. | Austan  Lundeen, CDMP, PCM posted on the topic | LinkedIn">
            <a:extLst>
              <a:ext uri="{FF2B5EF4-FFF2-40B4-BE49-F238E27FC236}">
                <a16:creationId xmlns:a16="http://schemas.microsoft.com/office/drawing/2014/main" id="{5C786CDF-D322-5FBF-B864-12E70ED0C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37" y="2905260"/>
            <a:ext cx="504000" cy="504000"/>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Arrow Connector 14">
            <a:extLst>
              <a:ext uri="{FF2B5EF4-FFF2-40B4-BE49-F238E27FC236}">
                <a16:creationId xmlns:a16="http://schemas.microsoft.com/office/drawing/2014/main" id="{4CBDC0F5-FEF1-7DB0-AE2F-F6C404043C01}"/>
              </a:ext>
            </a:extLst>
          </p:cNvPr>
          <p:cNvCxnSpPr>
            <a:cxnSpLocks/>
          </p:cNvCxnSpPr>
          <p:nvPr/>
        </p:nvCxnSpPr>
        <p:spPr>
          <a:xfrm flipV="1">
            <a:off x="1200569" y="3168124"/>
            <a:ext cx="2031558" cy="682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052" name="Picture 4" descr="API Management | Microsoft Azure Color">
            <a:extLst>
              <a:ext uri="{FF2B5EF4-FFF2-40B4-BE49-F238E27FC236}">
                <a16:creationId xmlns:a16="http://schemas.microsoft.com/office/drawing/2014/main" id="{534F7570-0654-471F-4BB3-867911A856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2127" y="3065500"/>
            <a:ext cx="432000" cy="4320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DAFA6B0E-D6D8-97C8-56B9-1418780ED1FA}"/>
              </a:ext>
            </a:extLst>
          </p:cNvPr>
          <p:cNvSpPr txBox="1"/>
          <p:nvPr/>
        </p:nvSpPr>
        <p:spPr>
          <a:xfrm>
            <a:off x="3125560" y="3681244"/>
            <a:ext cx="861133" cy="215444"/>
          </a:xfrm>
          <a:prstGeom prst="rect">
            <a:avLst/>
          </a:prstGeom>
          <a:noFill/>
        </p:spPr>
        <p:txBody>
          <a:bodyPr wrap="square" rtlCol="0">
            <a:spAutoFit/>
          </a:bodyPr>
          <a:lstStyle/>
          <a:p>
            <a:pPr algn="ctr"/>
            <a:r>
              <a:rPr lang="en-SG" sz="800" b="1" noProof="0" dirty="0"/>
              <a:t>Azure APIM</a:t>
            </a:r>
          </a:p>
        </p:txBody>
      </p:sp>
      <p:sp>
        <p:nvSpPr>
          <p:cNvPr id="19" name="TextBox 18">
            <a:extLst>
              <a:ext uri="{FF2B5EF4-FFF2-40B4-BE49-F238E27FC236}">
                <a16:creationId xmlns:a16="http://schemas.microsoft.com/office/drawing/2014/main" id="{EA2E0BAC-2518-B18D-3816-6BE900FF2BAC}"/>
              </a:ext>
            </a:extLst>
          </p:cNvPr>
          <p:cNvSpPr txBox="1"/>
          <p:nvPr/>
        </p:nvSpPr>
        <p:spPr>
          <a:xfrm>
            <a:off x="1189292" y="2892828"/>
            <a:ext cx="1721130" cy="215444"/>
          </a:xfrm>
          <a:prstGeom prst="rect">
            <a:avLst/>
          </a:prstGeom>
          <a:noFill/>
        </p:spPr>
        <p:txBody>
          <a:bodyPr wrap="square" rtlCol="0">
            <a:spAutoFit/>
          </a:bodyPr>
          <a:lstStyle/>
          <a:p>
            <a:r>
              <a:rPr lang="en-SG" sz="800" noProof="0" dirty="0">
                <a:solidFill>
                  <a:schemeClr val="bg2">
                    <a:lumMod val="50000"/>
                  </a:schemeClr>
                </a:solidFill>
              </a:rPr>
              <a:t>1. What tools do I have access to?</a:t>
            </a:r>
          </a:p>
        </p:txBody>
      </p:sp>
      <p:pic>
        <p:nvPicPr>
          <p:cNvPr id="2054" name="Picture 6" descr="Policy - Free security icons">
            <a:extLst>
              <a:ext uri="{FF2B5EF4-FFF2-40B4-BE49-F238E27FC236}">
                <a16:creationId xmlns:a16="http://schemas.microsoft.com/office/drawing/2014/main" id="{4DB07370-6E3D-D0B4-4E97-53DE94E2D0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378" y="872564"/>
            <a:ext cx="432000" cy="4320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a:extLst>
              <a:ext uri="{FF2B5EF4-FFF2-40B4-BE49-F238E27FC236}">
                <a16:creationId xmlns:a16="http://schemas.microsoft.com/office/drawing/2014/main" id="{D69A9A14-98D1-1BB2-2354-3198663FF42F}"/>
              </a:ext>
            </a:extLst>
          </p:cNvPr>
          <p:cNvCxnSpPr>
            <a:cxnSpLocks/>
            <a:stCxn id="2052" idx="3"/>
            <a:endCxn id="2054" idx="1"/>
          </p:cNvCxnSpPr>
          <p:nvPr/>
        </p:nvCxnSpPr>
        <p:spPr>
          <a:xfrm flipV="1">
            <a:off x="3664127" y="1088564"/>
            <a:ext cx="2576251" cy="2192936"/>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49DE52A2-01A7-1888-F9E8-64B6B96EF609}"/>
              </a:ext>
            </a:extLst>
          </p:cNvPr>
          <p:cNvSpPr txBox="1"/>
          <p:nvPr/>
        </p:nvSpPr>
        <p:spPr>
          <a:xfrm>
            <a:off x="3617138" y="2367649"/>
            <a:ext cx="1259578" cy="338554"/>
          </a:xfrm>
          <a:prstGeom prst="rect">
            <a:avLst/>
          </a:prstGeom>
          <a:noFill/>
        </p:spPr>
        <p:txBody>
          <a:bodyPr wrap="square" rtlCol="0">
            <a:spAutoFit/>
          </a:bodyPr>
          <a:lstStyle/>
          <a:p>
            <a:r>
              <a:rPr lang="en-SG" sz="800" noProof="0" dirty="0">
                <a:solidFill>
                  <a:schemeClr val="bg2">
                    <a:lumMod val="50000"/>
                  </a:schemeClr>
                </a:solidFill>
              </a:rPr>
              <a:t>2. Retrieves list of tools agent has access to</a:t>
            </a:r>
          </a:p>
        </p:txBody>
      </p:sp>
      <p:sp>
        <p:nvSpPr>
          <p:cNvPr id="24" name="TextBox 23">
            <a:extLst>
              <a:ext uri="{FF2B5EF4-FFF2-40B4-BE49-F238E27FC236}">
                <a16:creationId xmlns:a16="http://schemas.microsoft.com/office/drawing/2014/main" id="{C86015BA-235F-5FEA-08AD-4F8D3FCEB60B}"/>
              </a:ext>
            </a:extLst>
          </p:cNvPr>
          <p:cNvSpPr txBox="1"/>
          <p:nvPr/>
        </p:nvSpPr>
        <p:spPr>
          <a:xfrm>
            <a:off x="1212488" y="3174553"/>
            <a:ext cx="1764000" cy="338554"/>
          </a:xfrm>
          <a:prstGeom prst="rect">
            <a:avLst/>
          </a:prstGeom>
          <a:noFill/>
        </p:spPr>
        <p:txBody>
          <a:bodyPr wrap="square" rtlCol="0">
            <a:spAutoFit/>
          </a:bodyPr>
          <a:lstStyle/>
          <a:p>
            <a:r>
              <a:rPr lang="en-SG" sz="800" noProof="0" dirty="0">
                <a:solidFill>
                  <a:schemeClr val="bg2">
                    <a:lumMod val="50000"/>
                  </a:schemeClr>
                </a:solidFill>
              </a:rPr>
              <a:t>3. These are the tools you are allowed to  use</a:t>
            </a:r>
          </a:p>
        </p:txBody>
      </p:sp>
      <p:sp>
        <p:nvSpPr>
          <p:cNvPr id="25" name="TextBox 24">
            <a:extLst>
              <a:ext uri="{FF2B5EF4-FFF2-40B4-BE49-F238E27FC236}">
                <a16:creationId xmlns:a16="http://schemas.microsoft.com/office/drawing/2014/main" id="{46CA9CDE-8F64-D076-B488-D5DBDC4F3543}"/>
              </a:ext>
            </a:extLst>
          </p:cNvPr>
          <p:cNvSpPr txBox="1"/>
          <p:nvPr/>
        </p:nvSpPr>
        <p:spPr>
          <a:xfrm>
            <a:off x="6074203" y="1574637"/>
            <a:ext cx="1039067" cy="246221"/>
          </a:xfrm>
          <a:prstGeom prst="rect">
            <a:avLst/>
          </a:prstGeom>
          <a:noFill/>
        </p:spPr>
        <p:txBody>
          <a:bodyPr wrap="none" rtlCol="0">
            <a:spAutoFit/>
          </a:bodyPr>
          <a:lstStyle/>
          <a:p>
            <a:pPr algn="ctr"/>
            <a:r>
              <a:rPr lang="en-SG" sz="1000" b="1" noProof="0" dirty="0"/>
              <a:t>Policy Registry</a:t>
            </a:r>
          </a:p>
        </p:txBody>
      </p:sp>
      <p:sp>
        <p:nvSpPr>
          <p:cNvPr id="27" name="Rectangle 26">
            <a:extLst>
              <a:ext uri="{FF2B5EF4-FFF2-40B4-BE49-F238E27FC236}">
                <a16:creationId xmlns:a16="http://schemas.microsoft.com/office/drawing/2014/main" id="{62EC1AF9-8C18-9E04-BCED-87E76D8624D2}"/>
              </a:ext>
            </a:extLst>
          </p:cNvPr>
          <p:cNvSpPr/>
          <p:nvPr/>
        </p:nvSpPr>
        <p:spPr>
          <a:xfrm>
            <a:off x="6772377" y="3093095"/>
            <a:ext cx="1188000" cy="43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8" name="TextBox 27">
            <a:extLst>
              <a:ext uri="{FF2B5EF4-FFF2-40B4-BE49-F238E27FC236}">
                <a16:creationId xmlns:a16="http://schemas.microsoft.com/office/drawing/2014/main" id="{02C65005-C494-F1E2-4161-1C0A5223A6B3}"/>
              </a:ext>
            </a:extLst>
          </p:cNvPr>
          <p:cNvSpPr txBox="1"/>
          <p:nvPr/>
        </p:nvSpPr>
        <p:spPr>
          <a:xfrm>
            <a:off x="6837566" y="3167228"/>
            <a:ext cx="1075936" cy="261610"/>
          </a:xfrm>
          <a:prstGeom prst="rect">
            <a:avLst/>
          </a:prstGeom>
          <a:noFill/>
        </p:spPr>
        <p:txBody>
          <a:bodyPr wrap="none" rtlCol="0">
            <a:spAutoFit/>
          </a:bodyPr>
          <a:lstStyle/>
          <a:p>
            <a:pPr algn="ctr"/>
            <a:r>
              <a:rPr lang="en-SG" sz="1100" b="1" noProof="0" dirty="0"/>
              <a:t>MCP Gateway</a:t>
            </a:r>
          </a:p>
        </p:txBody>
      </p:sp>
      <p:sp>
        <p:nvSpPr>
          <p:cNvPr id="32" name="TextBox 31">
            <a:extLst>
              <a:ext uri="{FF2B5EF4-FFF2-40B4-BE49-F238E27FC236}">
                <a16:creationId xmlns:a16="http://schemas.microsoft.com/office/drawing/2014/main" id="{7AB66363-DD35-21B6-FBFA-A931DD747990}"/>
              </a:ext>
            </a:extLst>
          </p:cNvPr>
          <p:cNvSpPr txBox="1"/>
          <p:nvPr/>
        </p:nvSpPr>
        <p:spPr>
          <a:xfrm>
            <a:off x="1174424" y="3564747"/>
            <a:ext cx="1602029" cy="215444"/>
          </a:xfrm>
          <a:prstGeom prst="rect">
            <a:avLst/>
          </a:prstGeom>
          <a:noFill/>
        </p:spPr>
        <p:txBody>
          <a:bodyPr wrap="square" rtlCol="0">
            <a:spAutoFit/>
          </a:bodyPr>
          <a:lstStyle/>
          <a:p>
            <a:r>
              <a:rPr lang="en-SG" sz="800" noProof="0" dirty="0">
                <a:solidFill>
                  <a:schemeClr val="bg2">
                    <a:lumMod val="50000"/>
                  </a:schemeClr>
                </a:solidFill>
              </a:rPr>
              <a:t>4. Ok, I want to call this tool</a:t>
            </a:r>
          </a:p>
        </p:txBody>
      </p:sp>
      <p:sp>
        <p:nvSpPr>
          <p:cNvPr id="33" name="TextBox 32">
            <a:extLst>
              <a:ext uri="{FF2B5EF4-FFF2-40B4-BE49-F238E27FC236}">
                <a16:creationId xmlns:a16="http://schemas.microsoft.com/office/drawing/2014/main" id="{A219195D-1B55-EDA8-57E6-291B71F13385}"/>
              </a:ext>
            </a:extLst>
          </p:cNvPr>
          <p:cNvSpPr txBox="1"/>
          <p:nvPr/>
        </p:nvSpPr>
        <p:spPr>
          <a:xfrm>
            <a:off x="4323561" y="3065500"/>
            <a:ext cx="1355367" cy="340010"/>
          </a:xfrm>
          <a:prstGeom prst="rect">
            <a:avLst/>
          </a:prstGeom>
          <a:noFill/>
        </p:spPr>
        <p:txBody>
          <a:bodyPr wrap="square" rtlCol="0">
            <a:spAutoFit/>
          </a:bodyPr>
          <a:lstStyle/>
          <a:p>
            <a:r>
              <a:rPr lang="en-SG" sz="800" noProof="0" dirty="0">
                <a:solidFill>
                  <a:schemeClr val="bg2">
                    <a:lumMod val="50000"/>
                  </a:schemeClr>
                </a:solidFill>
              </a:rPr>
              <a:t>5. Ok, agent is allowed to use this tool</a:t>
            </a:r>
          </a:p>
        </p:txBody>
      </p:sp>
      <p:sp>
        <p:nvSpPr>
          <p:cNvPr id="34" name="TextBox 33">
            <a:extLst>
              <a:ext uri="{FF2B5EF4-FFF2-40B4-BE49-F238E27FC236}">
                <a16:creationId xmlns:a16="http://schemas.microsoft.com/office/drawing/2014/main" id="{F110130A-6A5A-B96F-3742-1DD093215AE9}"/>
              </a:ext>
            </a:extLst>
          </p:cNvPr>
          <p:cNvSpPr txBox="1"/>
          <p:nvPr/>
        </p:nvSpPr>
        <p:spPr>
          <a:xfrm>
            <a:off x="6947094" y="728157"/>
            <a:ext cx="1752403" cy="246221"/>
          </a:xfrm>
          <a:prstGeom prst="rect">
            <a:avLst/>
          </a:prstGeom>
          <a:noFill/>
        </p:spPr>
        <p:txBody>
          <a:bodyPr wrap="none" rtlCol="0">
            <a:spAutoFit/>
          </a:bodyPr>
          <a:lstStyle/>
          <a:p>
            <a:pPr algn="ctr"/>
            <a:r>
              <a:rPr lang="en-SG" sz="1000" b="1" noProof="0" dirty="0"/>
              <a:t>Policy Decision Point (PDP)</a:t>
            </a:r>
          </a:p>
        </p:txBody>
      </p:sp>
      <p:cxnSp>
        <p:nvCxnSpPr>
          <p:cNvPr id="35" name="Straight Arrow Connector 34">
            <a:extLst>
              <a:ext uri="{FF2B5EF4-FFF2-40B4-BE49-F238E27FC236}">
                <a16:creationId xmlns:a16="http://schemas.microsoft.com/office/drawing/2014/main" id="{054E4A2E-6596-9260-4ED9-1405658FC83B}"/>
              </a:ext>
            </a:extLst>
          </p:cNvPr>
          <p:cNvCxnSpPr>
            <a:cxnSpLocks/>
            <a:stCxn id="27" idx="0"/>
            <a:endCxn id="2054" idx="3"/>
          </p:cNvCxnSpPr>
          <p:nvPr/>
        </p:nvCxnSpPr>
        <p:spPr>
          <a:xfrm flipH="1" flipV="1">
            <a:off x="6672378" y="1088564"/>
            <a:ext cx="693999" cy="2004531"/>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38" name="TextBox 37">
            <a:extLst>
              <a:ext uri="{FF2B5EF4-FFF2-40B4-BE49-F238E27FC236}">
                <a16:creationId xmlns:a16="http://schemas.microsoft.com/office/drawing/2014/main" id="{0327DA7C-0625-9DC2-7698-F7F1BE343298}"/>
              </a:ext>
            </a:extLst>
          </p:cNvPr>
          <p:cNvSpPr txBox="1"/>
          <p:nvPr/>
        </p:nvSpPr>
        <p:spPr>
          <a:xfrm>
            <a:off x="7596804" y="2198372"/>
            <a:ext cx="1507033" cy="338554"/>
          </a:xfrm>
          <a:prstGeom prst="rect">
            <a:avLst/>
          </a:prstGeom>
          <a:noFill/>
        </p:spPr>
        <p:txBody>
          <a:bodyPr wrap="square" rtlCol="0">
            <a:spAutoFit/>
          </a:bodyPr>
          <a:lstStyle/>
          <a:p>
            <a:r>
              <a:rPr lang="en-SG" sz="800" noProof="0" dirty="0">
                <a:solidFill>
                  <a:schemeClr val="bg2">
                    <a:lumMod val="50000"/>
                  </a:schemeClr>
                </a:solidFill>
              </a:rPr>
              <a:t>6. Validates that agent indeed has access to the tool </a:t>
            </a:r>
          </a:p>
        </p:txBody>
      </p:sp>
      <p:sp>
        <p:nvSpPr>
          <p:cNvPr id="45" name="Rectangle 44">
            <a:extLst>
              <a:ext uri="{FF2B5EF4-FFF2-40B4-BE49-F238E27FC236}">
                <a16:creationId xmlns:a16="http://schemas.microsoft.com/office/drawing/2014/main" id="{0E0EBF4C-C35A-501F-E6B8-7C0A578478CE}"/>
              </a:ext>
            </a:extLst>
          </p:cNvPr>
          <p:cNvSpPr/>
          <p:nvPr/>
        </p:nvSpPr>
        <p:spPr>
          <a:xfrm>
            <a:off x="10575909" y="3093492"/>
            <a:ext cx="1188001" cy="43160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6" name="TextBox 45">
            <a:extLst>
              <a:ext uri="{FF2B5EF4-FFF2-40B4-BE49-F238E27FC236}">
                <a16:creationId xmlns:a16="http://schemas.microsoft.com/office/drawing/2014/main" id="{E178006E-C00E-0B24-36F7-A35974F48023}"/>
              </a:ext>
            </a:extLst>
          </p:cNvPr>
          <p:cNvSpPr txBox="1"/>
          <p:nvPr/>
        </p:nvSpPr>
        <p:spPr>
          <a:xfrm>
            <a:off x="10712857" y="3171031"/>
            <a:ext cx="926857" cy="261610"/>
          </a:xfrm>
          <a:prstGeom prst="rect">
            <a:avLst/>
          </a:prstGeom>
          <a:noFill/>
        </p:spPr>
        <p:txBody>
          <a:bodyPr wrap="none" rtlCol="0">
            <a:spAutoFit/>
          </a:bodyPr>
          <a:lstStyle/>
          <a:p>
            <a:pPr algn="ctr"/>
            <a:r>
              <a:rPr lang="en-SG" sz="1100" b="1" noProof="0" dirty="0"/>
              <a:t>MCP Server</a:t>
            </a:r>
          </a:p>
        </p:txBody>
      </p:sp>
      <p:cxnSp>
        <p:nvCxnSpPr>
          <p:cNvPr id="48" name="Straight Arrow Connector 47">
            <a:extLst>
              <a:ext uri="{FF2B5EF4-FFF2-40B4-BE49-F238E27FC236}">
                <a16:creationId xmlns:a16="http://schemas.microsoft.com/office/drawing/2014/main" id="{81FA4D81-0E4B-9779-F4DA-8F3128BB784F}"/>
              </a:ext>
            </a:extLst>
          </p:cNvPr>
          <p:cNvCxnSpPr>
            <a:cxnSpLocks/>
            <a:stCxn id="2052" idx="3"/>
            <a:endCxn id="27" idx="1"/>
          </p:cNvCxnSpPr>
          <p:nvPr/>
        </p:nvCxnSpPr>
        <p:spPr>
          <a:xfrm>
            <a:off x="3664127" y="3281500"/>
            <a:ext cx="3108250" cy="275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7D54ABF5-13A8-6139-3061-47C1FAE5538B}"/>
              </a:ext>
            </a:extLst>
          </p:cNvPr>
          <p:cNvCxnSpPr>
            <a:cxnSpLocks/>
            <a:stCxn id="27" idx="3"/>
            <a:endCxn id="45" idx="1"/>
          </p:cNvCxnSpPr>
          <p:nvPr/>
        </p:nvCxnSpPr>
        <p:spPr>
          <a:xfrm>
            <a:off x="7960377" y="3309095"/>
            <a:ext cx="2615532" cy="1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TextBox 54">
            <a:extLst>
              <a:ext uri="{FF2B5EF4-FFF2-40B4-BE49-F238E27FC236}">
                <a16:creationId xmlns:a16="http://schemas.microsoft.com/office/drawing/2014/main" id="{75E36094-D4B7-299E-0D96-46C78DD8CD93}"/>
              </a:ext>
            </a:extLst>
          </p:cNvPr>
          <p:cNvSpPr txBox="1"/>
          <p:nvPr/>
        </p:nvSpPr>
        <p:spPr>
          <a:xfrm>
            <a:off x="8610599" y="2981472"/>
            <a:ext cx="1702158" cy="338554"/>
          </a:xfrm>
          <a:prstGeom prst="rect">
            <a:avLst/>
          </a:prstGeom>
          <a:noFill/>
        </p:spPr>
        <p:txBody>
          <a:bodyPr wrap="square" rtlCol="0">
            <a:spAutoFit/>
          </a:bodyPr>
          <a:lstStyle/>
          <a:p>
            <a:r>
              <a:rPr lang="en-SG" sz="800" noProof="0" dirty="0">
                <a:solidFill>
                  <a:schemeClr val="bg2">
                    <a:lumMod val="50000"/>
                  </a:schemeClr>
                </a:solidFill>
              </a:rPr>
              <a:t>7. Ok MCP Server, I have validated the access, please call the tool</a:t>
            </a:r>
          </a:p>
        </p:txBody>
      </p:sp>
      <p:sp>
        <p:nvSpPr>
          <p:cNvPr id="56" name="TextBox 55">
            <a:extLst>
              <a:ext uri="{FF2B5EF4-FFF2-40B4-BE49-F238E27FC236}">
                <a16:creationId xmlns:a16="http://schemas.microsoft.com/office/drawing/2014/main" id="{FAEFC3C6-B14C-566D-C62F-FE35AD33F618}"/>
              </a:ext>
            </a:extLst>
          </p:cNvPr>
          <p:cNvSpPr txBox="1"/>
          <p:nvPr/>
        </p:nvSpPr>
        <p:spPr>
          <a:xfrm>
            <a:off x="2470848" y="1958579"/>
            <a:ext cx="1978427" cy="246221"/>
          </a:xfrm>
          <a:prstGeom prst="rect">
            <a:avLst/>
          </a:prstGeom>
          <a:noFill/>
        </p:spPr>
        <p:txBody>
          <a:bodyPr wrap="none" rtlCol="0">
            <a:spAutoFit/>
          </a:bodyPr>
          <a:lstStyle/>
          <a:p>
            <a:pPr algn="ctr"/>
            <a:r>
              <a:rPr lang="en-SG" sz="1000" b="1" noProof="0" dirty="0"/>
              <a:t>Policy Enforcement Point (PEP)</a:t>
            </a:r>
          </a:p>
        </p:txBody>
      </p:sp>
      <p:sp>
        <p:nvSpPr>
          <p:cNvPr id="57" name="TextBox 56">
            <a:extLst>
              <a:ext uri="{FF2B5EF4-FFF2-40B4-BE49-F238E27FC236}">
                <a16:creationId xmlns:a16="http://schemas.microsoft.com/office/drawing/2014/main" id="{E2C3DC2F-6111-F65F-5B8D-CD1D227A04FC}"/>
              </a:ext>
            </a:extLst>
          </p:cNvPr>
          <p:cNvSpPr txBox="1"/>
          <p:nvPr/>
        </p:nvSpPr>
        <p:spPr>
          <a:xfrm>
            <a:off x="7621386" y="2668582"/>
            <a:ext cx="1978427" cy="246221"/>
          </a:xfrm>
          <a:prstGeom prst="rect">
            <a:avLst/>
          </a:prstGeom>
          <a:noFill/>
        </p:spPr>
        <p:txBody>
          <a:bodyPr wrap="none" rtlCol="0">
            <a:spAutoFit/>
          </a:bodyPr>
          <a:lstStyle/>
          <a:p>
            <a:pPr algn="ctr"/>
            <a:r>
              <a:rPr lang="en-SG" sz="1000" b="1" noProof="0" dirty="0"/>
              <a:t>Policy Enforcement Point (PEP)</a:t>
            </a:r>
          </a:p>
        </p:txBody>
      </p:sp>
      <p:cxnSp>
        <p:nvCxnSpPr>
          <p:cNvPr id="58" name="Straight Arrow Connector 57">
            <a:extLst>
              <a:ext uri="{FF2B5EF4-FFF2-40B4-BE49-F238E27FC236}">
                <a16:creationId xmlns:a16="http://schemas.microsoft.com/office/drawing/2014/main" id="{E5BD664F-798A-45B0-B61C-6F7DEB868832}"/>
              </a:ext>
            </a:extLst>
          </p:cNvPr>
          <p:cNvCxnSpPr>
            <a:cxnSpLocks/>
          </p:cNvCxnSpPr>
          <p:nvPr/>
        </p:nvCxnSpPr>
        <p:spPr>
          <a:xfrm flipH="1">
            <a:off x="1172859" y="3514629"/>
            <a:ext cx="1980000" cy="341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1" name="Straight Arrow Connector 60">
            <a:extLst>
              <a:ext uri="{FF2B5EF4-FFF2-40B4-BE49-F238E27FC236}">
                <a16:creationId xmlns:a16="http://schemas.microsoft.com/office/drawing/2014/main" id="{AC0B964E-D5A4-4391-A3DC-3446C0995935}"/>
              </a:ext>
            </a:extLst>
          </p:cNvPr>
          <p:cNvCxnSpPr>
            <a:cxnSpLocks/>
          </p:cNvCxnSpPr>
          <p:nvPr/>
        </p:nvCxnSpPr>
        <p:spPr>
          <a:xfrm flipV="1">
            <a:off x="1189292" y="3791054"/>
            <a:ext cx="2031558" cy="682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 name="Title 1">
            <a:extLst>
              <a:ext uri="{FF2B5EF4-FFF2-40B4-BE49-F238E27FC236}">
                <a16:creationId xmlns:a16="http://schemas.microsoft.com/office/drawing/2014/main" id="{FEB551F0-6CA2-732E-A27B-44B0046EAD8E}"/>
              </a:ext>
            </a:extLst>
          </p:cNvPr>
          <p:cNvSpPr txBox="1">
            <a:spLocks/>
          </p:cNvSpPr>
          <p:nvPr/>
        </p:nvSpPr>
        <p:spPr>
          <a:xfrm>
            <a:off x="730831" y="5173280"/>
            <a:ext cx="7608836" cy="5150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AIGP will check for policy (PDP and PEP), but AO should still do a layer of check first for maximum security.</a:t>
            </a:r>
          </a:p>
        </p:txBody>
      </p:sp>
    </p:spTree>
    <p:extLst>
      <p:ext uri="{BB962C8B-B14F-4D97-AF65-F5344CB8AC3E}">
        <p14:creationId xmlns:p14="http://schemas.microsoft.com/office/powerpoint/2010/main" val="1723212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26ECDFC-623D-EC5B-5764-CD828AFCB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78EE3-E107-30E6-CF45-AB1EAB2843E6}"/>
              </a:ext>
            </a:extLst>
          </p:cNvPr>
          <p:cNvSpPr>
            <a:spLocks noGrp="1"/>
          </p:cNvSpPr>
          <p:nvPr>
            <p:ph type="title"/>
          </p:nvPr>
        </p:nvSpPr>
        <p:spPr>
          <a:xfrm>
            <a:off x="901766" y="10620"/>
            <a:ext cx="10515600" cy="329254"/>
          </a:xfrm>
        </p:spPr>
        <p:txBody>
          <a:bodyPr>
            <a:normAutofit/>
          </a:bodyPr>
          <a:lstStyle/>
          <a:p>
            <a:r>
              <a:rPr lang="en-SG" sz="1200" noProof="0" dirty="0"/>
              <a:t>End-to-End Security Architecture/Flow – AO Perspective</a:t>
            </a:r>
          </a:p>
        </p:txBody>
      </p:sp>
      <p:sp>
        <p:nvSpPr>
          <p:cNvPr id="7" name="Rectangle 6">
            <a:extLst>
              <a:ext uri="{FF2B5EF4-FFF2-40B4-BE49-F238E27FC236}">
                <a16:creationId xmlns:a16="http://schemas.microsoft.com/office/drawing/2014/main" id="{D4ED7C4E-BEBC-8E78-60CD-ECC4AE8626F1}"/>
              </a:ext>
            </a:extLst>
          </p:cNvPr>
          <p:cNvSpPr/>
          <p:nvPr/>
        </p:nvSpPr>
        <p:spPr>
          <a:xfrm>
            <a:off x="990410" y="339874"/>
            <a:ext cx="7877997" cy="57817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 name="TextBox 7">
            <a:extLst>
              <a:ext uri="{FF2B5EF4-FFF2-40B4-BE49-F238E27FC236}">
                <a16:creationId xmlns:a16="http://schemas.microsoft.com/office/drawing/2014/main" id="{526EE1B7-74D9-E7BD-834B-4F89472331F1}"/>
              </a:ext>
            </a:extLst>
          </p:cNvPr>
          <p:cNvSpPr txBox="1"/>
          <p:nvPr/>
        </p:nvSpPr>
        <p:spPr>
          <a:xfrm>
            <a:off x="996409" y="339874"/>
            <a:ext cx="442750" cy="246221"/>
          </a:xfrm>
          <a:prstGeom prst="rect">
            <a:avLst/>
          </a:prstGeom>
          <a:noFill/>
        </p:spPr>
        <p:txBody>
          <a:bodyPr wrap="none" rtlCol="0">
            <a:spAutoFit/>
          </a:bodyPr>
          <a:lstStyle/>
          <a:p>
            <a:r>
              <a:rPr lang="en-SG" sz="1000" b="1" noProof="0" dirty="0">
                <a:solidFill>
                  <a:sysClr val="windowText" lastClr="000000"/>
                </a:solidFill>
              </a:rPr>
              <a:t>UDP</a:t>
            </a:r>
          </a:p>
        </p:txBody>
      </p:sp>
      <p:sp>
        <p:nvSpPr>
          <p:cNvPr id="9" name="Rectangle 8">
            <a:extLst>
              <a:ext uri="{FF2B5EF4-FFF2-40B4-BE49-F238E27FC236}">
                <a16:creationId xmlns:a16="http://schemas.microsoft.com/office/drawing/2014/main" id="{A496740E-F961-3E1F-53AE-42D5BD13904D}"/>
              </a:ext>
            </a:extLst>
          </p:cNvPr>
          <p:cNvSpPr/>
          <p:nvPr/>
        </p:nvSpPr>
        <p:spPr>
          <a:xfrm>
            <a:off x="2253570" y="415747"/>
            <a:ext cx="6561784" cy="5610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 name="TextBox 9">
            <a:extLst>
              <a:ext uri="{FF2B5EF4-FFF2-40B4-BE49-F238E27FC236}">
                <a16:creationId xmlns:a16="http://schemas.microsoft.com/office/drawing/2014/main" id="{EC8874B9-50CE-FAD6-08CA-9A05D6506DA4}"/>
              </a:ext>
            </a:extLst>
          </p:cNvPr>
          <p:cNvSpPr txBox="1"/>
          <p:nvPr/>
        </p:nvSpPr>
        <p:spPr>
          <a:xfrm>
            <a:off x="2332349" y="415747"/>
            <a:ext cx="359394" cy="246221"/>
          </a:xfrm>
          <a:prstGeom prst="rect">
            <a:avLst/>
          </a:prstGeom>
          <a:noFill/>
        </p:spPr>
        <p:txBody>
          <a:bodyPr wrap="none" rtlCol="0">
            <a:spAutoFit/>
          </a:bodyPr>
          <a:lstStyle/>
          <a:p>
            <a:r>
              <a:rPr lang="en-SG" sz="1000" b="1" noProof="0" dirty="0"/>
              <a:t>AO</a:t>
            </a:r>
          </a:p>
        </p:txBody>
      </p:sp>
      <p:sp>
        <p:nvSpPr>
          <p:cNvPr id="11" name="Rectangle 10">
            <a:extLst>
              <a:ext uri="{FF2B5EF4-FFF2-40B4-BE49-F238E27FC236}">
                <a16:creationId xmlns:a16="http://schemas.microsoft.com/office/drawing/2014/main" id="{3D8AD4D2-4C65-06C9-9DD2-7F120ACC46D1}"/>
              </a:ext>
            </a:extLst>
          </p:cNvPr>
          <p:cNvSpPr/>
          <p:nvPr/>
        </p:nvSpPr>
        <p:spPr>
          <a:xfrm>
            <a:off x="9185967" y="2645628"/>
            <a:ext cx="2496349" cy="1244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2" name="TextBox 11">
            <a:extLst>
              <a:ext uri="{FF2B5EF4-FFF2-40B4-BE49-F238E27FC236}">
                <a16:creationId xmlns:a16="http://schemas.microsoft.com/office/drawing/2014/main" id="{15C0A7BD-2BED-5499-6CED-F4DEB168ADEB}"/>
              </a:ext>
            </a:extLst>
          </p:cNvPr>
          <p:cNvSpPr txBox="1"/>
          <p:nvPr/>
        </p:nvSpPr>
        <p:spPr>
          <a:xfrm>
            <a:off x="9154991" y="2654969"/>
            <a:ext cx="471604" cy="246221"/>
          </a:xfrm>
          <a:prstGeom prst="rect">
            <a:avLst/>
          </a:prstGeom>
          <a:noFill/>
        </p:spPr>
        <p:txBody>
          <a:bodyPr wrap="none" rtlCol="0">
            <a:spAutoFit/>
          </a:bodyPr>
          <a:lstStyle/>
          <a:p>
            <a:r>
              <a:rPr lang="en-SG" sz="1000" b="1" noProof="0" dirty="0">
                <a:solidFill>
                  <a:sysClr val="windowText" lastClr="000000"/>
                </a:solidFill>
              </a:rPr>
              <a:t>AIGP</a:t>
            </a:r>
          </a:p>
        </p:txBody>
      </p:sp>
      <p:sp>
        <p:nvSpPr>
          <p:cNvPr id="13" name="Rectangle 12">
            <a:extLst>
              <a:ext uri="{FF2B5EF4-FFF2-40B4-BE49-F238E27FC236}">
                <a16:creationId xmlns:a16="http://schemas.microsoft.com/office/drawing/2014/main" id="{08C1E08D-27B5-85AE-71F0-CC20076AE411}"/>
              </a:ext>
            </a:extLst>
          </p:cNvPr>
          <p:cNvSpPr/>
          <p:nvPr/>
        </p:nvSpPr>
        <p:spPr>
          <a:xfrm>
            <a:off x="10082626" y="1574524"/>
            <a:ext cx="947604" cy="47473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4" name="TextBox 13">
            <a:extLst>
              <a:ext uri="{FF2B5EF4-FFF2-40B4-BE49-F238E27FC236}">
                <a16:creationId xmlns:a16="http://schemas.microsoft.com/office/drawing/2014/main" id="{57D35163-490C-E7E9-5209-FD0FF32DB52B}"/>
              </a:ext>
            </a:extLst>
          </p:cNvPr>
          <p:cNvSpPr txBox="1"/>
          <p:nvPr/>
        </p:nvSpPr>
        <p:spPr>
          <a:xfrm>
            <a:off x="10167335" y="1668971"/>
            <a:ext cx="806631" cy="246221"/>
          </a:xfrm>
          <a:prstGeom prst="rect">
            <a:avLst/>
          </a:prstGeom>
          <a:noFill/>
        </p:spPr>
        <p:txBody>
          <a:bodyPr wrap="none" rtlCol="0">
            <a:spAutoFit/>
          </a:bodyPr>
          <a:lstStyle/>
          <a:p>
            <a:r>
              <a:rPr lang="en-SG" sz="1000" b="1" noProof="0" dirty="0">
                <a:solidFill>
                  <a:sysClr val="windowText" lastClr="000000"/>
                </a:solidFill>
              </a:rPr>
              <a:t>ForgeRock</a:t>
            </a:r>
          </a:p>
        </p:txBody>
      </p:sp>
      <p:sp>
        <p:nvSpPr>
          <p:cNvPr id="15" name="Rectangle 14">
            <a:extLst>
              <a:ext uri="{FF2B5EF4-FFF2-40B4-BE49-F238E27FC236}">
                <a16:creationId xmlns:a16="http://schemas.microsoft.com/office/drawing/2014/main" id="{CCE9D9C3-9FF2-86C1-AAC8-CF11661FA61E}"/>
              </a:ext>
            </a:extLst>
          </p:cNvPr>
          <p:cNvSpPr/>
          <p:nvPr/>
        </p:nvSpPr>
        <p:spPr>
          <a:xfrm>
            <a:off x="10082626" y="4666046"/>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6" name="TextBox 15">
            <a:extLst>
              <a:ext uri="{FF2B5EF4-FFF2-40B4-BE49-F238E27FC236}">
                <a16:creationId xmlns:a16="http://schemas.microsoft.com/office/drawing/2014/main" id="{A5DA9227-D4C4-8FFB-3B1A-88DCBF8697D3}"/>
              </a:ext>
            </a:extLst>
          </p:cNvPr>
          <p:cNvSpPr txBox="1"/>
          <p:nvPr/>
        </p:nvSpPr>
        <p:spPr>
          <a:xfrm>
            <a:off x="10082626" y="4666046"/>
            <a:ext cx="994183" cy="246221"/>
          </a:xfrm>
          <a:prstGeom prst="rect">
            <a:avLst/>
          </a:prstGeom>
          <a:noFill/>
        </p:spPr>
        <p:txBody>
          <a:bodyPr wrap="none" rtlCol="0">
            <a:spAutoFit/>
          </a:bodyPr>
          <a:lstStyle/>
          <a:p>
            <a:r>
              <a:rPr lang="en-SG" sz="1000" noProof="0" dirty="0">
                <a:solidFill>
                  <a:sysClr val="windowText" lastClr="000000"/>
                </a:solidFill>
              </a:rPr>
              <a:t>Microservice A</a:t>
            </a:r>
          </a:p>
        </p:txBody>
      </p:sp>
      <p:sp>
        <p:nvSpPr>
          <p:cNvPr id="17" name="Rectangle 16">
            <a:extLst>
              <a:ext uri="{FF2B5EF4-FFF2-40B4-BE49-F238E27FC236}">
                <a16:creationId xmlns:a16="http://schemas.microsoft.com/office/drawing/2014/main" id="{576B20E3-B479-3783-4620-24E80BABE27D}"/>
              </a:ext>
            </a:extLst>
          </p:cNvPr>
          <p:cNvSpPr/>
          <p:nvPr/>
        </p:nvSpPr>
        <p:spPr>
          <a:xfrm>
            <a:off x="10082626" y="5018116"/>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8" name="TextBox 17">
            <a:extLst>
              <a:ext uri="{FF2B5EF4-FFF2-40B4-BE49-F238E27FC236}">
                <a16:creationId xmlns:a16="http://schemas.microsoft.com/office/drawing/2014/main" id="{0765BD15-D0F1-F04A-CCF9-3E7C569B023C}"/>
              </a:ext>
            </a:extLst>
          </p:cNvPr>
          <p:cNvSpPr txBox="1"/>
          <p:nvPr/>
        </p:nvSpPr>
        <p:spPr>
          <a:xfrm>
            <a:off x="10082626" y="5018116"/>
            <a:ext cx="995785" cy="246221"/>
          </a:xfrm>
          <a:prstGeom prst="rect">
            <a:avLst/>
          </a:prstGeom>
          <a:noFill/>
        </p:spPr>
        <p:txBody>
          <a:bodyPr wrap="none" rtlCol="0">
            <a:spAutoFit/>
          </a:bodyPr>
          <a:lstStyle/>
          <a:p>
            <a:r>
              <a:rPr lang="en-SG" sz="1000" noProof="0" dirty="0">
                <a:solidFill>
                  <a:sysClr val="windowText" lastClr="000000"/>
                </a:solidFill>
              </a:rPr>
              <a:t>Microservice B</a:t>
            </a:r>
          </a:p>
        </p:txBody>
      </p:sp>
      <p:sp>
        <p:nvSpPr>
          <p:cNvPr id="19" name="Rectangle 18">
            <a:extLst>
              <a:ext uri="{FF2B5EF4-FFF2-40B4-BE49-F238E27FC236}">
                <a16:creationId xmlns:a16="http://schemas.microsoft.com/office/drawing/2014/main" id="{43D5240B-86DC-D603-A33E-F54809D58029}"/>
              </a:ext>
            </a:extLst>
          </p:cNvPr>
          <p:cNvSpPr/>
          <p:nvPr/>
        </p:nvSpPr>
        <p:spPr>
          <a:xfrm>
            <a:off x="10082626" y="5370186"/>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0" name="TextBox 19">
            <a:extLst>
              <a:ext uri="{FF2B5EF4-FFF2-40B4-BE49-F238E27FC236}">
                <a16:creationId xmlns:a16="http://schemas.microsoft.com/office/drawing/2014/main" id="{8161DEA7-D7F2-B79A-F715-2EF8AED3E232}"/>
              </a:ext>
            </a:extLst>
          </p:cNvPr>
          <p:cNvSpPr txBox="1"/>
          <p:nvPr/>
        </p:nvSpPr>
        <p:spPr>
          <a:xfrm>
            <a:off x="10082626" y="5370186"/>
            <a:ext cx="1007007" cy="246221"/>
          </a:xfrm>
          <a:prstGeom prst="rect">
            <a:avLst/>
          </a:prstGeom>
          <a:noFill/>
        </p:spPr>
        <p:txBody>
          <a:bodyPr wrap="none" rtlCol="0">
            <a:spAutoFit/>
          </a:bodyPr>
          <a:lstStyle/>
          <a:p>
            <a:r>
              <a:rPr lang="en-SG" sz="1000" noProof="0" dirty="0">
                <a:solidFill>
                  <a:sysClr val="windowText" lastClr="000000"/>
                </a:solidFill>
              </a:rPr>
              <a:t>Microservice C</a:t>
            </a:r>
          </a:p>
        </p:txBody>
      </p:sp>
      <p:pic>
        <p:nvPicPr>
          <p:cNvPr id="21" name="Picture 2" descr="User - Free social icons">
            <a:extLst>
              <a:ext uri="{FF2B5EF4-FFF2-40B4-BE49-F238E27FC236}">
                <a16:creationId xmlns:a16="http://schemas.microsoft.com/office/drawing/2014/main" id="{E417DAF7-1360-87A6-EE0D-051AC080E4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58" y="1673472"/>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04314807-EE19-3798-BBB7-B3641EBB090B}"/>
              </a:ext>
            </a:extLst>
          </p:cNvPr>
          <p:cNvSpPr txBox="1"/>
          <p:nvPr/>
        </p:nvSpPr>
        <p:spPr>
          <a:xfrm>
            <a:off x="200938" y="2067184"/>
            <a:ext cx="657552" cy="246221"/>
          </a:xfrm>
          <a:prstGeom prst="rect">
            <a:avLst/>
          </a:prstGeom>
          <a:noFill/>
        </p:spPr>
        <p:txBody>
          <a:bodyPr wrap="none" rtlCol="0">
            <a:spAutoFit/>
          </a:bodyPr>
          <a:lstStyle/>
          <a:p>
            <a:r>
              <a:rPr lang="en-SG" sz="1000" noProof="0" dirty="0"/>
              <a:t>TP Email</a:t>
            </a:r>
          </a:p>
        </p:txBody>
      </p:sp>
      <p:sp>
        <p:nvSpPr>
          <p:cNvPr id="24" name="Rectangle 23">
            <a:extLst>
              <a:ext uri="{FF2B5EF4-FFF2-40B4-BE49-F238E27FC236}">
                <a16:creationId xmlns:a16="http://schemas.microsoft.com/office/drawing/2014/main" id="{90498CA1-EF69-6372-1A63-2A46B2990EE9}"/>
              </a:ext>
            </a:extLst>
          </p:cNvPr>
          <p:cNvSpPr/>
          <p:nvPr/>
        </p:nvSpPr>
        <p:spPr>
          <a:xfrm>
            <a:off x="2332350" y="1356161"/>
            <a:ext cx="2927211" cy="14891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9" name="Rectangle 28">
            <a:extLst>
              <a:ext uri="{FF2B5EF4-FFF2-40B4-BE49-F238E27FC236}">
                <a16:creationId xmlns:a16="http://schemas.microsoft.com/office/drawing/2014/main" id="{8FA9321D-1D66-A325-48DF-0D631AF9C49B}"/>
              </a:ext>
            </a:extLst>
          </p:cNvPr>
          <p:cNvSpPr/>
          <p:nvPr/>
        </p:nvSpPr>
        <p:spPr>
          <a:xfrm>
            <a:off x="8959795" y="339874"/>
            <a:ext cx="3062158" cy="577811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0" name="TextBox 29">
            <a:extLst>
              <a:ext uri="{FF2B5EF4-FFF2-40B4-BE49-F238E27FC236}">
                <a16:creationId xmlns:a16="http://schemas.microsoft.com/office/drawing/2014/main" id="{F3B87263-04CE-52F9-856F-A4676F27C322}"/>
              </a:ext>
            </a:extLst>
          </p:cNvPr>
          <p:cNvSpPr txBox="1"/>
          <p:nvPr/>
        </p:nvSpPr>
        <p:spPr>
          <a:xfrm>
            <a:off x="8959795" y="349215"/>
            <a:ext cx="505267" cy="246221"/>
          </a:xfrm>
          <a:prstGeom prst="rect">
            <a:avLst/>
          </a:prstGeom>
          <a:noFill/>
        </p:spPr>
        <p:txBody>
          <a:bodyPr wrap="none" rtlCol="0">
            <a:spAutoFit/>
          </a:bodyPr>
          <a:lstStyle/>
          <a:p>
            <a:r>
              <a:rPr lang="en-SG" sz="1000" b="1" noProof="0" dirty="0">
                <a:solidFill>
                  <a:sysClr val="windowText" lastClr="000000"/>
                </a:solidFill>
              </a:rPr>
              <a:t>IRIN3</a:t>
            </a:r>
          </a:p>
        </p:txBody>
      </p:sp>
      <p:sp>
        <p:nvSpPr>
          <p:cNvPr id="31" name="Rectangle 30">
            <a:extLst>
              <a:ext uri="{FF2B5EF4-FFF2-40B4-BE49-F238E27FC236}">
                <a16:creationId xmlns:a16="http://schemas.microsoft.com/office/drawing/2014/main" id="{3E7EDBBE-D988-E450-74AA-9F87DD3D0F02}"/>
              </a:ext>
            </a:extLst>
          </p:cNvPr>
          <p:cNvSpPr/>
          <p:nvPr/>
        </p:nvSpPr>
        <p:spPr>
          <a:xfrm>
            <a:off x="2677960" y="1793274"/>
            <a:ext cx="864000"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2" name="TextBox 31">
            <a:extLst>
              <a:ext uri="{FF2B5EF4-FFF2-40B4-BE49-F238E27FC236}">
                <a16:creationId xmlns:a16="http://schemas.microsoft.com/office/drawing/2014/main" id="{242BAE3C-9E09-757A-AE8A-46F653FEA980}"/>
              </a:ext>
            </a:extLst>
          </p:cNvPr>
          <p:cNvSpPr txBox="1"/>
          <p:nvPr/>
        </p:nvSpPr>
        <p:spPr>
          <a:xfrm>
            <a:off x="2855547" y="1797640"/>
            <a:ext cx="542024" cy="215444"/>
          </a:xfrm>
          <a:prstGeom prst="rect">
            <a:avLst/>
          </a:prstGeom>
          <a:noFill/>
        </p:spPr>
        <p:txBody>
          <a:bodyPr wrap="square" rtlCol="0">
            <a:spAutoFit/>
          </a:bodyPr>
          <a:lstStyle/>
          <a:p>
            <a:r>
              <a:rPr lang="en-SG" sz="800" noProof="0" dirty="0">
                <a:solidFill>
                  <a:sysClr val="windowText" lastClr="000000"/>
                </a:solidFill>
              </a:rPr>
              <a:t>Agent A</a:t>
            </a:r>
          </a:p>
        </p:txBody>
      </p:sp>
      <p:sp>
        <p:nvSpPr>
          <p:cNvPr id="35" name="Rectangle 34">
            <a:extLst>
              <a:ext uri="{FF2B5EF4-FFF2-40B4-BE49-F238E27FC236}">
                <a16:creationId xmlns:a16="http://schemas.microsoft.com/office/drawing/2014/main" id="{52AA6041-9C5F-CB88-532C-FADBB068B13E}"/>
              </a:ext>
            </a:extLst>
          </p:cNvPr>
          <p:cNvSpPr/>
          <p:nvPr/>
        </p:nvSpPr>
        <p:spPr>
          <a:xfrm>
            <a:off x="1212975" y="2559030"/>
            <a:ext cx="964640" cy="31540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6" name="TextBox 35">
            <a:extLst>
              <a:ext uri="{FF2B5EF4-FFF2-40B4-BE49-F238E27FC236}">
                <a16:creationId xmlns:a16="http://schemas.microsoft.com/office/drawing/2014/main" id="{5F83D63C-19E6-8E6D-E60D-69B5784B3F8E}"/>
              </a:ext>
            </a:extLst>
          </p:cNvPr>
          <p:cNvSpPr txBox="1"/>
          <p:nvPr/>
        </p:nvSpPr>
        <p:spPr>
          <a:xfrm>
            <a:off x="1300349" y="2595263"/>
            <a:ext cx="768160" cy="261610"/>
          </a:xfrm>
          <a:prstGeom prst="rect">
            <a:avLst/>
          </a:prstGeom>
          <a:noFill/>
        </p:spPr>
        <p:txBody>
          <a:bodyPr wrap="square" rtlCol="0">
            <a:spAutoFit/>
          </a:bodyPr>
          <a:lstStyle/>
          <a:p>
            <a:pPr algn="ctr"/>
            <a:r>
              <a:rPr lang="en-SG" sz="1100" noProof="0" dirty="0"/>
              <a:t>SWEE 2.0</a:t>
            </a:r>
          </a:p>
        </p:txBody>
      </p:sp>
      <p:sp>
        <p:nvSpPr>
          <p:cNvPr id="41" name="Rectangle 40">
            <a:extLst>
              <a:ext uri="{FF2B5EF4-FFF2-40B4-BE49-F238E27FC236}">
                <a16:creationId xmlns:a16="http://schemas.microsoft.com/office/drawing/2014/main" id="{D4CC7C33-300F-5102-A5B1-910244C608C1}"/>
              </a:ext>
            </a:extLst>
          </p:cNvPr>
          <p:cNvSpPr/>
          <p:nvPr/>
        </p:nvSpPr>
        <p:spPr>
          <a:xfrm>
            <a:off x="2623448" y="3463791"/>
            <a:ext cx="964640" cy="315405"/>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2" name="TextBox 41">
            <a:extLst>
              <a:ext uri="{FF2B5EF4-FFF2-40B4-BE49-F238E27FC236}">
                <a16:creationId xmlns:a16="http://schemas.microsoft.com/office/drawing/2014/main" id="{65E5A32B-597D-FD91-3B0E-54222E501702}"/>
              </a:ext>
            </a:extLst>
          </p:cNvPr>
          <p:cNvSpPr txBox="1"/>
          <p:nvPr/>
        </p:nvSpPr>
        <p:spPr>
          <a:xfrm>
            <a:off x="2697525" y="3497907"/>
            <a:ext cx="837089" cy="246221"/>
          </a:xfrm>
          <a:prstGeom prst="rect">
            <a:avLst/>
          </a:prstGeom>
          <a:noFill/>
        </p:spPr>
        <p:txBody>
          <a:bodyPr wrap="none" rtlCol="0">
            <a:spAutoFit/>
          </a:bodyPr>
          <a:lstStyle/>
          <a:p>
            <a:pPr algn="ctr"/>
            <a:r>
              <a:rPr lang="en-SG" sz="1000" b="1" noProof="0" dirty="0"/>
              <a:t>AI Gateway</a:t>
            </a:r>
          </a:p>
        </p:txBody>
      </p:sp>
      <p:cxnSp>
        <p:nvCxnSpPr>
          <p:cNvPr id="43" name="Connector: Elbow 42">
            <a:extLst>
              <a:ext uri="{FF2B5EF4-FFF2-40B4-BE49-F238E27FC236}">
                <a16:creationId xmlns:a16="http://schemas.microsoft.com/office/drawing/2014/main" id="{BA90953A-EAAC-6E77-B260-1A6F2C8A3356}"/>
              </a:ext>
            </a:extLst>
          </p:cNvPr>
          <p:cNvCxnSpPr>
            <a:stCxn id="22" idx="2"/>
            <a:endCxn id="35" idx="1"/>
          </p:cNvCxnSpPr>
          <p:nvPr/>
        </p:nvCxnSpPr>
        <p:spPr>
          <a:xfrm rot="16200000" flipH="1">
            <a:off x="669680" y="2173438"/>
            <a:ext cx="403328" cy="683261"/>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44" name="Connector: Elbow 43">
            <a:extLst>
              <a:ext uri="{FF2B5EF4-FFF2-40B4-BE49-F238E27FC236}">
                <a16:creationId xmlns:a16="http://schemas.microsoft.com/office/drawing/2014/main" id="{5C0B5DCE-0371-BF92-16CE-1A65CFA094D3}"/>
              </a:ext>
            </a:extLst>
          </p:cNvPr>
          <p:cNvCxnSpPr>
            <a:cxnSpLocks/>
            <a:stCxn id="35" idx="2"/>
            <a:endCxn id="41" idx="1"/>
          </p:cNvCxnSpPr>
          <p:nvPr/>
        </p:nvCxnSpPr>
        <p:spPr>
          <a:xfrm rot="16200000" flipH="1">
            <a:off x="1785842" y="2783887"/>
            <a:ext cx="747059" cy="928153"/>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pic>
        <p:nvPicPr>
          <p:cNvPr id="49" name="Picture 2" descr="User - Free social icons">
            <a:extLst>
              <a:ext uri="{FF2B5EF4-FFF2-40B4-BE49-F238E27FC236}">
                <a16:creationId xmlns:a16="http://schemas.microsoft.com/office/drawing/2014/main" id="{527DF3F1-1650-391F-D9A7-51C63975F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57" y="5435288"/>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EDBCAAC0-F99F-8C25-36B2-7607207A0458}"/>
              </a:ext>
            </a:extLst>
          </p:cNvPr>
          <p:cNvSpPr txBox="1"/>
          <p:nvPr/>
        </p:nvSpPr>
        <p:spPr>
          <a:xfrm>
            <a:off x="253658" y="5829000"/>
            <a:ext cx="564578" cy="246221"/>
          </a:xfrm>
          <a:prstGeom prst="rect">
            <a:avLst/>
          </a:prstGeom>
          <a:noFill/>
        </p:spPr>
        <p:txBody>
          <a:bodyPr wrap="none" rtlCol="0">
            <a:spAutoFit/>
          </a:bodyPr>
          <a:lstStyle/>
          <a:p>
            <a:r>
              <a:rPr lang="en-SG" sz="1000" noProof="0" dirty="0"/>
              <a:t>Officer</a:t>
            </a:r>
          </a:p>
        </p:txBody>
      </p:sp>
      <p:sp>
        <p:nvSpPr>
          <p:cNvPr id="51" name="Rectangle 50">
            <a:extLst>
              <a:ext uri="{FF2B5EF4-FFF2-40B4-BE49-F238E27FC236}">
                <a16:creationId xmlns:a16="http://schemas.microsoft.com/office/drawing/2014/main" id="{96B73AAA-CC0C-8D72-962A-3A8167B9E1D6}"/>
              </a:ext>
            </a:extLst>
          </p:cNvPr>
          <p:cNvSpPr/>
          <p:nvPr/>
        </p:nvSpPr>
        <p:spPr>
          <a:xfrm>
            <a:off x="10607356" y="3007185"/>
            <a:ext cx="975386" cy="6107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2" name="TextBox 51">
            <a:extLst>
              <a:ext uri="{FF2B5EF4-FFF2-40B4-BE49-F238E27FC236}">
                <a16:creationId xmlns:a16="http://schemas.microsoft.com/office/drawing/2014/main" id="{D0B9E53C-8398-8D47-4D3F-051E7D015E88}"/>
              </a:ext>
            </a:extLst>
          </p:cNvPr>
          <p:cNvSpPr txBox="1"/>
          <p:nvPr/>
        </p:nvSpPr>
        <p:spPr>
          <a:xfrm>
            <a:off x="10683310" y="3189460"/>
            <a:ext cx="894965" cy="246221"/>
          </a:xfrm>
          <a:prstGeom prst="rect">
            <a:avLst/>
          </a:prstGeom>
          <a:noFill/>
        </p:spPr>
        <p:txBody>
          <a:bodyPr wrap="square" rtlCol="0">
            <a:spAutoFit/>
          </a:bodyPr>
          <a:lstStyle/>
          <a:p>
            <a:r>
              <a:rPr lang="en-SG" sz="1000" b="1" noProof="0" dirty="0">
                <a:solidFill>
                  <a:sysClr val="windowText" lastClr="000000"/>
                </a:solidFill>
              </a:rPr>
              <a:t>MCP Server</a:t>
            </a:r>
          </a:p>
        </p:txBody>
      </p:sp>
      <p:cxnSp>
        <p:nvCxnSpPr>
          <p:cNvPr id="53" name="Connector: Elbow 52">
            <a:extLst>
              <a:ext uri="{FF2B5EF4-FFF2-40B4-BE49-F238E27FC236}">
                <a16:creationId xmlns:a16="http://schemas.microsoft.com/office/drawing/2014/main" id="{35F21099-CD7C-8680-1279-E9413CF09F76}"/>
              </a:ext>
            </a:extLst>
          </p:cNvPr>
          <p:cNvCxnSpPr>
            <a:cxnSpLocks/>
          </p:cNvCxnSpPr>
          <p:nvPr/>
        </p:nvCxnSpPr>
        <p:spPr>
          <a:xfrm flipH="1">
            <a:off x="11078411" y="3278707"/>
            <a:ext cx="504331" cy="1828655"/>
          </a:xfrm>
          <a:prstGeom prst="bentConnector3">
            <a:avLst>
              <a:gd name="adj1" fmla="val -45327"/>
            </a:avLst>
          </a:prstGeom>
          <a:ln w="3175">
            <a:tailEnd type="triangle"/>
          </a:ln>
        </p:spPr>
        <p:style>
          <a:lnRef idx="2">
            <a:schemeClr val="dk1"/>
          </a:lnRef>
          <a:fillRef idx="0">
            <a:schemeClr val="dk1"/>
          </a:fillRef>
          <a:effectRef idx="1">
            <a:schemeClr val="dk1"/>
          </a:effectRef>
          <a:fontRef idx="minor">
            <a:schemeClr val="tx1"/>
          </a:fontRef>
        </p:style>
      </p:cxnSp>
      <p:sp>
        <p:nvSpPr>
          <p:cNvPr id="54" name="Rectangle 53">
            <a:extLst>
              <a:ext uri="{FF2B5EF4-FFF2-40B4-BE49-F238E27FC236}">
                <a16:creationId xmlns:a16="http://schemas.microsoft.com/office/drawing/2014/main" id="{1034A79A-E241-BF3E-84F6-2ABCF0674A44}"/>
              </a:ext>
            </a:extLst>
          </p:cNvPr>
          <p:cNvSpPr/>
          <p:nvPr/>
        </p:nvSpPr>
        <p:spPr>
          <a:xfrm>
            <a:off x="3255012" y="4925071"/>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5" name="TextBox 54">
            <a:extLst>
              <a:ext uri="{FF2B5EF4-FFF2-40B4-BE49-F238E27FC236}">
                <a16:creationId xmlns:a16="http://schemas.microsoft.com/office/drawing/2014/main" id="{1B1604B5-5777-3347-92AF-C9952A8D7FF8}"/>
              </a:ext>
            </a:extLst>
          </p:cNvPr>
          <p:cNvSpPr txBox="1"/>
          <p:nvPr/>
        </p:nvSpPr>
        <p:spPr>
          <a:xfrm>
            <a:off x="3202136" y="5051805"/>
            <a:ext cx="1353256" cy="246221"/>
          </a:xfrm>
          <a:prstGeom prst="rect">
            <a:avLst/>
          </a:prstGeom>
          <a:noFill/>
        </p:spPr>
        <p:txBody>
          <a:bodyPr wrap="none" rtlCol="0">
            <a:spAutoFit/>
          </a:bodyPr>
          <a:lstStyle/>
          <a:p>
            <a:pPr algn="ctr"/>
            <a:r>
              <a:rPr lang="en-SG" sz="1000" noProof="0" dirty="0"/>
              <a:t>HITL Approval Queue</a:t>
            </a:r>
          </a:p>
        </p:txBody>
      </p:sp>
      <p:sp>
        <p:nvSpPr>
          <p:cNvPr id="60" name="Oval 59">
            <a:extLst>
              <a:ext uri="{FF2B5EF4-FFF2-40B4-BE49-F238E27FC236}">
                <a16:creationId xmlns:a16="http://schemas.microsoft.com/office/drawing/2014/main" id="{A7494DA0-BFE6-44F4-27F4-D9861225EFA8}"/>
              </a:ext>
            </a:extLst>
          </p:cNvPr>
          <p:cNvSpPr/>
          <p:nvPr/>
        </p:nvSpPr>
        <p:spPr>
          <a:xfrm>
            <a:off x="1124476" y="3759552"/>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1</a:t>
            </a:r>
          </a:p>
        </p:txBody>
      </p:sp>
      <p:sp>
        <p:nvSpPr>
          <p:cNvPr id="61" name="TextBox 60">
            <a:extLst>
              <a:ext uri="{FF2B5EF4-FFF2-40B4-BE49-F238E27FC236}">
                <a16:creationId xmlns:a16="http://schemas.microsoft.com/office/drawing/2014/main" id="{AE8E84E2-1022-EFFD-73BC-3720250F6F39}"/>
              </a:ext>
            </a:extLst>
          </p:cNvPr>
          <p:cNvSpPr txBox="1"/>
          <p:nvPr/>
        </p:nvSpPr>
        <p:spPr>
          <a:xfrm>
            <a:off x="1394398" y="3785662"/>
            <a:ext cx="867545" cy="261610"/>
          </a:xfrm>
          <a:prstGeom prst="rect">
            <a:avLst/>
          </a:prstGeom>
          <a:noFill/>
        </p:spPr>
        <p:txBody>
          <a:bodyPr wrap="none" rtlCol="0">
            <a:spAutoFit/>
          </a:bodyPr>
          <a:lstStyle/>
          <a:p>
            <a:pPr algn="ctr"/>
            <a:r>
              <a:rPr lang="en-SG" sz="1100" noProof="0" dirty="0"/>
              <a:t>AI Gateway</a:t>
            </a:r>
          </a:p>
        </p:txBody>
      </p:sp>
      <p:sp>
        <p:nvSpPr>
          <p:cNvPr id="63" name="Oval 62">
            <a:extLst>
              <a:ext uri="{FF2B5EF4-FFF2-40B4-BE49-F238E27FC236}">
                <a16:creationId xmlns:a16="http://schemas.microsoft.com/office/drawing/2014/main" id="{71FA8287-4B5D-AA15-0E72-63BA5CD4111E}"/>
              </a:ext>
            </a:extLst>
          </p:cNvPr>
          <p:cNvSpPr/>
          <p:nvPr/>
        </p:nvSpPr>
        <p:spPr>
          <a:xfrm>
            <a:off x="3822185" y="1643245"/>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noProof="0" dirty="0"/>
              <a:t>2</a:t>
            </a:r>
          </a:p>
        </p:txBody>
      </p:sp>
      <p:sp>
        <p:nvSpPr>
          <p:cNvPr id="64" name="TextBox 63">
            <a:extLst>
              <a:ext uri="{FF2B5EF4-FFF2-40B4-BE49-F238E27FC236}">
                <a16:creationId xmlns:a16="http://schemas.microsoft.com/office/drawing/2014/main" id="{18D4316E-BF59-7FC0-DA66-700105E69591}"/>
              </a:ext>
            </a:extLst>
          </p:cNvPr>
          <p:cNvSpPr txBox="1"/>
          <p:nvPr/>
        </p:nvSpPr>
        <p:spPr>
          <a:xfrm>
            <a:off x="3975235" y="1610514"/>
            <a:ext cx="1284326" cy="230832"/>
          </a:xfrm>
          <a:prstGeom prst="rect">
            <a:avLst/>
          </a:prstGeom>
          <a:noFill/>
        </p:spPr>
        <p:txBody>
          <a:bodyPr wrap="none" rtlCol="0">
            <a:spAutoFit/>
          </a:bodyPr>
          <a:lstStyle/>
          <a:p>
            <a:pPr algn="ctr"/>
            <a:r>
              <a:rPr lang="en-SG" sz="900" noProof="0" dirty="0"/>
              <a:t>Identity Bootstrapping</a:t>
            </a:r>
          </a:p>
        </p:txBody>
      </p:sp>
      <p:cxnSp>
        <p:nvCxnSpPr>
          <p:cNvPr id="74" name="Connector: Elbow 73">
            <a:extLst>
              <a:ext uri="{FF2B5EF4-FFF2-40B4-BE49-F238E27FC236}">
                <a16:creationId xmlns:a16="http://schemas.microsoft.com/office/drawing/2014/main" id="{AAE0DE16-4DA2-CB39-F3FE-78C50426FB2E}"/>
              </a:ext>
            </a:extLst>
          </p:cNvPr>
          <p:cNvCxnSpPr>
            <a:cxnSpLocks/>
            <a:stCxn id="49" idx="0"/>
            <a:endCxn id="55" idx="1"/>
          </p:cNvCxnSpPr>
          <p:nvPr/>
        </p:nvCxnSpPr>
        <p:spPr>
          <a:xfrm rot="5400000" flipH="1" flipV="1">
            <a:off x="1735738" y="3968891"/>
            <a:ext cx="260372" cy="2672423"/>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75" name="TextBox 74">
            <a:extLst>
              <a:ext uri="{FF2B5EF4-FFF2-40B4-BE49-F238E27FC236}">
                <a16:creationId xmlns:a16="http://schemas.microsoft.com/office/drawing/2014/main" id="{7B0A09AA-52B0-D8E2-0895-787C91F2E6BA}"/>
              </a:ext>
            </a:extLst>
          </p:cNvPr>
          <p:cNvSpPr txBox="1"/>
          <p:nvPr/>
        </p:nvSpPr>
        <p:spPr>
          <a:xfrm>
            <a:off x="943671" y="4847936"/>
            <a:ext cx="1383876" cy="338554"/>
          </a:xfrm>
          <a:prstGeom prst="rect">
            <a:avLst/>
          </a:prstGeom>
          <a:noFill/>
        </p:spPr>
        <p:txBody>
          <a:bodyPr wrap="square" rtlCol="0">
            <a:spAutoFit/>
          </a:bodyPr>
          <a:lstStyle/>
          <a:p>
            <a:pPr algn="ctr"/>
            <a:r>
              <a:rPr lang="en-SG" sz="800" noProof="0" dirty="0">
                <a:solidFill>
                  <a:schemeClr val="bg2">
                    <a:lumMod val="50000"/>
                  </a:schemeClr>
                </a:solidFill>
              </a:rPr>
              <a:t>8.a.3. Officer approves via SWEE UI</a:t>
            </a:r>
          </a:p>
        </p:txBody>
      </p:sp>
      <p:sp>
        <p:nvSpPr>
          <p:cNvPr id="82" name="TextBox 81">
            <a:extLst>
              <a:ext uri="{FF2B5EF4-FFF2-40B4-BE49-F238E27FC236}">
                <a16:creationId xmlns:a16="http://schemas.microsoft.com/office/drawing/2014/main" id="{8CD72A42-8856-CC33-E6AE-520B8F211F78}"/>
              </a:ext>
            </a:extLst>
          </p:cNvPr>
          <p:cNvSpPr txBox="1"/>
          <p:nvPr/>
        </p:nvSpPr>
        <p:spPr>
          <a:xfrm>
            <a:off x="3995911" y="1751195"/>
            <a:ext cx="1226330" cy="415498"/>
          </a:xfrm>
          <a:prstGeom prst="rect">
            <a:avLst/>
          </a:prstGeom>
          <a:noFill/>
        </p:spPr>
        <p:txBody>
          <a:bodyPr wrap="square" rtlCol="0">
            <a:spAutoFit/>
          </a:bodyPr>
          <a:lstStyle/>
          <a:p>
            <a:r>
              <a:rPr lang="en-SG" sz="700" noProof="0" dirty="0">
                <a:solidFill>
                  <a:schemeClr val="bg2">
                    <a:lumMod val="50000"/>
                  </a:schemeClr>
                </a:solidFill>
              </a:rPr>
              <a:t>Local IMDS endpoint attests to container’s managed identity</a:t>
            </a:r>
          </a:p>
        </p:txBody>
      </p:sp>
      <p:sp>
        <p:nvSpPr>
          <p:cNvPr id="100" name="TextBox 99">
            <a:extLst>
              <a:ext uri="{FF2B5EF4-FFF2-40B4-BE49-F238E27FC236}">
                <a16:creationId xmlns:a16="http://schemas.microsoft.com/office/drawing/2014/main" id="{0CFE5354-6528-B655-2F71-C40E6652C974}"/>
              </a:ext>
            </a:extLst>
          </p:cNvPr>
          <p:cNvSpPr txBox="1"/>
          <p:nvPr/>
        </p:nvSpPr>
        <p:spPr>
          <a:xfrm>
            <a:off x="2780732" y="1927613"/>
            <a:ext cx="696024" cy="184666"/>
          </a:xfrm>
          <a:prstGeom prst="rect">
            <a:avLst/>
          </a:prstGeom>
          <a:noFill/>
        </p:spPr>
        <p:txBody>
          <a:bodyPr wrap="none" rtlCol="0">
            <a:spAutoFit/>
          </a:bodyPr>
          <a:lstStyle/>
          <a:p>
            <a:r>
              <a:rPr lang="en-SG" sz="600" noProof="0" dirty="0">
                <a:solidFill>
                  <a:schemeClr val="bg2">
                    <a:lumMod val="50000"/>
                  </a:schemeClr>
                </a:solidFill>
              </a:rPr>
              <a:t>Container App*</a:t>
            </a:r>
          </a:p>
        </p:txBody>
      </p:sp>
      <p:sp>
        <p:nvSpPr>
          <p:cNvPr id="101" name="Rectangle 100">
            <a:extLst>
              <a:ext uri="{FF2B5EF4-FFF2-40B4-BE49-F238E27FC236}">
                <a16:creationId xmlns:a16="http://schemas.microsoft.com/office/drawing/2014/main" id="{CFA81C57-D300-B427-DE40-2B62676DD9DB}"/>
              </a:ext>
            </a:extLst>
          </p:cNvPr>
          <p:cNvSpPr/>
          <p:nvPr/>
        </p:nvSpPr>
        <p:spPr>
          <a:xfrm>
            <a:off x="2643318" y="2344579"/>
            <a:ext cx="931718" cy="34855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2" name="TextBox 101">
            <a:extLst>
              <a:ext uri="{FF2B5EF4-FFF2-40B4-BE49-F238E27FC236}">
                <a16:creationId xmlns:a16="http://schemas.microsoft.com/office/drawing/2014/main" id="{1BD55332-0D37-1F73-DE04-476E2EBFB320}"/>
              </a:ext>
            </a:extLst>
          </p:cNvPr>
          <p:cNvSpPr txBox="1"/>
          <p:nvPr/>
        </p:nvSpPr>
        <p:spPr>
          <a:xfrm>
            <a:off x="2727787" y="2347547"/>
            <a:ext cx="798325" cy="338554"/>
          </a:xfrm>
          <a:prstGeom prst="rect">
            <a:avLst/>
          </a:prstGeom>
          <a:noFill/>
        </p:spPr>
        <p:txBody>
          <a:bodyPr wrap="square" rtlCol="0">
            <a:spAutoFit/>
          </a:bodyPr>
          <a:lstStyle/>
          <a:p>
            <a:pPr algn="ctr"/>
            <a:r>
              <a:rPr lang="en-SG" sz="800" noProof="0" dirty="0">
                <a:solidFill>
                  <a:sysClr val="windowText" lastClr="000000"/>
                </a:solidFill>
              </a:rPr>
              <a:t>Orchestrator</a:t>
            </a:r>
            <a:br>
              <a:rPr lang="en-SG" sz="800" noProof="0" dirty="0">
                <a:solidFill>
                  <a:sysClr val="windowText" lastClr="000000"/>
                </a:solidFill>
              </a:rPr>
            </a:br>
            <a:r>
              <a:rPr lang="en-SG" sz="800" noProof="0" dirty="0">
                <a:solidFill>
                  <a:sysClr val="windowText" lastClr="000000"/>
                </a:solidFill>
              </a:rPr>
              <a:t>Agent</a:t>
            </a:r>
          </a:p>
        </p:txBody>
      </p:sp>
      <p:pic>
        <p:nvPicPr>
          <p:cNvPr id="1026" name="Picture 2" descr="Secure SSO connection to Kontainer with Entra ID">
            <a:extLst>
              <a:ext uri="{FF2B5EF4-FFF2-40B4-BE49-F238E27FC236}">
                <a16:creationId xmlns:a16="http://schemas.microsoft.com/office/drawing/2014/main" id="{EDA950CF-B4B8-2749-9DA4-0E374F13D7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1718" y="582692"/>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106" name="TextBox 105">
            <a:extLst>
              <a:ext uri="{FF2B5EF4-FFF2-40B4-BE49-F238E27FC236}">
                <a16:creationId xmlns:a16="http://schemas.microsoft.com/office/drawing/2014/main" id="{BB2C8E63-2194-CB00-82D6-04BAD82DE9C9}"/>
              </a:ext>
            </a:extLst>
          </p:cNvPr>
          <p:cNvSpPr txBox="1"/>
          <p:nvPr/>
        </p:nvSpPr>
        <p:spPr>
          <a:xfrm>
            <a:off x="2681378" y="958709"/>
            <a:ext cx="861133" cy="338554"/>
          </a:xfrm>
          <a:prstGeom prst="rect">
            <a:avLst/>
          </a:prstGeom>
          <a:noFill/>
        </p:spPr>
        <p:txBody>
          <a:bodyPr wrap="square" rtlCol="0">
            <a:spAutoFit/>
          </a:bodyPr>
          <a:lstStyle/>
          <a:p>
            <a:pPr algn="ctr"/>
            <a:r>
              <a:rPr lang="en-SG" sz="800" noProof="0" dirty="0"/>
              <a:t>Microsoft Entra</a:t>
            </a:r>
          </a:p>
          <a:p>
            <a:pPr algn="ctr"/>
            <a:r>
              <a:rPr lang="en-SG" sz="800" noProof="0" dirty="0"/>
              <a:t>Agent Blueprint</a:t>
            </a:r>
          </a:p>
        </p:txBody>
      </p:sp>
      <p:pic>
        <p:nvPicPr>
          <p:cNvPr id="4" name="Picture 2" descr="Secure SSO connection to Kontainer with Entra ID">
            <a:extLst>
              <a:ext uri="{FF2B5EF4-FFF2-40B4-BE49-F238E27FC236}">
                <a16:creationId xmlns:a16="http://schemas.microsoft.com/office/drawing/2014/main" id="{E5C9A1C6-2B77-96CB-DCBD-7D4F4B0D44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9567" y="582481"/>
            <a:ext cx="393264" cy="3932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0951E7-E740-80D0-C045-79BB01FF7630}"/>
              </a:ext>
            </a:extLst>
          </p:cNvPr>
          <p:cNvSpPr txBox="1"/>
          <p:nvPr/>
        </p:nvSpPr>
        <p:spPr>
          <a:xfrm>
            <a:off x="3759227" y="958498"/>
            <a:ext cx="861133" cy="338554"/>
          </a:xfrm>
          <a:prstGeom prst="rect">
            <a:avLst/>
          </a:prstGeom>
          <a:noFill/>
        </p:spPr>
        <p:txBody>
          <a:bodyPr wrap="none" rtlCol="0">
            <a:spAutoFit/>
          </a:bodyPr>
          <a:lstStyle/>
          <a:p>
            <a:pPr algn="ctr"/>
            <a:r>
              <a:rPr lang="en-SG" sz="800" noProof="0" dirty="0"/>
              <a:t>Microsoft Entra</a:t>
            </a:r>
          </a:p>
          <a:p>
            <a:pPr algn="ctr"/>
            <a:r>
              <a:rPr lang="en-SG" sz="800" noProof="0" dirty="0"/>
              <a:t>Agent Id</a:t>
            </a:r>
          </a:p>
        </p:txBody>
      </p:sp>
      <p:cxnSp>
        <p:nvCxnSpPr>
          <p:cNvPr id="6" name="Straight Arrow Connector 5">
            <a:extLst>
              <a:ext uri="{FF2B5EF4-FFF2-40B4-BE49-F238E27FC236}">
                <a16:creationId xmlns:a16="http://schemas.microsoft.com/office/drawing/2014/main" id="{C8E5972D-6F75-BE75-8A51-BDB77B37569E}"/>
              </a:ext>
            </a:extLst>
          </p:cNvPr>
          <p:cNvCxnSpPr>
            <a:cxnSpLocks/>
            <a:stCxn id="1026" idx="3"/>
            <a:endCxn id="4" idx="1"/>
          </p:cNvCxnSpPr>
          <p:nvPr/>
        </p:nvCxnSpPr>
        <p:spPr>
          <a:xfrm flipV="1">
            <a:off x="3284982" y="779113"/>
            <a:ext cx="684585" cy="211"/>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0BEF44E5-5709-091F-0277-7F70CEAA3CD2}"/>
              </a:ext>
            </a:extLst>
          </p:cNvPr>
          <p:cNvSpPr txBox="1"/>
          <p:nvPr/>
        </p:nvSpPr>
        <p:spPr>
          <a:xfrm>
            <a:off x="3456757" y="589196"/>
            <a:ext cx="340158" cy="215444"/>
          </a:xfrm>
          <a:prstGeom prst="rect">
            <a:avLst/>
          </a:prstGeom>
          <a:noFill/>
        </p:spPr>
        <p:txBody>
          <a:bodyPr wrap="none" rtlCol="0">
            <a:spAutoFit/>
          </a:bodyPr>
          <a:lstStyle/>
          <a:p>
            <a:r>
              <a:rPr lang="en-SG" sz="800" noProof="0" dirty="0">
                <a:solidFill>
                  <a:schemeClr val="bg2">
                    <a:lumMod val="50000"/>
                  </a:schemeClr>
                </a:solidFill>
              </a:rPr>
              <a:t>1:N</a:t>
            </a:r>
          </a:p>
        </p:txBody>
      </p:sp>
      <p:cxnSp>
        <p:nvCxnSpPr>
          <p:cNvPr id="39" name="Straight Arrow Connector 38">
            <a:extLst>
              <a:ext uri="{FF2B5EF4-FFF2-40B4-BE49-F238E27FC236}">
                <a16:creationId xmlns:a16="http://schemas.microsoft.com/office/drawing/2014/main" id="{73D34FB1-D442-C3C6-3D56-D02E44D4E97B}"/>
              </a:ext>
            </a:extLst>
          </p:cNvPr>
          <p:cNvCxnSpPr>
            <a:cxnSpLocks/>
            <a:stCxn id="106" idx="2"/>
            <a:endCxn id="31" idx="0"/>
          </p:cNvCxnSpPr>
          <p:nvPr/>
        </p:nvCxnSpPr>
        <p:spPr>
          <a:xfrm flipH="1">
            <a:off x="3109960" y="1297263"/>
            <a:ext cx="1985" cy="496011"/>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47" name="TextBox 46">
            <a:extLst>
              <a:ext uri="{FF2B5EF4-FFF2-40B4-BE49-F238E27FC236}">
                <a16:creationId xmlns:a16="http://schemas.microsoft.com/office/drawing/2014/main" id="{8BDF5180-3E7F-DD55-1F53-DE9ED46C386B}"/>
              </a:ext>
            </a:extLst>
          </p:cNvPr>
          <p:cNvSpPr txBox="1"/>
          <p:nvPr/>
        </p:nvSpPr>
        <p:spPr>
          <a:xfrm>
            <a:off x="3292395" y="1347249"/>
            <a:ext cx="1967166" cy="276999"/>
          </a:xfrm>
          <a:prstGeom prst="rect">
            <a:avLst/>
          </a:prstGeom>
          <a:noFill/>
        </p:spPr>
        <p:txBody>
          <a:bodyPr wrap="square" rtlCol="0">
            <a:spAutoFit/>
          </a:bodyPr>
          <a:lstStyle/>
          <a:p>
            <a:r>
              <a:rPr lang="en-SG" sz="600" noProof="0" dirty="0">
                <a:solidFill>
                  <a:schemeClr val="bg2">
                    <a:lumMod val="50000"/>
                  </a:schemeClr>
                </a:solidFill>
              </a:rPr>
              <a:t>*Federated Identity Credential (FIC) is set up from Blueprint to Managed Identity</a:t>
            </a:r>
          </a:p>
        </p:txBody>
      </p:sp>
      <p:sp>
        <p:nvSpPr>
          <p:cNvPr id="48" name="Oval 47">
            <a:extLst>
              <a:ext uri="{FF2B5EF4-FFF2-40B4-BE49-F238E27FC236}">
                <a16:creationId xmlns:a16="http://schemas.microsoft.com/office/drawing/2014/main" id="{1D319131-C3D3-403E-4619-05C88025C276}"/>
              </a:ext>
            </a:extLst>
          </p:cNvPr>
          <p:cNvSpPr/>
          <p:nvPr/>
        </p:nvSpPr>
        <p:spPr>
          <a:xfrm>
            <a:off x="4488000" y="604461"/>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3</a:t>
            </a:r>
          </a:p>
        </p:txBody>
      </p:sp>
      <p:sp>
        <p:nvSpPr>
          <p:cNvPr id="62" name="TextBox 61">
            <a:extLst>
              <a:ext uri="{FF2B5EF4-FFF2-40B4-BE49-F238E27FC236}">
                <a16:creationId xmlns:a16="http://schemas.microsoft.com/office/drawing/2014/main" id="{3E7195FA-DA65-7030-EE7A-E9945E49EA03}"/>
              </a:ext>
            </a:extLst>
          </p:cNvPr>
          <p:cNvSpPr txBox="1"/>
          <p:nvPr/>
        </p:nvSpPr>
        <p:spPr>
          <a:xfrm>
            <a:off x="4747468" y="589279"/>
            <a:ext cx="1370889" cy="261610"/>
          </a:xfrm>
          <a:prstGeom prst="rect">
            <a:avLst/>
          </a:prstGeom>
          <a:noFill/>
        </p:spPr>
        <p:txBody>
          <a:bodyPr wrap="none" rtlCol="0">
            <a:spAutoFit/>
          </a:bodyPr>
          <a:lstStyle/>
          <a:p>
            <a:pPr algn="ctr"/>
            <a:r>
              <a:rPr lang="en-SG" sz="1100" noProof="0" dirty="0"/>
              <a:t>Agent Identification</a:t>
            </a:r>
          </a:p>
        </p:txBody>
      </p:sp>
      <p:sp>
        <p:nvSpPr>
          <p:cNvPr id="65" name="TextBox 64">
            <a:extLst>
              <a:ext uri="{FF2B5EF4-FFF2-40B4-BE49-F238E27FC236}">
                <a16:creationId xmlns:a16="http://schemas.microsoft.com/office/drawing/2014/main" id="{C1D7F95A-442C-2A77-8CD6-39132E791A2A}"/>
              </a:ext>
            </a:extLst>
          </p:cNvPr>
          <p:cNvSpPr txBox="1"/>
          <p:nvPr/>
        </p:nvSpPr>
        <p:spPr>
          <a:xfrm>
            <a:off x="4755519" y="781151"/>
            <a:ext cx="1517572" cy="461665"/>
          </a:xfrm>
          <a:prstGeom prst="rect">
            <a:avLst/>
          </a:prstGeom>
          <a:noFill/>
        </p:spPr>
        <p:txBody>
          <a:bodyPr wrap="square" rtlCol="0">
            <a:spAutoFit/>
          </a:bodyPr>
          <a:lstStyle/>
          <a:p>
            <a:r>
              <a:rPr lang="en-SG" sz="800" noProof="0" dirty="0">
                <a:solidFill>
                  <a:schemeClr val="bg2">
                    <a:lumMod val="50000"/>
                  </a:schemeClr>
                </a:solidFill>
              </a:rPr>
              <a:t>The Blueprint parent authenticates and returns the agent identity token</a:t>
            </a:r>
          </a:p>
        </p:txBody>
      </p:sp>
      <p:sp>
        <p:nvSpPr>
          <p:cNvPr id="27" name="TextBox 26">
            <a:extLst>
              <a:ext uri="{FF2B5EF4-FFF2-40B4-BE49-F238E27FC236}">
                <a16:creationId xmlns:a16="http://schemas.microsoft.com/office/drawing/2014/main" id="{E535B909-78F0-38D1-83B2-9551DA17F1F0}"/>
              </a:ext>
            </a:extLst>
          </p:cNvPr>
          <p:cNvSpPr txBox="1"/>
          <p:nvPr/>
        </p:nvSpPr>
        <p:spPr>
          <a:xfrm>
            <a:off x="2279578" y="1321646"/>
            <a:ext cx="1005404" cy="246221"/>
          </a:xfrm>
          <a:prstGeom prst="rect">
            <a:avLst/>
          </a:prstGeom>
          <a:noFill/>
        </p:spPr>
        <p:txBody>
          <a:bodyPr wrap="none" rtlCol="0">
            <a:spAutoFit/>
          </a:bodyPr>
          <a:lstStyle/>
          <a:p>
            <a:pPr algn="ctr"/>
            <a:r>
              <a:rPr lang="en-SG" sz="1000" b="1" noProof="0" dirty="0"/>
              <a:t>Agent runtime</a:t>
            </a:r>
          </a:p>
        </p:txBody>
      </p:sp>
      <p:cxnSp>
        <p:nvCxnSpPr>
          <p:cNvPr id="66" name="Connector: Elbow 65">
            <a:extLst>
              <a:ext uri="{FF2B5EF4-FFF2-40B4-BE49-F238E27FC236}">
                <a16:creationId xmlns:a16="http://schemas.microsoft.com/office/drawing/2014/main" id="{658C115D-1060-2C37-34C5-EFD36A99FDB5}"/>
              </a:ext>
            </a:extLst>
          </p:cNvPr>
          <p:cNvCxnSpPr>
            <a:cxnSpLocks/>
            <a:stCxn id="31" idx="3"/>
            <a:endCxn id="41" idx="0"/>
          </p:cNvCxnSpPr>
          <p:nvPr/>
        </p:nvCxnSpPr>
        <p:spPr>
          <a:xfrm flipH="1">
            <a:off x="3105768" y="1967554"/>
            <a:ext cx="436192" cy="1496237"/>
          </a:xfrm>
          <a:prstGeom prst="bentConnector4">
            <a:avLst>
              <a:gd name="adj1" fmla="val -67936"/>
              <a:gd name="adj2" fmla="val 82278"/>
            </a:avLst>
          </a:prstGeom>
          <a:ln w="3175">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97" name="Rectangle 96">
            <a:extLst>
              <a:ext uri="{FF2B5EF4-FFF2-40B4-BE49-F238E27FC236}">
                <a16:creationId xmlns:a16="http://schemas.microsoft.com/office/drawing/2014/main" id="{B64EB8D4-CBA6-9732-6567-E0BE84ABD150}"/>
              </a:ext>
            </a:extLst>
          </p:cNvPr>
          <p:cNvSpPr/>
          <p:nvPr/>
        </p:nvSpPr>
        <p:spPr>
          <a:xfrm>
            <a:off x="4502485" y="3672947"/>
            <a:ext cx="1205024" cy="37705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98" name="TextBox 97">
            <a:extLst>
              <a:ext uri="{FF2B5EF4-FFF2-40B4-BE49-F238E27FC236}">
                <a16:creationId xmlns:a16="http://schemas.microsoft.com/office/drawing/2014/main" id="{851A777B-FA99-C1FA-1F3D-7B810FADA3A0}"/>
              </a:ext>
            </a:extLst>
          </p:cNvPr>
          <p:cNvSpPr txBox="1"/>
          <p:nvPr/>
        </p:nvSpPr>
        <p:spPr>
          <a:xfrm>
            <a:off x="4482826" y="3730667"/>
            <a:ext cx="1260000" cy="246221"/>
          </a:xfrm>
          <a:prstGeom prst="rect">
            <a:avLst/>
          </a:prstGeom>
          <a:noFill/>
        </p:spPr>
        <p:txBody>
          <a:bodyPr wrap="square" rtlCol="0">
            <a:spAutoFit/>
          </a:bodyPr>
          <a:lstStyle/>
          <a:p>
            <a:pPr algn="ctr"/>
            <a:r>
              <a:rPr lang="en-SG" sz="1000" b="1" noProof="0" dirty="0"/>
              <a:t>AO MCP Gateway</a:t>
            </a:r>
          </a:p>
        </p:txBody>
      </p:sp>
      <p:sp>
        <p:nvSpPr>
          <p:cNvPr id="112" name="TextBox 111">
            <a:extLst>
              <a:ext uri="{FF2B5EF4-FFF2-40B4-BE49-F238E27FC236}">
                <a16:creationId xmlns:a16="http://schemas.microsoft.com/office/drawing/2014/main" id="{EEB2BA83-B289-B25F-1516-45F1B85DE9BC}"/>
              </a:ext>
            </a:extLst>
          </p:cNvPr>
          <p:cNvSpPr txBox="1"/>
          <p:nvPr/>
        </p:nvSpPr>
        <p:spPr>
          <a:xfrm>
            <a:off x="4190831" y="3021885"/>
            <a:ext cx="2137459" cy="307777"/>
          </a:xfrm>
          <a:prstGeom prst="rect">
            <a:avLst/>
          </a:prstGeom>
          <a:noFill/>
        </p:spPr>
        <p:txBody>
          <a:bodyPr wrap="square" rtlCol="0">
            <a:spAutoFit/>
          </a:bodyPr>
          <a:lstStyle/>
          <a:p>
            <a:r>
              <a:rPr lang="en-SG" sz="700" noProof="0" dirty="0">
                <a:solidFill>
                  <a:schemeClr val="bg2">
                    <a:lumMod val="50000"/>
                  </a:schemeClr>
                </a:solidFill>
              </a:rPr>
              <a:t>Checks whether tool call requires HITL escalation and if agent has the necessary access</a:t>
            </a:r>
          </a:p>
        </p:txBody>
      </p:sp>
      <p:sp>
        <p:nvSpPr>
          <p:cNvPr id="113" name="Oval 112">
            <a:extLst>
              <a:ext uri="{FF2B5EF4-FFF2-40B4-BE49-F238E27FC236}">
                <a16:creationId xmlns:a16="http://schemas.microsoft.com/office/drawing/2014/main" id="{DA6E2A47-9236-2320-759A-48A830DDF662}"/>
              </a:ext>
            </a:extLst>
          </p:cNvPr>
          <p:cNvSpPr/>
          <p:nvPr/>
        </p:nvSpPr>
        <p:spPr>
          <a:xfrm>
            <a:off x="4028853" y="2904933"/>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4</a:t>
            </a:r>
          </a:p>
        </p:txBody>
      </p:sp>
      <p:sp>
        <p:nvSpPr>
          <p:cNvPr id="114" name="TextBox 113">
            <a:extLst>
              <a:ext uri="{FF2B5EF4-FFF2-40B4-BE49-F238E27FC236}">
                <a16:creationId xmlns:a16="http://schemas.microsoft.com/office/drawing/2014/main" id="{643475E5-B9F7-7AE6-2078-391FE6EDE101}"/>
              </a:ext>
            </a:extLst>
          </p:cNvPr>
          <p:cNvSpPr txBox="1"/>
          <p:nvPr/>
        </p:nvSpPr>
        <p:spPr>
          <a:xfrm>
            <a:off x="4186543" y="2877687"/>
            <a:ext cx="1377300" cy="230832"/>
          </a:xfrm>
          <a:prstGeom prst="rect">
            <a:avLst/>
          </a:prstGeom>
          <a:noFill/>
        </p:spPr>
        <p:txBody>
          <a:bodyPr wrap="none" rtlCol="0">
            <a:spAutoFit/>
          </a:bodyPr>
          <a:lstStyle/>
          <a:p>
            <a:pPr algn="ctr"/>
            <a:r>
              <a:rPr lang="en-SG" sz="900" noProof="0" dirty="0"/>
              <a:t>Agent-Tool ABAC Check</a:t>
            </a:r>
          </a:p>
        </p:txBody>
      </p:sp>
      <p:sp>
        <p:nvSpPr>
          <p:cNvPr id="122" name="Rectangle 121">
            <a:extLst>
              <a:ext uri="{FF2B5EF4-FFF2-40B4-BE49-F238E27FC236}">
                <a16:creationId xmlns:a16="http://schemas.microsoft.com/office/drawing/2014/main" id="{C24D694B-BDC3-1937-1E55-34DFEAC27A1A}"/>
              </a:ext>
            </a:extLst>
          </p:cNvPr>
          <p:cNvSpPr/>
          <p:nvPr/>
        </p:nvSpPr>
        <p:spPr>
          <a:xfrm>
            <a:off x="3956023" y="2325437"/>
            <a:ext cx="599368" cy="37705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23" name="TextBox 122">
            <a:extLst>
              <a:ext uri="{FF2B5EF4-FFF2-40B4-BE49-F238E27FC236}">
                <a16:creationId xmlns:a16="http://schemas.microsoft.com/office/drawing/2014/main" id="{356E66F4-CA1C-945B-1972-8580D7D2BCA1}"/>
              </a:ext>
            </a:extLst>
          </p:cNvPr>
          <p:cNvSpPr txBox="1"/>
          <p:nvPr/>
        </p:nvSpPr>
        <p:spPr>
          <a:xfrm>
            <a:off x="3997164" y="2388106"/>
            <a:ext cx="561371" cy="246221"/>
          </a:xfrm>
          <a:prstGeom prst="rect">
            <a:avLst/>
          </a:prstGeom>
          <a:noFill/>
        </p:spPr>
        <p:txBody>
          <a:bodyPr wrap="none" rtlCol="0">
            <a:spAutoFit/>
          </a:bodyPr>
          <a:lstStyle/>
          <a:p>
            <a:pPr algn="ctr"/>
            <a:r>
              <a:rPr lang="en-SG" sz="1000" b="1" noProof="0" dirty="0"/>
              <a:t>State^</a:t>
            </a:r>
          </a:p>
        </p:txBody>
      </p:sp>
      <p:cxnSp>
        <p:nvCxnSpPr>
          <p:cNvPr id="124" name="Connector: Elbow 123">
            <a:extLst>
              <a:ext uri="{FF2B5EF4-FFF2-40B4-BE49-F238E27FC236}">
                <a16:creationId xmlns:a16="http://schemas.microsoft.com/office/drawing/2014/main" id="{314E71F1-1CCE-81A3-42C2-15339BB8BE24}"/>
              </a:ext>
            </a:extLst>
          </p:cNvPr>
          <p:cNvCxnSpPr>
            <a:cxnSpLocks/>
            <a:endCxn id="101" idx="2"/>
          </p:cNvCxnSpPr>
          <p:nvPr/>
        </p:nvCxnSpPr>
        <p:spPr>
          <a:xfrm rot="5400000" flipH="1" flipV="1">
            <a:off x="2577881" y="2939532"/>
            <a:ext cx="777690" cy="284902"/>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cxnSp>
        <p:nvCxnSpPr>
          <p:cNvPr id="1032" name="Straight Arrow Connector 1031">
            <a:extLst>
              <a:ext uri="{FF2B5EF4-FFF2-40B4-BE49-F238E27FC236}">
                <a16:creationId xmlns:a16="http://schemas.microsoft.com/office/drawing/2014/main" id="{D859C0C5-1F6A-5178-8D2D-C5687C5191B6}"/>
              </a:ext>
            </a:extLst>
          </p:cNvPr>
          <p:cNvCxnSpPr>
            <a:cxnSpLocks/>
            <a:stCxn id="101" idx="0"/>
            <a:endCxn id="31" idx="2"/>
          </p:cNvCxnSpPr>
          <p:nvPr/>
        </p:nvCxnSpPr>
        <p:spPr>
          <a:xfrm flipV="1">
            <a:off x="3109177" y="2141833"/>
            <a:ext cx="783" cy="202746"/>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35" name="TextBox 1034">
            <a:extLst>
              <a:ext uri="{FF2B5EF4-FFF2-40B4-BE49-F238E27FC236}">
                <a16:creationId xmlns:a16="http://schemas.microsoft.com/office/drawing/2014/main" id="{48FF2131-975E-5430-5393-67F74893022E}"/>
              </a:ext>
            </a:extLst>
          </p:cNvPr>
          <p:cNvSpPr txBox="1"/>
          <p:nvPr/>
        </p:nvSpPr>
        <p:spPr>
          <a:xfrm>
            <a:off x="0" y="6672383"/>
            <a:ext cx="9310036" cy="215444"/>
          </a:xfrm>
          <a:prstGeom prst="rect">
            <a:avLst/>
          </a:prstGeom>
          <a:noFill/>
        </p:spPr>
        <p:txBody>
          <a:bodyPr wrap="square">
            <a:spAutoFit/>
          </a:bodyPr>
          <a:lstStyle/>
          <a:p>
            <a:r>
              <a:rPr lang="en-SG" sz="800" noProof="0" dirty="0"/>
              <a:t>*Assuming Platform &amp; Infra team proposes Azure Container Apps, can be other compute/hosting services too</a:t>
            </a:r>
          </a:p>
        </p:txBody>
      </p:sp>
      <p:sp>
        <p:nvSpPr>
          <p:cNvPr id="1037" name="TextBox 1036">
            <a:extLst>
              <a:ext uri="{FF2B5EF4-FFF2-40B4-BE49-F238E27FC236}">
                <a16:creationId xmlns:a16="http://schemas.microsoft.com/office/drawing/2014/main" id="{B3D70766-E466-800A-3E4D-746F6998C5C6}"/>
              </a:ext>
            </a:extLst>
          </p:cNvPr>
          <p:cNvSpPr txBox="1"/>
          <p:nvPr/>
        </p:nvSpPr>
        <p:spPr>
          <a:xfrm>
            <a:off x="4786999" y="6537874"/>
            <a:ext cx="1435103" cy="215444"/>
          </a:xfrm>
          <a:prstGeom prst="rect">
            <a:avLst/>
          </a:prstGeom>
          <a:noFill/>
        </p:spPr>
        <p:txBody>
          <a:bodyPr wrap="square" rtlCol="0">
            <a:spAutoFit/>
          </a:bodyPr>
          <a:lstStyle/>
          <a:p>
            <a:pPr algn="ctr"/>
            <a:r>
              <a:rPr lang="en-SG" sz="800" noProof="0" dirty="0"/>
              <a:t>Other tools that AO may call</a:t>
            </a:r>
          </a:p>
        </p:txBody>
      </p:sp>
      <p:sp>
        <p:nvSpPr>
          <p:cNvPr id="1049" name="Rectangle 1048">
            <a:extLst>
              <a:ext uri="{FF2B5EF4-FFF2-40B4-BE49-F238E27FC236}">
                <a16:creationId xmlns:a16="http://schemas.microsoft.com/office/drawing/2014/main" id="{4FF48FC4-CD21-2803-FF5E-3A75941E9ECF}"/>
              </a:ext>
            </a:extLst>
          </p:cNvPr>
          <p:cNvSpPr/>
          <p:nvPr/>
        </p:nvSpPr>
        <p:spPr>
          <a:xfrm>
            <a:off x="9374788" y="3013308"/>
            <a:ext cx="945984" cy="6107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50" name="TextBox 1049">
            <a:extLst>
              <a:ext uri="{FF2B5EF4-FFF2-40B4-BE49-F238E27FC236}">
                <a16:creationId xmlns:a16="http://schemas.microsoft.com/office/drawing/2014/main" id="{5E0644A5-B893-8929-0143-CC7F4974EBD9}"/>
              </a:ext>
            </a:extLst>
          </p:cNvPr>
          <p:cNvSpPr txBox="1"/>
          <p:nvPr/>
        </p:nvSpPr>
        <p:spPr>
          <a:xfrm>
            <a:off x="9374788" y="3189460"/>
            <a:ext cx="1026512" cy="246221"/>
          </a:xfrm>
          <a:prstGeom prst="rect">
            <a:avLst/>
          </a:prstGeom>
          <a:noFill/>
        </p:spPr>
        <p:txBody>
          <a:bodyPr wrap="square" rtlCol="0">
            <a:spAutoFit/>
          </a:bodyPr>
          <a:lstStyle/>
          <a:p>
            <a:r>
              <a:rPr lang="en-SG" sz="1000" b="1" noProof="0" dirty="0">
                <a:solidFill>
                  <a:sysClr val="windowText" lastClr="000000"/>
                </a:solidFill>
              </a:rPr>
              <a:t>MCP Gateway</a:t>
            </a:r>
          </a:p>
        </p:txBody>
      </p:sp>
      <p:cxnSp>
        <p:nvCxnSpPr>
          <p:cNvPr id="1052" name="Straight Arrow Connector 1051">
            <a:extLst>
              <a:ext uri="{FF2B5EF4-FFF2-40B4-BE49-F238E27FC236}">
                <a16:creationId xmlns:a16="http://schemas.microsoft.com/office/drawing/2014/main" id="{B62C6128-257F-893B-D2BC-C39DDDE09CD4}"/>
              </a:ext>
            </a:extLst>
          </p:cNvPr>
          <p:cNvCxnSpPr>
            <a:cxnSpLocks/>
            <a:stCxn id="1049" idx="3"/>
            <a:endCxn id="51" idx="1"/>
          </p:cNvCxnSpPr>
          <p:nvPr/>
        </p:nvCxnSpPr>
        <p:spPr>
          <a:xfrm flipV="1">
            <a:off x="10320772" y="3312572"/>
            <a:ext cx="286584" cy="6123"/>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55" name="Rectangle 1054">
            <a:extLst>
              <a:ext uri="{FF2B5EF4-FFF2-40B4-BE49-F238E27FC236}">
                <a16:creationId xmlns:a16="http://schemas.microsoft.com/office/drawing/2014/main" id="{95B80BAD-007D-9B1D-D998-CA182FE7D909}"/>
              </a:ext>
            </a:extLst>
          </p:cNvPr>
          <p:cNvSpPr/>
          <p:nvPr/>
        </p:nvSpPr>
        <p:spPr>
          <a:xfrm>
            <a:off x="5873750" y="3672948"/>
            <a:ext cx="2743200" cy="151941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62" name="Diamond 1061">
            <a:extLst>
              <a:ext uri="{FF2B5EF4-FFF2-40B4-BE49-F238E27FC236}">
                <a16:creationId xmlns:a16="http://schemas.microsoft.com/office/drawing/2014/main" id="{127104DD-6816-3FBD-2221-EB1B48ED9473}"/>
              </a:ext>
            </a:extLst>
          </p:cNvPr>
          <p:cNvSpPr/>
          <p:nvPr/>
        </p:nvSpPr>
        <p:spPr>
          <a:xfrm>
            <a:off x="7194384" y="3845001"/>
            <a:ext cx="794799" cy="540000"/>
          </a:xfrm>
          <a:prstGeom prst="diamond">
            <a:avLst/>
          </a:prstGeom>
          <a:ln w="12700"/>
        </p:spPr>
        <p:style>
          <a:lnRef idx="2">
            <a:schemeClr val="dk1"/>
          </a:lnRef>
          <a:fillRef idx="1">
            <a:schemeClr val="lt1"/>
          </a:fillRef>
          <a:effectRef idx="0">
            <a:schemeClr val="dk1"/>
          </a:effectRef>
          <a:fontRef idx="minor">
            <a:schemeClr val="dk1"/>
          </a:fontRef>
        </p:style>
        <p:txBody>
          <a:bodyPr rtlCol="0" anchor="ctr"/>
          <a:lstStyle/>
          <a:p>
            <a:pPr algn="ctr"/>
            <a:endParaRPr lang="en-SG" sz="800" noProof="0" dirty="0"/>
          </a:p>
        </p:txBody>
      </p:sp>
      <p:sp>
        <p:nvSpPr>
          <p:cNvPr id="1063" name="TextBox 1062">
            <a:extLst>
              <a:ext uri="{FF2B5EF4-FFF2-40B4-BE49-F238E27FC236}">
                <a16:creationId xmlns:a16="http://schemas.microsoft.com/office/drawing/2014/main" id="{7F6B6ED3-D34C-B61D-0D62-838D139F5ACC}"/>
              </a:ext>
            </a:extLst>
          </p:cNvPr>
          <p:cNvSpPr txBox="1"/>
          <p:nvPr/>
        </p:nvSpPr>
        <p:spPr>
          <a:xfrm>
            <a:off x="7253616" y="4020306"/>
            <a:ext cx="688009" cy="184666"/>
          </a:xfrm>
          <a:prstGeom prst="rect">
            <a:avLst/>
          </a:prstGeom>
          <a:noFill/>
        </p:spPr>
        <p:txBody>
          <a:bodyPr wrap="none" rtlCol="0">
            <a:spAutoFit/>
          </a:bodyPr>
          <a:lstStyle/>
          <a:p>
            <a:pPr algn="ctr"/>
            <a:r>
              <a:rPr lang="en-SG" sz="600" noProof="0" dirty="0"/>
              <a:t>HITL Required?</a:t>
            </a:r>
          </a:p>
        </p:txBody>
      </p:sp>
      <p:cxnSp>
        <p:nvCxnSpPr>
          <p:cNvPr id="1064" name="Connector: Elbow 1063">
            <a:extLst>
              <a:ext uri="{FF2B5EF4-FFF2-40B4-BE49-F238E27FC236}">
                <a16:creationId xmlns:a16="http://schemas.microsoft.com/office/drawing/2014/main" id="{DE05B79C-3EC9-94F1-2E30-D68A18A55863}"/>
              </a:ext>
            </a:extLst>
          </p:cNvPr>
          <p:cNvCxnSpPr>
            <a:cxnSpLocks/>
            <a:stCxn id="97" idx="0"/>
            <a:endCxn id="1062" idx="0"/>
          </p:cNvCxnSpPr>
          <p:nvPr/>
        </p:nvCxnSpPr>
        <p:spPr>
          <a:xfrm rot="16200000" flipH="1">
            <a:off x="6262363" y="2515581"/>
            <a:ext cx="172054" cy="2486787"/>
          </a:xfrm>
          <a:prstGeom prst="bentConnector3">
            <a:avLst>
              <a:gd name="adj1" fmla="val -56099"/>
            </a:avLst>
          </a:prstGeom>
          <a:ln w="3175">
            <a:tailEnd type="triangle"/>
          </a:ln>
        </p:spPr>
        <p:style>
          <a:lnRef idx="2">
            <a:schemeClr val="dk1"/>
          </a:lnRef>
          <a:fillRef idx="0">
            <a:schemeClr val="dk1"/>
          </a:fillRef>
          <a:effectRef idx="1">
            <a:schemeClr val="dk1"/>
          </a:effectRef>
          <a:fontRef idx="minor">
            <a:schemeClr val="tx1"/>
          </a:fontRef>
        </p:style>
      </p:cxnSp>
      <p:sp>
        <p:nvSpPr>
          <p:cNvPr id="1075" name="TextBox 1074">
            <a:extLst>
              <a:ext uri="{FF2B5EF4-FFF2-40B4-BE49-F238E27FC236}">
                <a16:creationId xmlns:a16="http://schemas.microsoft.com/office/drawing/2014/main" id="{1E36421E-22AF-9B9B-7093-DC32E30FDB93}"/>
              </a:ext>
            </a:extLst>
          </p:cNvPr>
          <p:cNvSpPr txBox="1"/>
          <p:nvPr/>
        </p:nvSpPr>
        <p:spPr>
          <a:xfrm>
            <a:off x="7591783" y="4279060"/>
            <a:ext cx="718183" cy="276999"/>
          </a:xfrm>
          <a:prstGeom prst="rect">
            <a:avLst/>
          </a:prstGeom>
          <a:noFill/>
        </p:spPr>
        <p:txBody>
          <a:bodyPr wrap="square" rtlCol="0">
            <a:spAutoFit/>
          </a:bodyPr>
          <a:lstStyle/>
          <a:p>
            <a:pPr algn="ctr"/>
            <a:r>
              <a:rPr lang="en-SG" sz="600" noProof="0" dirty="0">
                <a:solidFill>
                  <a:schemeClr val="bg2">
                    <a:lumMod val="50000"/>
                  </a:schemeClr>
                </a:solidFill>
              </a:rPr>
              <a:t>No: use agent identity</a:t>
            </a:r>
          </a:p>
        </p:txBody>
      </p:sp>
      <p:cxnSp>
        <p:nvCxnSpPr>
          <p:cNvPr id="1077" name="Connector: Elbow 1076">
            <a:extLst>
              <a:ext uri="{FF2B5EF4-FFF2-40B4-BE49-F238E27FC236}">
                <a16:creationId xmlns:a16="http://schemas.microsoft.com/office/drawing/2014/main" id="{91767450-C7A8-CE40-C391-250BF3A461A3}"/>
              </a:ext>
            </a:extLst>
          </p:cNvPr>
          <p:cNvCxnSpPr>
            <a:cxnSpLocks/>
            <a:stCxn id="1062" idx="1"/>
            <a:endCxn id="55" idx="3"/>
          </p:cNvCxnSpPr>
          <p:nvPr/>
        </p:nvCxnSpPr>
        <p:spPr>
          <a:xfrm rot="10800000" flipV="1">
            <a:off x="4555392" y="4115000"/>
            <a:ext cx="2638992" cy="1059915"/>
          </a:xfrm>
          <a:prstGeom prst="bentConnector3">
            <a:avLst>
              <a:gd name="adj1" fmla="val 54812"/>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090" name="Connector: Elbow 1089">
            <a:extLst>
              <a:ext uri="{FF2B5EF4-FFF2-40B4-BE49-F238E27FC236}">
                <a16:creationId xmlns:a16="http://schemas.microsoft.com/office/drawing/2014/main" id="{20801371-C9A4-440A-DFB5-1A66F94C9410}"/>
              </a:ext>
            </a:extLst>
          </p:cNvPr>
          <p:cNvCxnSpPr>
            <a:cxnSpLocks/>
            <a:stCxn id="41" idx="3"/>
            <a:endCxn id="98" idx="1"/>
          </p:cNvCxnSpPr>
          <p:nvPr/>
        </p:nvCxnSpPr>
        <p:spPr>
          <a:xfrm>
            <a:off x="3588088" y="3621494"/>
            <a:ext cx="894738" cy="232284"/>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sp>
        <p:nvSpPr>
          <p:cNvPr id="1116" name="TextBox 1115">
            <a:extLst>
              <a:ext uri="{FF2B5EF4-FFF2-40B4-BE49-F238E27FC236}">
                <a16:creationId xmlns:a16="http://schemas.microsoft.com/office/drawing/2014/main" id="{B26BEA87-B4D5-8F00-B57B-D7AFC0336CCE}"/>
              </a:ext>
            </a:extLst>
          </p:cNvPr>
          <p:cNvSpPr txBox="1"/>
          <p:nvPr/>
        </p:nvSpPr>
        <p:spPr>
          <a:xfrm>
            <a:off x="5854185" y="3664446"/>
            <a:ext cx="1061509" cy="246221"/>
          </a:xfrm>
          <a:prstGeom prst="rect">
            <a:avLst/>
          </a:prstGeom>
          <a:noFill/>
        </p:spPr>
        <p:txBody>
          <a:bodyPr wrap="none" rtlCol="0">
            <a:spAutoFit/>
          </a:bodyPr>
          <a:lstStyle/>
          <a:p>
            <a:pPr algn="ctr"/>
            <a:r>
              <a:rPr lang="en-SG" sz="1000" b="1" noProof="0" dirty="0"/>
              <a:t>AO MCP Server</a:t>
            </a:r>
          </a:p>
        </p:txBody>
      </p:sp>
      <p:sp>
        <p:nvSpPr>
          <p:cNvPr id="96" name="Diamond 95">
            <a:extLst>
              <a:ext uri="{FF2B5EF4-FFF2-40B4-BE49-F238E27FC236}">
                <a16:creationId xmlns:a16="http://schemas.microsoft.com/office/drawing/2014/main" id="{8E5A7D67-A4FA-FB10-67BF-C3B2CCBCAB80}"/>
              </a:ext>
            </a:extLst>
          </p:cNvPr>
          <p:cNvSpPr/>
          <p:nvPr/>
        </p:nvSpPr>
        <p:spPr>
          <a:xfrm>
            <a:off x="7194292" y="4554996"/>
            <a:ext cx="794799" cy="540000"/>
          </a:xfrm>
          <a:prstGeom prst="diamond">
            <a:avLst/>
          </a:prstGeom>
          <a:ln w="12700"/>
        </p:spPr>
        <p:style>
          <a:lnRef idx="2">
            <a:schemeClr val="dk1"/>
          </a:lnRef>
          <a:fillRef idx="1">
            <a:schemeClr val="lt1"/>
          </a:fillRef>
          <a:effectRef idx="0">
            <a:schemeClr val="dk1"/>
          </a:effectRef>
          <a:fontRef idx="minor">
            <a:schemeClr val="dk1"/>
          </a:fontRef>
        </p:style>
        <p:txBody>
          <a:bodyPr rtlCol="0" anchor="ctr"/>
          <a:lstStyle/>
          <a:p>
            <a:pPr algn="ctr"/>
            <a:endParaRPr lang="en-SG" sz="800" noProof="0" dirty="0"/>
          </a:p>
        </p:txBody>
      </p:sp>
      <p:sp>
        <p:nvSpPr>
          <p:cNvPr id="99" name="TextBox 98">
            <a:extLst>
              <a:ext uri="{FF2B5EF4-FFF2-40B4-BE49-F238E27FC236}">
                <a16:creationId xmlns:a16="http://schemas.microsoft.com/office/drawing/2014/main" id="{9C672022-7A50-2C74-817B-4DA2CF82C271}"/>
              </a:ext>
            </a:extLst>
          </p:cNvPr>
          <p:cNvSpPr txBox="1"/>
          <p:nvPr/>
        </p:nvSpPr>
        <p:spPr>
          <a:xfrm>
            <a:off x="7293873" y="4707162"/>
            <a:ext cx="617477" cy="276999"/>
          </a:xfrm>
          <a:prstGeom prst="rect">
            <a:avLst/>
          </a:prstGeom>
          <a:noFill/>
        </p:spPr>
        <p:txBody>
          <a:bodyPr wrap="none" rtlCol="0">
            <a:spAutoFit/>
          </a:bodyPr>
          <a:lstStyle/>
          <a:p>
            <a:pPr algn="ctr"/>
            <a:r>
              <a:rPr lang="en-SG" sz="600" noProof="0" dirty="0"/>
              <a:t>Synchronous</a:t>
            </a:r>
          </a:p>
          <a:p>
            <a:pPr algn="ctr"/>
            <a:r>
              <a:rPr lang="en-SG" sz="600" noProof="0" dirty="0"/>
              <a:t>Call?</a:t>
            </a:r>
          </a:p>
        </p:txBody>
      </p:sp>
      <p:sp>
        <p:nvSpPr>
          <p:cNvPr id="104" name="TextBox 103">
            <a:extLst>
              <a:ext uri="{FF2B5EF4-FFF2-40B4-BE49-F238E27FC236}">
                <a16:creationId xmlns:a16="http://schemas.microsoft.com/office/drawing/2014/main" id="{2CBB6D5F-3FF0-5165-BE51-251F3BA5EADF}"/>
              </a:ext>
            </a:extLst>
          </p:cNvPr>
          <p:cNvSpPr txBox="1"/>
          <p:nvPr/>
        </p:nvSpPr>
        <p:spPr>
          <a:xfrm>
            <a:off x="5908417" y="3951873"/>
            <a:ext cx="1247457" cy="184666"/>
          </a:xfrm>
          <a:prstGeom prst="rect">
            <a:avLst/>
          </a:prstGeom>
          <a:noFill/>
        </p:spPr>
        <p:txBody>
          <a:bodyPr wrap="none" rtlCol="0">
            <a:spAutoFit/>
          </a:bodyPr>
          <a:lstStyle/>
          <a:p>
            <a:pPr algn="ctr"/>
            <a:r>
              <a:rPr lang="en-SG" sz="600" noProof="0" dirty="0">
                <a:solidFill>
                  <a:schemeClr val="bg2">
                    <a:lumMod val="50000"/>
                  </a:schemeClr>
                </a:solidFill>
              </a:rPr>
              <a:t>Yes: ask for User’s On-Behalf-Of</a:t>
            </a:r>
          </a:p>
        </p:txBody>
      </p:sp>
      <p:cxnSp>
        <p:nvCxnSpPr>
          <p:cNvPr id="110" name="Straight Arrow Connector 109">
            <a:extLst>
              <a:ext uri="{FF2B5EF4-FFF2-40B4-BE49-F238E27FC236}">
                <a16:creationId xmlns:a16="http://schemas.microsoft.com/office/drawing/2014/main" id="{428CB1E3-BE34-4E89-FE68-07432758F59A}"/>
              </a:ext>
            </a:extLst>
          </p:cNvPr>
          <p:cNvCxnSpPr>
            <a:cxnSpLocks/>
            <a:stCxn id="1062" idx="2"/>
            <a:endCxn id="96" idx="0"/>
          </p:cNvCxnSpPr>
          <p:nvPr/>
        </p:nvCxnSpPr>
        <p:spPr>
          <a:xfrm flipH="1">
            <a:off x="7591692" y="4385001"/>
            <a:ext cx="92" cy="169995"/>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cxnSp>
        <p:nvCxnSpPr>
          <p:cNvPr id="116" name="Connector: Elbow 115">
            <a:extLst>
              <a:ext uri="{FF2B5EF4-FFF2-40B4-BE49-F238E27FC236}">
                <a16:creationId xmlns:a16="http://schemas.microsoft.com/office/drawing/2014/main" id="{CCEE3124-601B-F849-AB59-048C125E3A6F}"/>
              </a:ext>
            </a:extLst>
          </p:cNvPr>
          <p:cNvCxnSpPr>
            <a:cxnSpLocks/>
            <a:stCxn id="96" idx="3"/>
            <a:endCxn id="33" idx="3"/>
          </p:cNvCxnSpPr>
          <p:nvPr/>
        </p:nvCxnSpPr>
        <p:spPr>
          <a:xfrm flipH="1">
            <a:off x="5594998" y="4824996"/>
            <a:ext cx="2394093" cy="1600133"/>
          </a:xfrm>
          <a:prstGeom prst="bentConnector3">
            <a:avLst>
              <a:gd name="adj1" fmla="val -9549"/>
            </a:avLst>
          </a:prstGeom>
          <a:ln w="3175">
            <a:tailEnd type="triangle"/>
          </a:ln>
        </p:spPr>
        <p:style>
          <a:lnRef idx="2">
            <a:schemeClr val="dk1"/>
          </a:lnRef>
          <a:fillRef idx="0">
            <a:schemeClr val="dk1"/>
          </a:fillRef>
          <a:effectRef idx="1">
            <a:schemeClr val="dk1"/>
          </a:effectRef>
          <a:fontRef idx="minor">
            <a:schemeClr val="tx1"/>
          </a:fontRef>
        </p:style>
      </p:cxnSp>
      <p:cxnSp>
        <p:nvCxnSpPr>
          <p:cNvPr id="121" name="Connector: Elbow 120">
            <a:extLst>
              <a:ext uri="{FF2B5EF4-FFF2-40B4-BE49-F238E27FC236}">
                <a16:creationId xmlns:a16="http://schemas.microsoft.com/office/drawing/2014/main" id="{B5D8AE73-E4BD-DCF2-5CFD-9C10E199B3ED}"/>
              </a:ext>
            </a:extLst>
          </p:cNvPr>
          <p:cNvCxnSpPr>
            <a:cxnSpLocks/>
            <a:stCxn id="96" idx="3"/>
            <a:endCxn id="1050" idx="1"/>
          </p:cNvCxnSpPr>
          <p:nvPr/>
        </p:nvCxnSpPr>
        <p:spPr>
          <a:xfrm flipV="1">
            <a:off x="7989091" y="3312571"/>
            <a:ext cx="1385697" cy="1512425"/>
          </a:xfrm>
          <a:prstGeom prst="bentConnector3">
            <a:avLst>
              <a:gd name="adj1" fmla="val 32586"/>
            </a:avLst>
          </a:prstGeom>
          <a:ln w="3175">
            <a:tailEnd type="triangle"/>
          </a:ln>
        </p:spPr>
        <p:style>
          <a:lnRef idx="2">
            <a:schemeClr val="dk1"/>
          </a:lnRef>
          <a:fillRef idx="0">
            <a:schemeClr val="dk1"/>
          </a:fillRef>
          <a:effectRef idx="1">
            <a:schemeClr val="dk1"/>
          </a:effectRef>
          <a:fontRef idx="minor">
            <a:schemeClr val="tx1"/>
          </a:fontRef>
        </p:style>
      </p:cxnSp>
      <p:sp>
        <p:nvSpPr>
          <p:cNvPr id="1029" name="TextBox 1028">
            <a:extLst>
              <a:ext uri="{FF2B5EF4-FFF2-40B4-BE49-F238E27FC236}">
                <a16:creationId xmlns:a16="http://schemas.microsoft.com/office/drawing/2014/main" id="{263952AE-D8DD-F967-FAAF-BE45221D0D20}"/>
              </a:ext>
            </a:extLst>
          </p:cNvPr>
          <p:cNvSpPr txBox="1"/>
          <p:nvPr/>
        </p:nvSpPr>
        <p:spPr>
          <a:xfrm>
            <a:off x="39351" y="6403579"/>
            <a:ext cx="3600000" cy="215444"/>
          </a:xfrm>
          <a:prstGeom prst="rect">
            <a:avLst/>
          </a:prstGeom>
          <a:noFill/>
        </p:spPr>
        <p:txBody>
          <a:bodyPr wrap="square">
            <a:spAutoFit/>
          </a:bodyPr>
          <a:lstStyle/>
          <a:p>
            <a:r>
              <a:rPr lang="en-SG" sz="800" noProof="0" dirty="0"/>
              <a:t>Interrupt &amp; Halt = tell orchestrator to spin down process, to resume state later </a:t>
            </a:r>
          </a:p>
        </p:txBody>
      </p:sp>
      <p:sp>
        <p:nvSpPr>
          <p:cNvPr id="1047" name="Rectangle 1046">
            <a:extLst>
              <a:ext uri="{FF2B5EF4-FFF2-40B4-BE49-F238E27FC236}">
                <a16:creationId xmlns:a16="http://schemas.microsoft.com/office/drawing/2014/main" id="{4F51C70F-BEAC-E292-67A7-8AFD34CFAE3B}"/>
              </a:ext>
            </a:extLst>
          </p:cNvPr>
          <p:cNvSpPr/>
          <p:nvPr/>
        </p:nvSpPr>
        <p:spPr>
          <a:xfrm>
            <a:off x="6703892" y="1408934"/>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48" name="TextBox 1047">
            <a:extLst>
              <a:ext uri="{FF2B5EF4-FFF2-40B4-BE49-F238E27FC236}">
                <a16:creationId xmlns:a16="http://schemas.microsoft.com/office/drawing/2014/main" id="{11ABE031-69AA-354F-9362-BB995758B967}"/>
              </a:ext>
            </a:extLst>
          </p:cNvPr>
          <p:cNvSpPr txBox="1"/>
          <p:nvPr/>
        </p:nvSpPr>
        <p:spPr>
          <a:xfrm>
            <a:off x="6922417" y="1432206"/>
            <a:ext cx="833883" cy="400110"/>
          </a:xfrm>
          <a:prstGeom prst="rect">
            <a:avLst/>
          </a:prstGeom>
          <a:noFill/>
        </p:spPr>
        <p:txBody>
          <a:bodyPr wrap="none" rtlCol="0">
            <a:spAutoFit/>
          </a:bodyPr>
          <a:lstStyle/>
          <a:p>
            <a:pPr algn="ctr"/>
            <a:r>
              <a:rPr lang="en-SG" sz="1000" b="1" noProof="0" dirty="0"/>
              <a:t>AI Queue</a:t>
            </a:r>
          </a:p>
          <a:p>
            <a:pPr algn="ctr"/>
            <a:r>
              <a:rPr lang="en-SG" sz="1000" b="1" noProof="0" dirty="0"/>
              <a:t>(KIV name)</a:t>
            </a:r>
          </a:p>
        </p:txBody>
      </p:sp>
      <p:sp>
        <p:nvSpPr>
          <p:cNvPr id="1051" name="TextBox 1050">
            <a:extLst>
              <a:ext uri="{FF2B5EF4-FFF2-40B4-BE49-F238E27FC236}">
                <a16:creationId xmlns:a16="http://schemas.microsoft.com/office/drawing/2014/main" id="{1D9FE9C8-3384-324F-3A80-3E436D96E190}"/>
              </a:ext>
            </a:extLst>
          </p:cNvPr>
          <p:cNvSpPr txBox="1"/>
          <p:nvPr/>
        </p:nvSpPr>
        <p:spPr>
          <a:xfrm>
            <a:off x="2817802" y="4574160"/>
            <a:ext cx="1646605" cy="338554"/>
          </a:xfrm>
          <a:prstGeom prst="rect">
            <a:avLst/>
          </a:prstGeom>
          <a:noFill/>
        </p:spPr>
        <p:txBody>
          <a:bodyPr wrap="none" rtlCol="0">
            <a:spAutoFit/>
          </a:bodyPr>
          <a:lstStyle/>
          <a:p>
            <a:r>
              <a:rPr lang="en-SG" sz="800" noProof="0" dirty="0">
                <a:solidFill>
                  <a:schemeClr val="bg2">
                    <a:lumMod val="50000"/>
                  </a:schemeClr>
                </a:solidFill>
              </a:rPr>
              <a:t>Cryptographic binding </a:t>
            </a:r>
            <a:br>
              <a:rPr lang="en-SG" sz="800" noProof="0" dirty="0">
                <a:solidFill>
                  <a:schemeClr val="bg2">
                    <a:lumMod val="50000"/>
                  </a:schemeClr>
                </a:solidFill>
              </a:rPr>
            </a:br>
            <a:r>
              <a:rPr lang="en-SG" sz="800" noProof="0" dirty="0">
                <a:solidFill>
                  <a:schemeClr val="bg2">
                    <a:lumMod val="50000"/>
                  </a:schemeClr>
                </a:solidFill>
              </a:rPr>
              <a:t>(Officer’s Id + task id + agent id) </a:t>
            </a:r>
          </a:p>
        </p:txBody>
      </p:sp>
      <p:sp>
        <p:nvSpPr>
          <p:cNvPr id="1053" name="Oval 1052">
            <a:extLst>
              <a:ext uri="{FF2B5EF4-FFF2-40B4-BE49-F238E27FC236}">
                <a16:creationId xmlns:a16="http://schemas.microsoft.com/office/drawing/2014/main" id="{53074287-21E0-2A2C-F4A8-AA9CDED36AD1}"/>
              </a:ext>
            </a:extLst>
          </p:cNvPr>
          <p:cNvSpPr/>
          <p:nvPr/>
        </p:nvSpPr>
        <p:spPr>
          <a:xfrm>
            <a:off x="2548584" y="4429347"/>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5</a:t>
            </a:r>
          </a:p>
        </p:txBody>
      </p:sp>
      <p:sp>
        <p:nvSpPr>
          <p:cNvPr id="1054" name="TextBox 1053">
            <a:extLst>
              <a:ext uri="{FF2B5EF4-FFF2-40B4-BE49-F238E27FC236}">
                <a16:creationId xmlns:a16="http://schemas.microsoft.com/office/drawing/2014/main" id="{D556CA73-D634-4E5C-5B9A-2E1961BAB670}"/>
              </a:ext>
            </a:extLst>
          </p:cNvPr>
          <p:cNvSpPr txBox="1"/>
          <p:nvPr/>
        </p:nvSpPr>
        <p:spPr>
          <a:xfrm>
            <a:off x="2788979" y="4401967"/>
            <a:ext cx="1923924" cy="261610"/>
          </a:xfrm>
          <a:prstGeom prst="rect">
            <a:avLst/>
          </a:prstGeom>
          <a:noFill/>
        </p:spPr>
        <p:txBody>
          <a:bodyPr wrap="none" rtlCol="0">
            <a:spAutoFit/>
          </a:bodyPr>
          <a:lstStyle/>
          <a:p>
            <a:pPr algn="ctr"/>
            <a:r>
              <a:rPr lang="en-SG" sz="1100" noProof="0" dirty="0"/>
              <a:t>Cryptographic HITL Approval</a:t>
            </a:r>
          </a:p>
        </p:txBody>
      </p:sp>
      <p:sp>
        <p:nvSpPr>
          <p:cNvPr id="1067" name="TextBox 1066">
            <a:extLst>
              <a:ext uri="{FF2B5EF4-FFF2-40B4-BE49-F238E27FC236}">
                <a16:creationId xmlns:a16="http://schemas.microsoft.com/office/drawing/2014/main" id="{D24A0F9A-0563-EEB6-CEEC-511CFE82E109}"/>
              </a:ext>
            </a:extLst>
          </p:cNvPr>
          <p:cNvSpPr txBox="1"/>
          <p:nvPr/>
        </p:nvSpPr>
        <p:spPr>
          <a:xfrm>
            <a:off x="8066014" y="1302037"/>
            <a:ext cx="1245202" cy="323165"/>
          </a:xfrm>
          <a:prstGeom prst="rect">
            <a:avLst/>
          </a:prstGeom>
          <a:noFill/>
        </p:spPr>
        <p:txBody>
          <a:bodyPr wrap="square" rtlCol="0">
            <a:spAutoFit/>
          </a:bodyPr>
          <a:lstStyle/>
          <a:p>
            <a:r>
              <a:rPr lang="en-SG" sz="500" noProof="0" dirty="0">
                <a:solidFill>
                  <a:schemeClr val="bg2">
                    <a:lumMod val="50000"/>
                  </a:schemeClr>
                </a:solidFill>
              </a:rPr>
              <a:t>9.b.a.3. Microservice</a:t>
            </a:r>
          </a:p>
          <a:p>
            <a:r>
              <a:rPr lang="en-SG" sz="500" noProof="0" dirty="0">
                <a:solidFill>
                  <a:schemeClr val="bg2">
                    <a:lumMod val="50000"/>
                  </a:schemeClr>
                </a:solidFill>
              </a:rPr>
              <a:t>publishes response to</a:t>
            </a:r>
          </a:p>
          <a:p>
            <a:r>
              <a:rPr lang="en-SG" sz="500" noProof="0" dirty="0">
                <a:solidFill>
                  <a:schemeClr val="bg2">
                    <a:lumMod val="50000"/>
                  </a:schemeClr>
                </a:solidFill>
              </a:rPr>
              <a:t>AO’s Pub/Sub</a:t>
            </a:r>
          </a:p>
        </p:txBody>
      </p:sp>
      <p:cxnSp>
        <p:nvCxnSpPr>
          <p:cNvPr id="1069" name="Connector: Elbow 1068">
            <a:extLst>
              <a:ext uri="{FF2B5EF4-FFF2-40B4-BE49-F238E27FC236}">
                <a16:creationId xmlns:a16="http://schemas.microsoft.com/office/drawing/2014/main" id="{1C2DD495-08A5-D106-C2EF-7E5F40BF6D81}"/>
              </a:ext>
            </a:extLst>
          </p:cNvPr>
          <p:cNvCxnSpPr>
            <a:cxnSpLocks/>
            <a:stCxn id="18" idx="1"/>
            <a:endCxn id="1047" idx="3"/>
          </p:cNvCxnSpPr>
          <p:nvPr/>
        </p:nvCxnSpPr>
        <p:spPr>
          <a:xfrm rot="10800000">
            <a:off x="7979202" y="1658779"/>
            <a:ext cx="2103424" cy="3482448"/>
          </a:xfrm>
          <a:prstGeom prst="bentConnector3">
            <a:avLst>
              <a:gd name="adj1" fmla="val 45974"/>
            </a:avLst>
          </a:prstGeom>
          <a:ln w="3175">
            <a:tailEnd type="triangle"/>
          </a:ln>
        </p:spPr>
        <p:style>
          <a:lnRef idx="2">
            <a:schemeClr val="dk1"/>
          </a:lnRef>
          <a:fillRef idx="0">
            <a:schemeClr val="dk1"/>
          </a:fillRef>
          <a:effectRef idx="1">
            <a:schemeClr val="dk1"/>
          </a:effectRef>
          <a:fontRef idx="minor">
            <a:schemeClr val="tx1"/>
          </a:fontRef>
        </p:style>
      </p:cxnSp>
      <p:cxnSp>
        <p:nvCxnSpPr>
          <p:cNvPr id="1074" name="Connector: Elbow 1073">
            <a:extLst>
              <a:ext uri="{FF2B5EF4-FFF2-40B4-BE49-F238E27FC236}">
                <a16:creationId xmlns:a16="http://schemas.microsoft.com/office/drawing/2014/main" id="{AA78E1B8-AFB7-CAA4-C8A4-323FDFAD7BF1}"/>
              </a:ext>
            </a:extLst>
          </p:cNvPr>
          <p:cNvCxnSpPr>
            <a:cxnSpLocks/>
            <a:stCxn id="1047" idx="1"/>
          </p:cNvCxnSpPr>
          <p:nvPr/>
        </p:nvCxnSpPr>
        <p:spPr>
          <a:xfrm rot="10800000" flipV="1">
            <a:off x="3603472" y="1658779"/>
            <a:ext cx="3100421" cy="1832778"/>
          </a:xfrm>
          <a:prstGeom prst="bentConnector3">
            <a:avLst>
              <a:gd name="adj1" fmla="val 11769"/>
            </a:avLst>
          </a:prstGeom>
          <a:ln w="3175">
            <a:tailEnd type="triangle"/>
          </a:ln>
        </p:spPr>
        <p:style>
          <a:lnRef idx="2">
            <a:schemeClr val="dk1"/>
          </a:lnRef>
          <a:fillRef idx="0">
            <a:schemeClr val="dk1"/>
          </a:fillRef>
          <a:effectRef idx="1">
            <a:schemeClr val="dk1"/>
          </a:effectRef>
          <a:fontRef idx="minor">
            <a:schemeClr val="tx1"/>
          </a:fontRef>
        </p:style>
      </p:cxnSp>
      <p:sp>
        <p:nvSpPr>
          <p:cNvPr id="83" name="TextBox 82">
            <a:extLst>
              <a:ext uri="{FF2B5EF4-FFF2-40B4-BE49-F238E27FC236}">
                <a16:creationId xmlns:a16="http://schemas.microsoft.com/office/drawing/2014/main" id="{057CB918-CD1D-F6E6-5CEB-3DC7668F97AC}"/>
              </a:ext>
            </a:extLst>
          </p:cNvPr>
          <p:cNvSpPr txBox="1"/>
          <p:nvPr/>
        </p:nvSpPr>
        <p:spPr>
          <a:xfrm>
            <a:off x="7925925" y="4666046"/>
            <a:ext cx="303288" cy="184666"/>
          </a:xfrm>
          <a:prstGeom prst="rect">
            <a:avLst/>
          </a:prstGeom>
          <a:noFill/>
        </p:spPr>
        <p:txBody>
          <a:bodyPr wrap="none" rtlCol="0">
            <a:spAutoFit/>
          </a:bodyPr>
          <a:lstStyle/>
          <a:p>
            <a:pPr algn="ctr"/>
            <a:r>
              <a:rPr lang="en-SG" sz="600" noProof="0" dirty="0">
                <a:solidFill>
                  <a:schemeClr val="bg2">
                    <a:lumMod val="50000"/>
                  </a:schemeClr>
                </a:solidFill>
              </a:rPr>
              <a:t>Yes</a:t>
            </a:r>
          </a:p>
        </p:txBody>
      </p:sp>
      <p:cxnSp>
        <p:nvCxnSpPr>
          <p:cNvPr id="89" name="Connector: Elbow 88">
            <a:extLst>
              <a:ext uri="{FF2B5EF4-FFF2-40B4-BE49-F238E27FC236}">
                <a16:creationId xmlns:a16="http://schemas.microsoft.com/office/drawing/2014/main" id="{B4449CB1-F982-06A1-B1EB-74E9F2D37077}"/>
              </a:ext>
            </a:extLst>
          </p:cNvPr>
          <p:cNvCxnSpPr>
            <a:cxnSpLocks/>
            <a:endCxn id="41" idx="2"/>
          </p:cNvCxnSpPr>
          <p:nvPr/>
        </p:nvCxnSpPr>
        <p:spPr>
          <a:xfrm rot="10800000">
            <a:off x="3105768" y="3779197"/>
            <a:ext cx="1377058" cy="203063"/>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18" name="Connector: Elbow 117">
            <a:extLst>
              <a:ext uri="{FF2B5EF4-FFF2-40B4-BE49-F238E27FC236}">
                <a16:creationId xmlns:a16="http://schemas.microsoft.com/office/drawing/2014/main" id="{C8052C20-F051-AE40-78DE-0B3A556FD310}"/>
              </a:ext>
            </a:extLst>
          </p:cNvPr>
          <p:cNvCxnSpPr>
            <a:cxnSpLocks/>
            <a:stCxn id="96" idx="1"/>
            <a:endCxn id="1049" idx="2"/>
          </p:cNvCxnSpPr>
          <p:nvPr/>
        </p:nvCxnSpPr>
        <p:spPr>
          <a:xfrm rot="10800000" flipH="1">
            <a:off x="7194292" y="3624082"/>
            <a:ext cx="2653488" cy="1200915"/>
          </a:xfrm>
          <a:prstGeom prst="bentConnector4">
            <a:avLst>
              <a:gd name="adj1" fmla="val -20660"/>
              <a:gd name="adj2" fmla="val -63547"/>
            </a:avLst>
          </a:prstGeom>
          <a:ln w="3175">
            <a:tailEnd type="triangle"/>
          </a:ln>
        </p:spPr>
        <p:style>
          <a:lnRef idx="2">
            <a:schemeClr val="dk1"/>
          </a:lnRef>
          <a:fillRef idx="0">
            <a:schemeClr val="dk1"/>
          </a:fillRef>
          <a:effectRef idx="1">
            <a:schemeClr val="dk1"/>
          </a:effectRef>
          <a:fontRef idx="minor">
            <a:schemeClr val="tx1"/>
          </a:fontRef>
        </p:style>
      </p:cxnSp>
      <p:sp>
        <p:nvSpPr>
          <p:cNvPr id="126" name="TextBox 125">
            <a:extLst>
              <a:ext uri="{FF2B5EF4-FFF2-40B4-BE49-F238E27FC236}">
                <a16:creationId xmlns:a16="http://schemas.microsoft.com/office/drawing/2014/main" id="{D90739E7-2DCE-157B-BCF3-51E819FBAADF}"/>
              </a:ext>
            </a:extLst>
          </p:cNvPr>
          <p:cNvSpPr txBox="1"/>
          <p:nvPr/>
        </p:nvSpPr>
        <p:spPr>
          <a:xfrm>
            <a:off x="6943606" y="4666046"/>
            <a:ext cx="280846" cy="184666"/>
          </a:xfrm>
          <a:prstGeom prst="rect">
            <a:avLst/>
          </a:prstGeom>
          <a:noFill/>
        </p:spPr>
        <p:txBody>
          <a:bodyPr wrap="none" rtlCol="0">
            <a:spAutoFit/>
          </a:bodyPr>
          <a:lstStyle/>
          <a:p>
            <a:pPr algn="ctr"/>
            <a:r>
              <a:rPr lang="en-SG" sz="600" noProof="0" dirty="0">
                <a:solidFill>
                  <a:schemeClr val="bg2">
                    <a:lumMod val="50000"/>
                  </a:schemeClr>
                </a:solidFill>
              </a:rPr>
              <a:t>No</a:t>
            </a:r>
          </a:p>
        </p:txBody>
      </p:sp>
      <p:sp>
        <p:nvSpPr>
          <p:cNvPr id="127" name="TextBox 126">
            <a:extLst>
              <a:ext uri="{FF2B5EF4-FFF2-40B4-BE49-F238E27FC236}">
                <a16:creationId xmlns:a16="http://schemas.microsoft.com/office/drawing/2014/main" id="{B499CC02-1DD8-73C7-448F-16F0CC567299}"/>
              </a:ext>
            </a:extLst>
          </p:cNvPr>
          <p:cNvSpPr txBox="1"/>
          <p:nvPr/>
        </p:nvSpPr>
        <p:spPr>
          <a:xfrm>
            <a:off x="4438674" y="5370186"/>
            <a:ext cx="1464000" cy="169277"/>
          </a:xfrm>
          <a:prstGeom prst="rect">
            <a:avLst/>
          </a:prstGeom>
          <a:noFill/>
        </p:spPr>
        <p:txBody>
          <a:bodyPr wrap="square" rtlCol="0">
            <a:spAutoFit/>
          </a:bodyPr>
          <a:lstStyle/>
          <a:p>
            <a:pPr algn="ctr"/>
            <a:r>
              <a:rPr lang="en-SG" sz="500" noProof="0" dirty="0">
                <a:solidFill>
                  <a:schemeClr val="bg2">
                    <a:lumMod val="50000"/>
                  </a:schemeClr>
                </a:solidFill>
              </a:rPr>
              <a:t>8.a.4. Approval event listened by MCP</a:t>
            </a:r>
          </a:p>
        </p:txBody>
      </p:sp>
      <p:cxnSp>
        <p:nvCxnSpPr>
          <p:cNvPr id="1024" name="Connector: Elbow 1023">
            <a:extLst>
              <a:ext uri="{FF2B5EF4-FFF2-40B4-BE49-F238E27FC236}">
                <a16:creationId xmlns:a16="http://schemas.microsoft.com/office/drawing/2014/main" id="{DD563C77-F191-2C99-F676-36F3A4C62D90}"/>
              </a:ext>
            </a:extLst>
          </p:cNvPr>
          <p:cNvCxnSpPr>
            <a:cxnSpLocks/>
            <a:stCxn id="54" idx="2"/>
          </p:cNvCxnSpPr>
          <p:nvPr/>
        </p:nvCxnSpPr>
        <p:spPr>
          <a:xfrm rot="5400000" flipH="1" flipV="1">
            <a:off x="4934260" y="3134406"/>
            <a:ext cx="1248761" cy="3331949"/>
          </a:xfrm>
          <a:prstGeom prst="bentConnector4">
            <a:avLst>
              <a:gd name="adj1" fmla="val -6509"/>
              <a:gd name="adj2" fmla="val 66887"/>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057" name="Connector: Elbow 1056">
            <a:extLst>
              <a:ext uri="{FF2B5EF4-FFF2-40B4-BE49-F238E27FC236}">
                <a16:creationId xmlns:a16="http://schemas.microsoft.com/office/drawing/2014/main" id="{D68D837D-AF32-9CE2-3DA8-B6CC54CACF5C}"/>
              </a:ext>
            </a:extLst>
          </p:cNvPr>
          <p:cNvCxnSpPr>
            <a:cxnSpLocks/>
            <a:stCxn id="96" idx="1"/>
            <a:endCxn id="33" idx="3"/>
          </p:cNvCxnSpPr>
          <p:nvPr/>
        </p:nvCxnSpPr>
        <p:spPr>
          <a:xfrm rot="10800000" flipV="1">
            <a:off x="5594998" y="4824995"/>
            <a:ext cx="1599294" cy="1600133"/>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cxnSp>
        <p:nvCxnSpPr>
          <p:cNvPr id="1065" name="Connector: Elbow 1064">
            <a:extLst>
              <a:ext uri="{FF2B5EF4-FFF2-40B4-BE49-F238E27FC236}">
                <a16:creationId xmlns:a16="http://schemas.microsoft.com/office/drawing/2014/main" id="{CF028B14-1E7F-EEFB-FEE2-77C2C53ED5C7}"/>
              </a:ext>
            </a:extLst>
          </p:cNvPr>
          <p:cNvCxnSpPr>
            <a:cxnSpLocks/>
          </p:cNvCxnSpPr>
          <p:nvPr/>
        </p:nvCxnSpPr>
        <p:spPr>
          <a:xfrm rot="5400000" flipH="1" flipV="1">
            <a:off x="10438729" y="3857517"/>
            <a:ext cx="1782092" cy="505934"/>
          </a:xfrm>
          <a:prstGeom prst="bentConnector4">
            <a:avLst>
              <a:gd name="adj1" fmla="val -10828"/>
              <a:gd name="adj2" fmla="val 161919"/>
            </a:avLst>
          </a:prstGeom>
          <a:ln w="3175">
            <a:tailEnd type="triangle"/>
          </a:ln>
        </p:spPr>
        <p:style>
          <a:lnRef idx="2">
            <a:schemeClr val="dk1"/>
          </a:lnRef>
          <a:fillRef idx="0">
            <a:schemeClr val="dk1"/>
          </a:fillRef>
          <a:effectRef idx="1">
            <a:schemeClr val="dk1"/>
          </a:effectRef>
          <a:fontRef idx="minor">
            <a:schemeClr val="tx1"/>
          </a:fontRef>
        </p:style>
      </p:cxnSp>
      <p:cxnSp>
        <p:nvCxnSpPr>
          <p:cNvPr id="1081" name="Connector: Elbow 1080">
            <a:extLst>
              <a:ext uri="{FF2B5EF4-FFF2-40B4-BE49-F238E27FC236}">
                <a16:creationId xmlns:a16="http://schemas.microsoft.com/office/drawing/2014/main" id="{CF38AB41-F60E-6D1B-1497-6D4A7F2583A6}"/>
              </a:ext>
            </a:extLst>
          </p:cNvPr>
          <p:cNvCxnSpPr>
            <a:cxnSpLocks/>
          </p:cNvCxnSpPr>
          <p:nvPr/>
        </p:nvCxnSpPr>
        <p:spPr>
          <a:xfrm rot="10800000" flipV="1">
            <a:off x="8616950" y="3453439"/>
            <a:ext cx="757838" cy="1106216"/>
          </a:xfrm>
          <a:prstGeom prst="bentConnector3">
            <a:avLst>
              <a:gd name="adj1" fmla="val 17656"/>
            </a:avLst>
          </a:prstGeom>
          <a:ln w="3175">
            <a:tailEnd type="triangle"/>
          </a:ln>
        </p:spPr>
        <p:style>
          <a:lnRef idx="2">
            <a:schemeClr val="dk1"/>
          </a:lnRef>
          <a:fillRef idx="0">
            <a:schemeClr val="dk1"/>
          </a:fillRef>
          <a:effectRef idx="1">
            <a:schemeClr val="dk1"/>
          </a:effectRef>
          <a:fontRef idx="minor">
            <a:schemeClr val="tx1"/>
          </a:fontRef>
        </p:style>
      </p:cxnSp>
      <p:cxnSp>
        <p:nvCxnSpPr>
          <p:cNvPr id="1086" name="Connector: Elbow 1085">
            <a:extLst>
              <a:ext uri="{FF2B5EF4-FFF2-40B4-BE49-F238E27FC236}">
                <a16:creationId xmlns:a16="http://schemas.microsoft.com/office/drawing/2014/main" id="{79071849-3C36-50EF-1BBA-7E7FA1433910}"/>
              </a:ext>
            </a:extLst>
          </p:cNvPr>
          <p:cNvCxnSpPr>
            <a:cxnSpLocks/>
            <a:stCxn id="1055" idx="1"/>
            <a:endCxn id="97" idx="2"/>
          </p:cNvCxnSpPr>
          <p:nvPr/>
        </p:nvCxnSpPr>
        <p:spPr>
          <a:xfrm rot="10800000">
            <a:off x="5104998" y="4049997"/>
            <a:ext cx="768753" cy="382658"/>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091" name="Connector: Elbow 1090">
            <a:extLst>
              <a:ext uri="{FF2B5EF4-FFF2-40B4-BE49-F238E27FC236}">
                <a16:creationId xmlns:a16="http://schemas.microsoft.com/office/drawing/2014/main" id="{42FC68AF-F6D2-0F55-200C-FCEB57CAE424}"/>
              </a:ext>
            </a:extLst>
          </p:cNvPr>
          <p:cNvCxnSpPr>
            <a:cxnSpLocks/>
          </p:cNvCxnSpPr>
          <p:nvPr/>
        </p:nvCxnSpPr>
        <p:spPr>
          <a:xfrm rot="10800000">
            <a:off x="4889098" y="4049998"/>
            <a:ext cx="2089295" cy="774999"/>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099" name="TextBox 1098">
            <a:extLst>
              <a:ext uri="{FF2B5EF4-FFF2-40B4-BE49-F238E27FC236}">
                <a16:creationId xmlns:a16="http://schemas.microsoft.com/office/drawing/2014/main" id="{8BB6F1CB-F819-D210-C104-308E9ECB57CD}"/>
              </a:ext>
            </a:extLst>
          </p:cNvPr>
          <p:cNvSpPr txBox="1"/>
          <p:nvPr/>
        </p:nvSpPr>
        <p:spPr>
          <a:xfrm>
            <a:off x="4834900" y="4664654"/>
            <a:ext cx="872609" cy="169277"/>
          </a:xfrm>
          <a:prstGeom prst="rect">
            <a:avLst/>
          </a:prstGeom>
          <a:noFill/>
        </p:spPr>
        <p:txBody>
          <a:bodyPr wrap="square" rtlCol="0">
            <a:spAutoFit/>
          </a:bodyPr>
          <a:lstStyle/>
          <a:p>
            <a:r>
              <a:rPr lang="en-SG" sz="500" noProof="0" dirty="0">
                <a:solidFill>
                  <a:schemeClr val="bg2">
                    <a:lumMod val="50000"/>
                  </a:schemeClr>
                </a:solidFill>
              </a:rPr>
              <a:t>9.b.a/b.2 Interrupt &amp; Halt</a:t>
            </a:r>
          </a:p>
        </p:txBody>
      </p:sp>
      <p:sp>
        <p:nvSpPr>
          <p:cNvPr id="3" name="Oval 2">
            <a:extLst>
              <a:ext uri="{FF2B5EF4-FFF2-40B4-BE49-F238E27FC236}">
                <a16:creationId xmlns:a16="http://schemas.microsoft.com/office/drawing/2014/main" id="{4533FC12-7F7B-3486-39F5-552FC70434E2}"/>
              </a:ext>
            </a:extLst>
          </p:cNvPr>
          <p:cNvSpPr/>
          <p:nvPr/>
        </p:nvSpPr>
        <p:spPr>
          <a:xfrm>
            <a:off x="6484719" y="2462434"/>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6</a:t>
            </a:r>
          </a:p>
        </p:txBody>
      </p:sp>
      <p:sp>
        <p:nvSpPr>
          <p:cNvPr id="23" name="TextBox 22">
            <a:extLst>
              <a:ext uri="{FF2B5EF4-FFF2-40B4-BE49-F238E27FC236}">
                <a16:creationId xmlns:a16="http://schemas.microsoft.com/office/drawing/2014/main" id="{3DEE1025-F0D5-73FD-F76E-5154F3BFE666}"/>
              </a:ext>
            </a:extLst>
          </p:cNvPr>
          <p:cNvSpPr txBox="1"/>
          <p:nvPr/>
        </p:nvSpPr>
        <p:spPr>
          <a:xfrm>
            <a:off x="6733191" y="2474126"/>
            <a:ext cx="2089033" cy="261610"/>
          </a:xfrm>
          <a:prstGeom prst="rect">
            <a:avLst/>
          </a:prstGeom>
          <a:noFill/>
        </p:spPr>
        <p:txBody>
          <a:bodyPr wrap="none" rtlCol="0">
            <a:spAutoFit/>
          </a:bodyPr>
          <a:lstStyle/>
          <a:p>
            <a:pPr algn="ctr"/>
            <a:r>
              <a:rPr lang="en-SG" sz="1100" noProof="0" dirty="0"/>
              <a:t>Token Exchange &amp; Propagation </a:t>
            </a:r>
          </a:p>
        </p:txBody>
      </p:sp>
      <p:sp>
        <p:nvSpPr>
          <p:cNvPr id="25" name="TextBox 24">
            <a:extLst>
              <a:ext uri="{FF2B5EF4-FFF2-40B4-BE49-F238E27FC236}">
                <a16:creationId xmlns:a16="http://schemas.microsoft.com/office/drawing/2014/main" id="{81CAF875-110E-C70B-0046-D8857D60036C}"/>
              </a:ext>
            </a:extLst>
          </p:cNvPr>
          <p:cNvSpPr txBox="1"/>
          <p:nvPr/>
        </p:nvSpPr>
        <p:spPr>
          <a:xfrm>
            <a:off x="6750898" y="2645628"/>
            <a:ext cx="1814920" cy="338554"/>
          </a:xfrm>
          <a:prstGeom prst="rect">
            <a:avLst/>
          </a:prstGeom>
          <a:noFill/>
        </p:spPr>
        <p:txBody>
          <a:bodyPr wrap="none" rtlCol="0">
            <a:spAutoFit/>
          </a:bodyPr>
          <a:lstStyle/>
          <a:p>
            <a:r>
              <a:rPr lang="en-SG" sz="800" noProof="0" dirty="0">
                <a:solidFill>
                  <a:schemeClr val="bg2">
                    <a:lumMod val="50000"/>
                  </a:schemeClr>
                </a:solidFill>
              </a:rPr>
              <a:t>Communication between AO &amp; AIGP </a:t>
            </a:r>
          </a:p>
          <a:p>
            <a:r>
              <a:rPr lang="en-SG" sz="800" noProof="0" dirty="0">
                <a:solidFill>
                  <a:schemeClr val="bg2">
                    <a:lumMod val="50000"/>
                  </a:schemeClr>
                </a:solidFill>
              </a:rPr>
              <a:t>will use standardised formats</a:t>
            </a:r>
          </a:p>
        </p:txBody>
      </p:sp>
      <p:cxnSp>
        <p:nvCxnSpPr>
          <p:cNvPr id="26" name="Connector: Elbow 25">
            <a:extLst>
              <a:ext uri="{FF2B5EF4-FFF2-40B4-BE49-F238E27FC236}">
                <a16:creationId xmlns:a16="http://schemas.microsoft.com/office/drawing/2014/main" id="{5AD9CC31-7A9F-0E4B-E5F0-0B5D1466271A}"/>
              </a:ext>
            </a:extLst>
          </p:cNvPr>
          <p:cNvCxnSpPr>
            <a:cxnSpLocks/>
          </p:cNvCxnSpPr>
          <p:nvPr/>
        </p:nvCxnSpPr>
        <p:spPr>
          <a:xfrm rot="16200000" flipV="1">
            <a:off x="4696353" y="4132675"/>
            <a:ext cx="1124918" cy="968028"/>
          </a:xfrm>
          <a:prstGeom prst="bentConnector3">
            <a:avLst>
              <a:gd name="adj1" fmla="val 420"/>
            </a:avLst>
          </a:prstGeom>
          <a:ln w="3175">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67" name="TextBox 66">
            <a:extLst>
              <a:ext uri="{FF2B5EF4-FFF2-40B4-BE49-F238E27FC236}">
                <a16:creationId xmlns:a16="http://schemas.microsoft.com/office/drawing/2014/main" id="{3C7CBD68-8D8C-315E-8F3D-BEC217139686}"/>
              </a:ext>
            </a:extLst>
          </p:cNvPr>
          <p:cNvSpPr txBox="1"/>
          <p:nvPr/>
        </p:nvSpPr>
        <p:spPr>
          <a:xfrm>
            <a:off x="4062175" y="4140757"/>
            <a:ext cx="790501" cy="169277"/>
          </a:xfrm>
          <a:prstGeom prst="rect">
            <a:avLst/>
          </a:prstGeom>
          <a:noFill/>
        </p:spPr>
        <p:txBody>
          <a:bodyPr wrap="square" rtlCol="0">
            <a:spAutoFit/>
          </a:bodyPr>
          <a:lstStyle/>
          <a:p>
            <a:r>
              <a:rPr lang="en-SG" sz="500" noProof="0" dirty="0">
                <a:solidFill>
                  <a:schemeClr val="bg2">
                    <a:lumMod val="50000"/>
                  </a:schemeClr>
                </a:solidFill>
              </a:rPr>
              <a:t>8.a.2. Interrupt &amp; Halt</a:t>
            </a:r>
          </a:p>
        </p:txBody>
      </p:sp>
      <p:sp>
        <p:nvSpPr>
          <p:cNvPr id="68" name="TextBox 67">
            <a:extLst>
              <a:ext uri="{FF2B5EF4-FFF2-40B4-BE49-F238E27FC236}">
                <a16:creationId xmlns:a16="http://schemas.microsoft.com/office/drawing/2014/main" id="{3EDD14CB-C9CE-9826-ED3D-EA8355CC473C}"/>
              </a:ext>
            </a:extLst>
          </p:cNvPr>
          <p:cNvSpPr txBox="1"/>
          <p:nvPr/>
        </p:nvSpPr>
        <p:spPr>
          <a:xfrm>
            <a:off x="8094378" y="3095355"/>
            <a:ext cx="957210" cy="246221"/>
          </a:xfrm>
          <a:prstGeom prst="rect">
            <a:avLst/>
          </a:prstGeom>
          <a:noFill/>
        </p:spPr>
        <p:txBody>
          <a:bodyPr wrap="square" rtlCol="0">
            <a:spAutoFit/>
          </a:bodyPr>
          <a:lstStyle/>
          <a:p>
            <a:r>
              <a:rPr lang="en-SG" sz="500" noProof="0" dirty="0">
                <a:solidFill>
                  <a:schemeClr val="bg2">
                    <a:lumMod val="50000"/>
                  </a:schemeClr>
                </a:solidFill>
              </a:rPr>
              <a:t>9.a.a.1. Send tool call request to AIGP</a:t>
            </a:r>
          </a:p>
        </p:txBody>
      </p:sp>
      <p:sp>
        <p:nvSpPr>
          <p:cNvPr id="69" name="TextBox 68">
            <a:extLst>
              <a:ext uri="{FF2B5EF4-FFF2-40B4-BE49-F238E27FC236}">
                <a16:creationId xmlns:a16="http://schemas.microsoft.com/office/drawing/2014/main" id="{D042737E-D31E-5FCF-9CA5-816E5DB443E0}"/>
              </a:ext>
            </a:extLst>
          </p:cNvPr>
          <p:cNvSpPr txBox="1"/>
          <p:nvPr/>
        </p:nvSpPr>
        <p:spPr>
          <a:xfrm>
            <a:off x="973594" y="3008551"/>
            <a:ext cx="807739" cy="369332"/>
          </a:xfrm>
          <a:prstGeom prst="rect">
            <a:avLst/>
          </a:prstGeom>
          <a:noFill/>
        </p:spPr>
        <p:txBody>
          <a:bodyPr wrap="square" rtlCol="0">
            <a:spAutoFit/>
          </a:bodyPr>
          <a:lstStyle/>
          <a:p>
            <a:r>
              <a:rPr lang="en-SG" sz="600" noProof="0" dirty="0">
                <a:solidFill>
                  <a:schemeClr val="bg2">
                    <a:lumMod val="50000"/>
                  </a:schemeClr>
                </a:solidFill>
              </a:rPr>
              <a:t>1. Request is forwarded through AI gateway</a:t>
            </a:r>
          </a:p>
        </p:txBody>
      </p:sp>
      <p:sp>
        <p:nvSpPr>
          <p:cNvPr id="70" name="TextBox 69">
            <a:extLst>
              <a:ext uri="{FF2B5EF4-FFF2-40B4-BE49-F238E27FC236}">
                <a16:creationId xmlns:a16="http://schemas.microsoft.com/office/drawing/2014/main" id="{9FA963E4-82E0-CE0B-CA25-6F817A8B6382}"/>
              </a:ext>
            </a:extLst>
          </p:cNvPr>
          <p:cNvSpPr txBox="1"/>
          <p:nvPr/>
        </p:nvSpPr>
        <p:spPr>
          <a:xfrm>
            <a:off x="2330979" y="2840182"/>
            <a:ext cx="708829" cy="369332"/>
          </a:xfrm>
          <a:prstGeom prst="rect">
            <a:avLst/>
          </a:prstGeom>
          <a:noFill/>
        </p:spPr>
        <p:txBody>
          <a:bodyPr wrap="square" rtlCol="0">
            <a:spAutoFit/>
          </a:bodyPr>
          <a:lstStyle/>
          <a:p>
            <a:r>
              <a:rPr lang="en-SG" sz="600" noProof="0" dirty="0">
                <a:solidFill>
                  <a:schemeClr val="bg2">
                    <a:lumMod val="50000"/>
                  </a:schemeClr>
                </a:solidFill>
              </a:rPr>
              <a:t>2. Send to orchestrator for processing</a:t>
            </a:r>
          </a:p>
        </p:txBody>
      </p:sp>
      <p:sp>
        <p:nvSpPr>
          <p:cNvPr id="71" name="TextBox 70">
            <a:extLst>
              <a:ext uri="{FF2B5EF4-FFF2-40B4-BE49-F238E27FC236}">
                <a16:creationId xmlns:a16="http://schemas.microsoft.com/office/drawing/2014/main" id="{C39C10E3-E837-654D-C819-0F6AEF7A3937}"/>
              </a:ext>
            </a:extLst>
          </p:cNvPr>
          <p:cNvSpPr txBox="1"/>
          <p:nvPr/>
        </p:nvSpPr>
        <p:spPr>
          <a:xfrm>
            <a:off x="2304697" y="2100570"/>
            <a:ext cx="864000" cy="276999"/>
          </a:xfrm>
          <a:prstGeom prst="rect">
            <a:avLst/>
          </a:prstGeom>
          <a:noFill/>
        </p:spPr>
        <p:txBody>
          <a:bodyPr wrap="square" rtlCol="0">
            <a:spAutoFit/>
          </a:bodyPr>
          <a:lstStyle/>
          <a:p>
            <a:r>
              <a:rPr lang="en-SG" sz="600" noProof="0" dirty="0">
                <a:solidFill>
                  <a:schemeClr val="bg2">
                    <a:lumMod val="50000"/>
                  </a:schemeClr>
                </a:solidFill>
              </a:rPr>
              <a:t>3. Send to relevant </a:t>
            </a:r>
          </a:p>
          <a:p>
            <a:r>
              <a:rPr lang="en-SG" sz="600" noProof="0" dirty="0">
                <a:solidFill>
                  <a:schemeClr val="bg2">
                    <a:lumMod val="50000"/>
                  </a:schemeClr>
                </a:solidFill>
              </a:rPr>
              <a:t>sub-agents</a:t>
            </a:r>
          </a:p>
        </p:txBody>
      </p:sp>
      <p:sp>
        <p:nvSpPr>
          <p:cNvPr id="73" name="TextBox 72">
            <a:extLst>
              <a:ext uri="{FF2B5EF4-FFF2-40B4-BE49-F238E27FC236}">
                <a16:creationId xmlns:a16="http://schemas.microsoft.com/office/drawing/2014/main" id="{12282609-FAF5-96F4-25B6-0CA109273DBA}"/>
              </a:ext>
            </a:extLst>
          </p:cNvPr>
          <p:cNvSpPr txBox="1"/>
          <p:nvPr/>
        </p:nvSpPr>
        <p:spPr>
          <a:xfrm>
            <a:off x="2292281" y="1484906"/>
            <a:ext cx="974976" cy="276999"/>
          </a:xfrm>
          <a:prstGeom prst="rect">
            <a:avLst/>
          </a:prstGeom>
          <a:noFill/>
        </p:spPr>
        <p:txBody>
          <a:bodyPr wrap="square" rtlCol="0">
            <a:spAutoFit/>
          </a:bodyPr>
          <a:lstStyle/>
          <a:p>
            <a:r>
              <a:rPr lang="en-SG" sz="600" noProof="0" dirty="0">
                <a:solidFill>
                  <a:schemeClr val="bg2">
                    <a:lumMod val="50000"/>
                  </a:schemeClr>
                </a:solidFill>
              </a:rPr>
              <a:t>4. Retrieves id token</a:t>
            </a:r>
          </a:p>
          <a:p>
            <a:r>
              <a:rPr lang="en-SG" sz="600" noProof="0" dirty="0">
                <a:solidFill>
                  <a:schemeClr val="bg2">
                    <a:lumMod val="50000"/>
                  </a:schemeClr>
                </a:solidFill>
              </a:rPr>
              <a:t>from blueprint parent</a:t>
            </a:r>
          </a:p>
        </p:txBody>
      </p:sp>
      <p:sp>
        <p:nvSpPr>
          <p:cNvPr id="76" name="TextBox 75">
            <a:extLst>
              <a:ext uri="{FF2B5EF4-FFF2-40B4-BE49-F238E27FC236}">
                <a16:creationId xmlns:a16="http://schemas.microsoft.com/office/drawing/2014/main" id="{F9ED493A-9763-EBCA-F416-1E2F3C73BF74}"/>
              </a:ext>
            </a:extLst>
          </p:cNvPr>
          <p:cNvSpPr txBox="1"/>
          <p:nvPr/>
        </p:nvSpPr>
        <p:spPr>
          <a:xfrm>
            <a:off x="3076755" y="2825690"/>
            <a:ext cx="886514" cy="400110"/>
          </a:xfrm>
          <a:prstGeom prst="rect">
            <a:avLst/>
          </a:prstGeom>
          <a:noFill/>
        </p:spPr>
        <p:txBody>
          <a:bodyPr wrap="square" rtlCol="0">
            <a:spAutoFit/>
          </a:bodyPr>
          <a:lstStyle/>
          <a:p>
            <a:r>
              <a:rPr lang="en-SG" sz="400" noProof="0" dirty="0">
                <a:solidFill>
                  <a:schemeClr val="bg2">
                    <a:lumMod val="50000"/>
                  </a:schemeClr>
                </a:solidFill>
              </a:rPr>
              <a:t>5.1. Agent call AI gateway for allowed tool list</a:t>
            </a:r>
          </a:p>
          <a:p>
            <a:r>
              <a:rPr lang="en-SG" sz="400" noProof="0" dirty="0">
                <a:solidFill>
                  <a:schemeClr val="bg2">
                    <a:lumMod val="50000"/>
                  </a:schemeClr>
                </a:solidFill>
              </a:rPr>
              <a:t>5.2. AI gateway sends tool list</a:t>
            </a:r>
          </a:p>
          <a:p>
            <a:r>
              <a:rPr lang="en-SG" sz="400" noProof="0" dirty="0">
                <a:solidFill>
                  <a:schemeClr val="bg2">
                    <a:lumMod val="50000"/>
                  </a:schemeClr>
                </a:solidFill>
              </a:rPr>
              <a:t>5.3. Agent sends tool call request</a:t>
            </a:r>
          </a:p>
        </p:txBody>
      </p:sp>
      <p:sp>
        <p:nvSpPr>
          <p:cNvPr id="34" name="TextBox 33">
            <a:extLst>
              <a:ext uri="{FF2B5EF4-FFF2-40B4-BE49-F238E27FC236}">
                <a16:creationId xmlns:a16="http://schemas.microsoft.com/office/drawing/2014/main" id="{FAD2C7AC-CF1D-E8C4-472A-3CCFDDDF8BB4}"/>
              </a:ext>
            </a:extLst>
          </p:cNvPr>
          <p:cNvSpPr txBox="1"/>
          <p:nvPr/>
        </p:nvSpPr>
        <p:spPr>
          <a:xfrm>
            <a:off x="3571541" y="3591099"/>
            <a:ext cx="537199" cy="338554"/>
          </a:xfrm>
          <a:prstGeom prst="rect">
            <a:avLst/>
          </a:prstGeom>
          <a:noFill/>
        </p:spPr>
        <p:txBody>
          <a:bodyPr wrap="square" rtlCol="0">
            <a:spAutoFit/>
          </a:bodyPr>
          <a:lstStyle/>
          <a:p>
            <a:r>
              <a:rPr lang="en-SG" sz="400" noProof="0" dirty="0">
                <a:solidFill>
                  <a:schemeClr val="bg2">
                    <a:lumMod val="50000"/>
                  </a:schemeClr>
                </a:solidFill>
              </a:rPr>
              <a:t>6. AI Gateway forwards tool call to MCP gateway</a:t>
            </a:r>
          </a:p>
        </p:txBody>
      </p:sp>
      <p:sp>
        <p:nvSpPr>
          <p:cNvPr id="37" name="TextBox 36">
            <a:extLst>
              <a:ext uri="{FF2B5EF4-FFF2-40B4-BE49-F238E27FC236}">
                <a16:creationId xmlns:a16="http://schemas.microsoft.com/office/drawing/2014/main" id="{DE02517E-E2E1-84ED-3E07-72217C0F1016}"/>
              </a:ext>
            </a:extLst>
          </p:cNvPr>
          <p:cNvSpPr txBox="1"/>
          <p:nvPr/>
        </p:nvSpPr>
        <p:spPr>
          <a:xfrm>
            <a:off x="6335126" y="3325291"/>
            <a:ext cx="1470002" cy="276999"/>
          </a:xfrm>
          <a:prstGeom prst="rect">
            <a:avLst/>
          </a:prstGeom>
          <a:noFill/>
        </p:spPr>
        <p:txBody>
          <a:bodyPr wrap="square" rtlCol="0">
            <a:spAutoFit/>
          </a:bodyPr>
          <a:lstStyle/>
          <a:p>
            <a:r>
              <a:rPr lang="en-SG" sz="400" noProof="0" dirty="0">
                <a:solidFill>
                  <a:schemeClr val="bg2">
                    <a:lumMod val="50000"/>
                  </a:schemeClr>
                </a:solidFill>
              </a:rPr>
              <a:t>7.1. MCP gateway checks ABAC and verifies agent is authorised to call the tool</a:t>
            </a:r>
          </a:p>
          <a:p>
            <a:r>
              <a:rPr lang="en-SG" sz="400" noProof="0" dirty="0">
                <a:solidFill>
                  <a:schemeClr val="bg2">
                    <a:lumMod val="50000"/>
                  </a:schemeClr>
                </a:solidFill>
              </a:rPr>
              <a:t>7.2. MCP gateway forwards tool call request to MCP server</a:t>
            </a:r>
          </a:p>
        </p:txBody>
      </p:sp>
      <p:sp>
        <p:nvSpPr>
          <p:cNvPr id="38" name="TextBox 37">
            <a:extLst>
              <a:ext uri="{FF2B5EF4-FFF2-40B4-BE49-F238E27FC236}">
                <a16:creationId xmlns:a16="http://schemas.microsoft.com/office/drawing/2014/main" id="{62D7F610-78FE-8B65-F1DC-CC087106293A}"/>
              </a:ext>
            </a:extLst>
          </p:cNvPr>
          <p:cNvSpPr txBox="1"/>
          <p:nvPr/>
        </p:nvSpPr>
        <p:spPr>
          <a:xfrm>
            <a:off x="4564856" y="5150640"/>
            <a:ext cx="1177970" cy="169277"/>
          </a:xfrm>
          <a:prstGeom prst="rect">
            <a:avLst/>
          </a:prstGeom>
          <a:noFill/>
        </p:spPr>
        <p:txBody>
          <a:bodyPr wrap="square" rtlCol="0">
            <a:spAutoFit/>
          </a:bodyPr>
          <a:lstStyle/>
          <a:p>
            <a:r>
              <a:rPr lang="en-SG" sz="500" noProof="0" dirty="0">
                <a:solidFill>
                  <a:schemeClr val="bg2">
                    <a:lumMod val="50000"/>
                  </a:schemeClr>
                </a:solidFill>
              </a:rPr>
              <a:t>8.a.1. Publish HITL request to queue</a:t>
            </a:r>
          </a:p>
        </p:txBody>
      </p:sp>
      <p:sp>
        <p:nvSpPr>
          <p:cNvPr id="40" name="TextBox 39">
            <a:extLst>
              <a:ext uri="{FF2B5EF4-FFF2-40B4-BE49-F238E27FC236}">
                <a16:creationId xmlns:a16="http://schemas.microsoft.com/office/drawing/2014/main" id="{D9753F80-B9A1-F1D7-AC4C-B3AF202EDBFD}"/>
              </a:ext>
            </a:extLst>
          </p:cNvPr>
          <p:cNvSpPr txBox="1"/>
          <p:nvPr/>
        </p:nvSpPr>
        <p:spPr>
          <a:xfrm>
            <a:off x="5314901" y="5721466"/>
            <a:ext cx="1117698" cy="246221"/>
          </a:xfrm>
          <a:prstGeom prst="rect">
            <a:avLst/>
          </a:prstGeom>
          <a:noFill/>
        </p:spPr>
        <p:txBody>
          <a:bodyPr wrap="square" rtlCol="0">
            <a:spAutoFit/>
          </a:bodyPr>
          <a:lstStyle/>
          <a:p>
            <a:r>
              <a:rPr lang="en-SG" sz="500" noProof="0" dirty="0">
                <a:solidFill>
                  <a:schemeClr val="bg2">
                    <a:lumMod val="50000"/>
                  </a:schemeClr>
                </a:solidFill>
              </a:rPr>
              <a:t>9.b.b.1. MCP Server sends API call to non-IRIN3 systems</a:t>
            </a:r>
          </a:p>
        </p:txBody>
      </p:sp>
      <p:cxnSp>
        <p:nvCxnSpPr>
          <p:cNvPr id="78" name="Straight Arrow Connector 77">
            <a:extLst>
              <a:ext uri="{FF2B5EF4-FFF2-40B4-BE49-F238E27FC236}">
                <a16:creationId xmlns:a16="http://schemas.microsoft.com/office/drawing/2014/main" id="{4AFFDDFD-B073-90F0-53CA-16C38C1CCD0A}"/>
              </a:ext>
            </a:extLst>
          </p:cNvPr>
          <p:cNvCxnSpPr>
            <a:cxnSpLocks/>
          </p:cNvCxnSpPr>
          <p:nvPr/>
        </p:nvCxnSpPr>
        <p:spPr>
          <a:xfrm flipH="1">
            <a:off x="10248275" y="2098641"/>
            <a:ext cx="180450" cy="483495"/>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80" name="TextBox 79">
            <a:extLst>
              <a:ext uri="{FF2B5EF4-FFF2-40B4-BE49-F238E27FC236}">
                <a16:creationId xmlns:a16="http://schemas.microsoft.com/office/drawing/2014/main" id="{765DFBBD-FB0C-A7B6-FB72-CE87D764261E}"/>
              </a:ext>
            </a:extLst>
          </p:cNvPr>
          <p:cNvSpPr txBox="1"/>
          <p:nvPr/>
        </p:nvSpPr>
        <p:spPr>
          <a:xfrm>
            <a:off x="6348390" y="6395015"/>
            <a:ext cx="1656000" cy="169277"/>
          </a:xfrm>
          <a:prstGeom prst="rect">
            <a:avLst/>
          </a:prstGeom>
          <a:noFill/>
        </p:spPr>
        <p:txBody>
          <a:bodyPr wrap="square" rtlCol="0">
            <a:spAutoFit/>
          </a:bodyPr>
          <a:lstStyle/>
          <a:p>
            <a:r>
              <a:rPr lang="en-SG" sz="500" noProof="0" dirty="0">
                <a:solidFill>
                  <a:schemeClr val="bg2">
                    <a:lumMod val="50000"/>
                  </a:schemeClr>
                </a:solidFill>
              </a:rPr>
              <a:t>9.a.b. MCP Server sends API call to non-IRIN3 systems</a:t>
            </a:r>
          </a:p>
        </p:txBody>
      </p:sp>
      <p:sp>
        <p:nvSpPr>
          <p:cNvPr id="88" name="TextBox 87">
            <a:extLst>
              <a:ext uri="{FF2B5EF4-FFF2-40B4-BE49-F238E27FC236}">
                <a16:creationId xmlns:a16="http://schemas.microsoft.com/office/drawing/2014/main" id="{93BE84C4-57D7-3E41-64CE-177D508F3D53}"/>
              </a:ext>
            </a:extLst>
          </p:cNvPr>
          <p:cNvSpPr txBox="1"/>
          <p:nvPr/>
        </p:nvSpPr>
        <p:spPr>
          <a:xfrm>
            <a:off x="11107584" y="4728640"/>
            <a:ext cx="810241" cy="323165"/>
          </a:xfrm>
          <a:prstGeom prst="rect">
            <a:avLst/>
          </a:prstGeom>
          <a:noFill/>
        </p:spPr>
        <p:txBody>
          <a:bodyPr wrap="square" rtlCol="0">
            <a:spAutoFit/>
          </a:bodyPr>
          <a:lstStyle/>
          <a:p>
            <a:r>
              <a:rPr lang="en-SG" sz="500" noProof="0" dirty="0">
                <a:solidFill>
                  <a:schemeClr val="bg2">
                    <a:lumMod val="50000"/>
                  </a:schemeClr>
                </a:solidFill>
              </a:rPr>
              <a:t>9.a.a.2. AIGP MCP Server calls microservice API</a:t>
            </a:r>
          </a:p>
        </p:txBody>
      </p:sp>
      <p:sp>
        <p:nvSpPr>
          <p:cNvPr id="90" name="TextBox 89">
            <a:extLst>
              <a:ext uri="{FF2B5EF4-FFF2-40B4-BE49-F238E27FC236}">
                <a16:creationId xmlns:a16="http://schemas.microsoft.com/office/drawing/2014/main" id="{BC437692-E9D8-A1DC-D9CA-F1DE1E621BA1}"/>
              </a:ext>
            </a:extLst>
          </p:cNvPr>
          <p:cNvSpPr txBox="1"/>
          <p:nvPr/>
        </p:nvSpPr>
        <p:spPr>
          <a:xfrm>
            <a:off x="11130792" y="5208603"/>
            <a:ext cx="810241" cy="323165"/>
          </a:xfrm>
          <a:prstGeom prst="rect">
            <a:avLst/>
          </a:prstGeom>
          <a:noFill/>
        </p:spPr>
        <p:txBody>
          <a:bodyPr wrap="square" rtlCol="0">
            <a:spAutoFit/>
          </a:bodyPr>
          <a:lstStyle/>
          <a:p>
            <a:r>
              <a:rPr lang="en-SG" sz="500" noProof="0" dirty="0">
                <a:solidFill>
                  <a:schemeClr val="bg2">
                    <a:lumMod val="50000"/>
                  </a:schemeClr>
                </a:solidFill>
              </a:rPr>
              <a:t>9.a.a.3. Microservice API returns response to AIGP MCP Server</a:t>
            </a:r>
          </a:p>
        </p:txBody>
      </p:sp>
      <p:cxnSp>
        <p:nvCxnSpPr>
          <p:cNvPr id="91" name="Straight Arrow Connector 90">
            <a:extLst>
              <a:ext uri="{FF2B5EF4-FFF2-40B4-BE49-F238E27FC236}">
                <a16:creationId xmlns:a16="http://schemas.microsoft.com/office/drawing/2014/main" id="{844C78C8-88A5-0A97-C26F-ED76C669D49F}"/>
              </a:ext>
            </a:extLst>
          </p:cNvPr>
          <p:cNvCxnSpPr>
            <a:cxnSpLocks/>
          </p:cNvCxnSpPr>
          <p:nvPr/>
        </p:nvCxnSpPr>
        <p:spPr>
          <a:xfrm flipH="1">
            <a:off x="10319221" y="3426872"/>
            <a:ext cx="288000" cy="0"/>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030" name="TextBox 1029">
            <a:extLst>
              <a:ext uri="{FF2B5EF4-FFF2-40B4-BE49-F238E27FC236}">
                <a16:creationId xmlns:a16="http://schemas.microsoft.com/office/drawing/2014/main" id="{E376E6B1-0EBC-E8AE-5771-4DD706F7E49D}"/>
              </a:ext>
            </a:extLst>
          </p:cNvPr>
          <p:cNvSpPr txBox="1"/>
          <p:nvPr/>
        </p:nvSpPr>
        <p:spPr>
          <a:xfrm>
            <a:off x="6622749" y="5344286"/>
            <a:ext cx="1245202" cy="246221"/>
          </a:xfrm>
          <a:prstGeom prst="rect">
            <a:avLst/>
          </a:prstGeom>
          <a:noFill/>
        </p:spPr>
        <p:txBody>
          <a:bodyPr wrap="square" rtlCol="0">
            <a:spAutoFit/>
          </a:bodyPr>
          <a:lstStyle/>
          <a:p>
            <a:r>
              <a:rPr lang="en-SG" sz="500" noProof="0" dirty="0">
                <a:solidFill>
                  <a:schemeClr val="bg2">
                    <a:lumMod val="50000"/>
                  </a:schemeClr>
                </a:solidFill>
              </a:rPr>
              <a:t>9.b.a.1. MCP Server sends tool call request to AIGP, Fire-and-Forget</a:t>
            </a:r>
          </a:p>
        </p:txBody>
      </p:sp>
      <p:sp>
        <p:nvSpPr>
          <p:cNvPr id="1034" name="TextBox 1033">
            <a:extLst>
              <a:ext uri="{FF2B5EF4-FFF2-40B4-BE49-F238E27FC236}">
                <a16:creationId xmlns:a16="http://schemas.microsoft.com/office/drawing/2014/main" id="{D4ED0B38-C8C7-4613-D49F-756EDE0FC5C7}"/>
              </a:ext>
            </a:extLst>
          </p:cNvPr>
          <p:cNvSpPr txBox="1"/>
          <p:nvPr/>
        </p:nvSpPr>
        <p:spPr>
          <a:xfrm>
            <a:off x="9100529" y="4538010"/>
            <a:ext cx="850434" cy="323165"/>
          </a:xfrm>
          <a:prstGeom prst="rect">
            <a:avLst/>
          </a:prstGeom>
          <a:noFill/>
        </p:spPr>
        <p:txBody>
          <a:bodyPr wrap="square" rtlCol="0">
            <a:spAutoFit/>
          </a:bodyPr>
          <a:lstStyle/>
          <a:p>
            <a:r>
              <a:rPr lang="en-SG" sz="500" noProof="0" dirty="0">
                <a:solidFill>
                  <a:schemeClr val="bg2">
                    <a:lumMod val="50000"/>
                  </a:schemeClr>
                </a:solidFill>
              </a:rPr>
              <a:t>9.a.a.4. AIGP MCP gateway returns response to AO MCP</a:t>
            </a:r>
          </a:p>
        </p:txBody>
      </p:sp>
      <p:sp>
        <p:nvSpPr>
          <p:cNvPr id="1038" name="TextBox 1037">
            <a:extLst>
              <a:ext uri="{FF2B5EF4-FFF2-40B4-BE49-F238E27FC236}">
                <a16:creationId xmlns:a16="http://schemas.microsoft.com/office/drawing/2014/main" id="{382F0EFE-356B-75F0-E990-4539A7A1F9A1}"/>
              </a:ext>
            </a:extLst>
          </p:cNvPr>
          <p:cNvSpPr txBox="1"/>
          <p:nvPr/>
        </p:nvSpPr>
        <p:spPr>
          <a:xfrm>
            <a:off x="5112826" y="4066094"/>
            <a:ext cx="768754" cy="400110"/>
          </a:xfrm>
          <a:prstGeom prst="rect">
            <a:avLst/>
          </a:prstGeom>
          <a:noFill/>
        </p:spPr>
        <p:txBody>
          <a:bodyPr wrap="square" rtlCol="0">
            <a:spAutoFit/>
          </a:bodyPr>
          <a:lstStyle/>
          <a:p>
            <a:r>
              <a:rPr lang="en-SG" sz="500" noProof="0" dirty="0">
                <a:solidFill>
                  <a:schemeClr val="bg2">
                    <a:lumMod val="50000"/>
                  </a:schemeClr>
                </a:solidFill>
              </a:rPr>
              <a:t>9.a.a.5. AO MCP Server returns response to its gateway</a:t>
            </a:r>
          </a:p>
        </p:txBody>
      </p:sp>
      <p:sp>
        <p:nvSpPr>
          <p:cNvPr id="1039" name="TextBox 1038">
            <a:extLst>
              <a:ext uri="{FF2B5EF4-FFF2-40B4-BE49-F238E27FC236}">
                <a16:creationId xmlns:a16="http://schemas.microsoft.com/office/drawing/2014/main" id="{802CA348-F1E1-88B1-D47E-19760914CD69}"/>
              </a:ext>
            </a:extLst>
          </p:cNvPr>
          <p:cNvSpPr txBox="1"/>
          <p:nvPr/>
        </p:nvSpPr>
        <p:spPr>
          <a:xfrm>
            <a:off x="2991459" y="3958710"/>
            <a:ext cx="1052156" cy="400110"/>
          </a:xfrm>
          <a:prstGeom prst="rect">
            <a:avLst/>
          </a:prstGeom>
          <a:noFill/>
        </p:spPr>
        <p:txBody>
          <a:bodyPr wrap="square" rtlCol="0">
            <a:spAutoFit/>
          </a:bodyPr>
          <a:lstStyle/>
          <a:p>
            <a:r>
              <a:rPr lang="en-SG" sz="500" noProof="0" dirty="0">
                <a:solidFill>
                  <a:schemeClr val="bg2">
                    <a:lumMod val="50000"/>
                  </a:schemeClr>
                </a:solidFill>
              </a:rPr>
              <a:t>9.a.a.6. Response from AIGP is sent to AI gateway and upon sanitisation, to orchestrator to resume processing</a:t>
            </a:r>
          </a:p>
        </p:txBody>
      </p:sp>
      <p:sp>
        <p:nvSpPr>
          <p:cNvPr id="1040" name="TextBox 1039">
            <a:extLst>
              <a:ext uri="{FF2B5EF4-FFF2-40B4-BE49-F238E27FC236}">
                <a16:creationId xmlns:a16="http://schemas.microsoft.com/office/drawing/2014/main" id="{CF08CCEA-AC46-7690-1765-824941E6A385}"/>
              </a:ext>
            </a:extLst>
          </p:cNvPr>
          <p:cNvSpPr txBox="1"/>
          <p:nvPr/>
        </p:nvSpPr>
        <p:spPr>
          <a:xfrm>
            <a:off x="6315746" y="1900666"/>
            <a:ext cx="1052156" cy="400110"/>
          </a:xfrm>
          <a:prstGeom prst="rect">
            <a:avLst/>
          </a:prstGeom>
          <a:noFill/>
        </p:spPr>
        <p:txBody>
          <a:bodyPr wrap="square" rtlCol="0">
            <a:spAutoFit/>
          </a:bodyPr>
          <a:lstStyle/>
          <a:p>
            <a:r>
              <a:rPr lang="en-SG" sz="500" noProof="0" dirty="0">
                <a:solidFill>
                  <a:schemeClr val="bg2">
                    <a:lumMod val="50000"/>
                  </a:schemeClr>
                </a:solidFill>
              </a:rPr>
              <a:t>9.a.a.6. Response from AIGP is sent to AI gateway and upon sanitisation, to orchestrator to resume processing</a:t>
            </a:r>
          </a:p>
        </p:txBody>
      </p:sp>
      <p:pic>
        <p:nvPicPr>
          <p:cNvPr id="33" name="Picture 2">
            <a:extLst>
              <a:ext uri="{FF2B5EF4-FFF2-40B4-BE49-F238E27FC236}">
                <a16:creationId xmlns:a16="http://schemas.microsoft.com/office/drawing/2014/main" id="{430D5A76-5DCC-60FF-6023-8F9E0CDEA2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7497" y="6245129"/>
            <a:ext cx="397501" cy="360000"/>
          </a:xfrm>
          <a:prstGeom prst="rect">
            <a:avLst/>
          </a:prstGeom>
          <a:noFill/>
          <a:extLst>
            <a:ext uri="{909E8E84-426E-40DD-AFC4-6F175D3DCCD1}">
              <a14:hiddenFill xmlns:a14="http://schemas.microsoft.com/office/drawing/2010/main">
                <a:solidFill>
                  <a:srgbClr val="FFFFFF"/>
                </a:solidFill>
              </a14:hiddenFill>
            </a:ext>
          </a:extLst>
        </p:spPr>
      </p:pic>
      <p:sp>
        <p:nvSpPr>
          <p:cNvPr id="57" name="Oval 56">
            <a:extLst>
              <a:ext uri="{FF2B5EF4-FFF2-40B4-BE49-F238E27FC236}">
                <a16:creationId xmlns:a16="http://schemas.microsoft.com/office/drawing/2014/main" id="{A0CC8D29-B891-9E80-6754-E7C16634168A}"/>
              </a:ext>
            </a:extLst>
          </p:cNvPr>
          <p:cNvSpPr/>
          <p:nvPr/>
        </p:nvSpPr>
        <p:spPr>
          <a:xfrm>
            <a:off x="6764757" y="525264"/>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0</a:t>
            </a:r>
          </a:p>
        </p:txBody>
      </p:sp>
      <p:sp>
        <p:nvSpPr>
          <p:cNvPr id="58" name="TextBox 57">
            <a:extLst>
              <a:ext uri="{FF2B5EF4-FFF2-40B4-BE49-F238E27FC236}">
                <a16:creationId xmlns:a16="http://schemas.microsoft.com/office/drawing/2014/main" id="{DAC3474C-B19A-5212-F5D2-19683E8C061C}"/>
              </a:ext>
            </a:extLst>
          </p:cNvPr>
          <p:cNvSpPr txBox="1"/>
          <p:nvPr/>
        </p:nvSpPr>
        <p:spPr>
          <a:xfrm>
            <a:off x="7006257" y="493587"/>
            <a:ext cx="1737976" cy="261610"/>
          </a:xfrm>
          <a:prstGeom prst="rect">
            <a:avLst/>
          </a:prstGeom>
          <a:noFill/>
        </p:spPr>
        <p:txBody>
          <a:bodyPr wrap="none" rtlCol="0">
            <a:spAutoFit/>
          </a:bodyPr>
          <a:lstStyle/>
          <a:p>
            <a:pPr algn="ctr"/>
            <a:r>
              <a:rPr lang="en-SG" sz="1100" noProof="0" dirty="0"/>
              <a:t>IRIN3 Access Assignment</a:t>
            </a:r>
          </a:p>
        </p:txBody>
      </p:sp>
      <p:sp>
        <p:nvSpPr>
          <p:cNvPr id="59" name="TextBox 58">
            <a:extLst>
              <a:ext uri="{FF2B5EF4-FFF2-40B4-BE49-F238E27FC236}">
                <a16:creationId xmlns:a16="http://schemas.microsoft.com/office/drawing/2014/main" id="{75416484-EA03-9EF4-D95D-344B24772D26}"/>
              </a:ext>
            </a:extLst>
          </p:cNvPr>
          <p:cNvSpPr txBox="1"/>
          <p:nvPr/>
        </p:nvSpPr>
        <p:spPr>
          <a:xfrm>
            <a:off x="7032276" y="701954"/>
            <a:ext cx="1679924" cy="461665"/>
          </a:xfrm>
          <a:prstGeom prst="rect">
            <a:avLst/>
          </a:prstGeom>
          <a:noFill/>
        </p:spPr>
        <p:txBody>
          <a:bodyPr wrap="square" rtlCol="0">
            <a:spAutoFit/>
          </a:bodyPr>
          <a:lstStyle/>
          <a:p>
            <a:r>
              <a:rPr lang="en-SG" sz="800" noProof="0" dirty="0">
                <a:solidFill>
                  <a:schemeClr val="bg2">
                    <a:lumMod val="50000"/>
                  </a:schemeClr>
                </a:solidFill>
              </a:rPr>
              <a:t>The agent’s access scope to IRIN3 will need to be governed by ForgeRock</a:t>
            </a:r>
          </a:p>
        </p:txBody>
      </p:sp>
      <p:cxnSp>
        <p:nvCxnSpPr>
          <p:cNvPr id="72" name="Straight Arrow Connector 71">
            <a:extLst>
              <a:ext uri="{FF2B5EF4-FFF2-40B4-BE49-F238E27FC236}">
                <a16:creationId xmlns:a16="http://schemas.microsoft.com/office/drawing/2014/main" id="{025DF2AC-97CA-AB3B-48D5-00C66EA16051}"/>
              </a:ext>
            </a:extLst>
          </p:cNvPr>
          <p:cNvCxnSpPr>
            <a:cxnSpLocks/>
            <a:stCxn id="122" idx="1"/>
            <a:endCxn id="101" idx="3"/>
          </p:cNvCxnSpPr>
          <p:nvPr/>
        </p:nvCxnSpPr>
        <p:spPr>
          <a:xfrm flipH="1">
            <a:off x="3575036" y="2513962"/>
            <a:ext cx="380987" cy="4897"/>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86" name="Rectangle 85">
            <a:extLst>
              <a:ext uri="{FF2B5EF4-FFF2-40B4-BE49-F238E27FC236}">
                <a16:creationId xmlns:a16="http://schemas.microsoft.com/office/drawing/2014/main" id="{FCFF7507-8B7F-147E-BE74-12B05572F6FB}"/>
              </a:ext>
            </a:extLst>
          </p:cNvPr>
          <p:cNvSpPr/>
          <p:nvPr/>
        </p:nvSpPr>
        <p:spPr>
          <a:xfrm>
            <a:off x="5354668" y="2228258"/>
            <a:ext cx="931977" cy="37705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87" name="TextBox 86">
            <a:extLst>
              <a:ext uri="{FF2B5EF4-FFF2-40B4-BE49-F238E27FC236}">
                <a16:creationId xmlns:a16="http://schemas.microsoft.com/office/drawing/2014/main" id="{9908629D-2E0A-5CC8-0C7E-EB9FC506E243}"/>
              </a:ext>
            </a:extLst>
          </p:cNvPr>
          <p:cNvSpPr txBox="1"/>
          <p:nvPr/>
        </p:nvSpPr>
        <p:spPr>
          <a:xfrm>
            <a:off x="5343037" y="2212123"/>
            <a:ext cx="972000" cy="400110"/>
          </a:xfrm>
          <a:prstGeom prst="rect">
            <a:avLst/>
          </a:prstGeom>
          <a:noFill/>
        </p:spPr>
        <p:txBody>
          <a:bodyPr wrap="square" rtlCol="0">
            <a:spAutoFit/>
          </a:bodyPr>
          <a:lstStyle/>
          <a:p>
            <a:pPr algn="ctr"/>
            <a:r>
              <a:rPr lang="en-SG" sz="1000" b="1" noProof="0" dirty="0"/>
              <a:t>Policy Registry</a:t>
            </a:r>
          </a:p>
        </p:txBody>
      </p:sp>
      <p:cxnSp>
        <p:nvCxnSpPr>
          <p:cNvPr id="92" name="Straight Arrow Connector 91">
            <a:extLst>
              <a:ext uri="{FF2B5EF4-FFF2-40B4-BE49-F238E27FC236}">
                <a16:creationId xmlns:a16="http://schemas.microsoft.com/office/drawing/2014/main" id="{0C1EE644-8109-B1FF-BB51-F08207873B0B}"/>
              </a:ext>
            </a:extLst>
          </p:cNvPr>
          <p:cNvCxnSpPr>
            <a:cxnSpLocks/>
            <a:endCxn id="87" idx="2"/>
          </p:cNvCxnSpPr>
          <p:nvPr/>
        </p:nvCxnSpPr>
        <p:spPr>
          <a:xfrm flipV="1">
            <a:off x="5393284" y="2612233"/>
            <a:ext cx="435753" cy="1045325"/>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95" name="TextBox 94">
            <a:extLst>
              <a:ext uri="{FF2B5EF4-FFF2-40B4-BE49-F238E27FC236}">
                <a16:creationId xmlns:a16="http://schemas.microsoft.com/office/drawing/2014/main" id="{48884EAC-CDD3-3DB6-45D4-172418DA96CD}"/>
              </a:ext>
            </a:extLst>
          </p:cNvPr>
          <p:cNvSpPr txBox="1"/>
          <p:nvPr/>
        </p:nvSpPr>
        <p:spPr>
          <a:xfrm>
            <a:off x="16389" y="6539502"/>
            <a:ext cx="4705678" cy="215444"/>
          </a:xfrm>
          <a:prstGeom prst="rect">
            <a:avLst/>
          </a:prstGeom>
          <a:noFill/>
        </p:spPr>
        <p:txBody>
          <a:bodyPr wrap="square">
            <a:spAutoFit/>
          </a:bodyPr>
          <a:lstStyle/>
          <a:p>
            <a:r>
              <a:rPr lang="en-SG" sz="800" noProof="0" dirty="0"/>
              <a:t>^Exact service to be used for state management will be proposed by Platform and Infra topic team</a:t>
            </a:r>
          </a:p>
        </p:txBody>
      </p:sp>
      <p:sp>
        <p:nvSpPr>
          <p:cNvPr id="45" name="TextBox 44">
            <a:extLst>
              <a:ext uri="{FF2B5EF4-FFF2-40B4-BE49-F238E27FC236}">
                <a16:creationId xmlns:a16="http://schemas.microsoft.com/office/drawing/2014/main" id="{0C715944-CE90-34F9-C131-3BE5019A0586}"/>
              </a:ext>
            </a:extLst>
          </p:cNvPr>
          <p:cNvSpPr txBox="1"/>
          <p:nvPr/>
        </p:nvSpPr>
        <p:spPr>
          <a:xfrm>
            <a:off x="937378" y="5194118"/>
            <a:ext cx="1443872" cy="276999"/>
          </a:xfrm>
          <a:prstGeom prst="rect">
            <a:avLst/>
          </a:prstGeom>
          <a:noFill/>
        </p:spPr>
        <p:txBody>
          <a:bodyPr wrap="square" rtlCol="0">
            <a:spAutoFit/>
          </a:bodyPr>
          <a:lstStyle/>
          <a:p>
            <a:r>
              <a:rPr lang="en-SG" sz="600" noProof="0" dirty="0">
                <a:solidFill>
                  <a:schemeClr val="bg2">
                    <a:lumMod val="50000"/>
                  </a:schemeClr>
                </a:solidFill>
              </a:rPr>
              <a:t>*SWEE federates to IRIN3 ForgeRock</a:t>
            </a:r>
          </a:p>
          <a:p>
            <a:r>
              <a:rPr lang="en-SG" sz="600" noProof="0" dirty="0">
                <a:solidFill>
                  <a:schemeClr val="bg2">
                    <a:lumMod val="50000"/>
                  </a:schemeClr>
                </a:solidFill>
              </a:rPr>
              <a:t>for user authorisation</a:t>
            </a:r>
          </a:p>
        </p:txBody>
      </p:sp>
    </p:spTree>
    <p:extLst>
      <p:ext uri="{BB962C8B-B14F-4D97-AF65-F5344CB8AC3E}">
        <p14:creationId xmlns:p14="http://schemas.microsoft.com/office/powerpoint/2010/main" val="21319558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FF0BCCA-9B33-89DC-5FC0-0D0EFF90E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0E9D4-620D-C6E0-7920-6E476D7CBC51}"/>
              </a:ext>
            </a:extLst>
          </p:cNvPr>
          <p:cNvSpPr>
            <a:spLocks noGrp="1"/>
          </p:cNvSpPr>
          <p:nvPr>
            <p:ph type="title"/>
          </p:nvPr>
        </p:nvSpPr>
        <p:spPr>
          <a:xfrm>
            <a:off x="667351" y="136525"/>
            <a:ext cx="10515600" cy="425507"/>
          </a:xfrm>
        </p:spPr>
        <p:txBody>
          <a:bodyPr>
            <a:normAutofit/>
          </a:bodyPr>
          <a:lstStyle/>
          <a:p>
            <a:r>
              <a:rPr lang="en-SG" sz="2000" noProof="0" dirty="0"/>
              <a:t>Step 3: Agent Identification – Annex </a:t>
            </a:r>
          </a:p>
        </p:txBody>
      </p:sp>
      <p:sp>
        <p:nvSpPr>
          <p:cNvPr id="4" name="Slide Number Placeholder 3">
            <a:extLst>
              <a:ext uri="{FF2B5EF4-FFF2-40B4-BE49-F238E27FC236}">
                <a16:creationId xmlns:a16="http://schemas.microsoft.com/office/drawing/2014/main" id="{128CE87F-0480-A038-2EB7-FBAF2F54C60F}"/>
              </a:ext>
            </a:extLst>
          </p:cNvPr>
          <p:cNvSpPr>
            <a:spLocks noGrp="1"/>
          </p:cNvSpPr>
          <p:nvPr>
            <p:ph type="sldNum" sz="quarter" idx="12"/>
          </p:nvPr>
        </p:nvSpPr>
        <p:spPr/>
        <p:txBody>
          <a:bodyPr/>
          <a:lstStyle/>
          <a:p>
            <a:fld id="{5DF5AE18-F94A-B54C-9347-4CAFB5D76058}" type="slidenum">
              <a:rPr lang="en-SG" noProof="0" smtClean="0"/>
              <a:pPr/>
              <a:t>43</a:t>
            </a:fld>
            <a:endParaRPr lang="en-SG" noProof="0" dirty="0"/>
          </a:p>
        </p:txBody>
      </p:sp>
      <p:sp>
        <p:nvSpPr>
          <p:cNvPr id="6" name="Title 1">
            <a:extLst>
              <a:ext uri="{FF2B5EF4-FFF2-40B4-BE49-F238E27FC236}">
                <a16:creationId xmlns:a16="http://schemas.microsoft.com/office/drawing/2014/main" id="{66D38FAA-7DAB-AA5F-3C97-81D9521A39EC}"/>
              </a:ext>
            </a:extLst>
          </p:cNvPr>
          <p:cNvSpPr txBox="1">
            <a:spLocks/>
          </p:cNvSpPr>
          <p:nvPr/>
        </p:nvSpPr>
        <p:spPr>
          <a:xfrm>
            <a:off x="667351" y="562032"/>
            <a:ext cx="10515600"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Borrowable patterns from OpenA2A AIM</a:t>
            </a:r>
          </a:p>
        </p:txBody>
      </p:sp>
      <p:graphicFrame>
        <p:nvGraphicFramePr>
          <p:cNvPr id="7" name="Table 6">
            <a:extLst>
              <a:ext uri="{FF2B5EF4-FFF2-40B4-BE49-F238E27FC236}">
                <a16:creationId xmlns:a16="http://schemas.microsoft.com/office/drawing/2014/main" id="{3D70D69D-1B6C-7C69-3B70-E7AF6035802E}"/>
              </a:ext>
            </a:extLst>
          </p:cNvPr>
          <p:cNvGraphicFramePr>
            <a:graphicFrameLocks noGrp="1"/>
          </p:cNvGraphicFramePr>
          <p:nvPr>
            <p:extLst>
              <p:ext uri="{D42A27DB-BD31-4B8C-83A1-F6EECF244321}">
                <p14:modId xmlns:p14="http://schemas.microsoft.com/office/powerpoint/2010/main" val="3651817074"/>
              </p:ext>
            </p:extLst>
          </p:nvPr>
        </p:nvGraphicFramePr>
        <p:xfrm>
          <a:off x="609599" y="1116532"/>
          <a:ext cx="11181348" cy="5210869"/>
        </p:xfrm>
        <a:graphic>
          <a:graphicData uri="http://schemas.openxmlformats.org/drawingml/2006/table">
            <a:tbl>
              <a:tblPr firstRow="1" bandRow="1">
                <a:tableStyleId>{7E9639D4-E3E2-4D34-9284-5A2195B3D0D7}</a:tableStyleId>
              </a:tblPr>
              <a:tblGrid>
                <a:gridCol w="2576363">
                  <a:extLst>
                    <a:ext uri="{9D8B030D-6E8A-4147-A177-3AD203B41FA5}">
                      <a16:colId xmlns:a16="http://schemas.microsoft.com/office/drawing/2014/main" val="4023126614"/>
                    </a:ext>
                  </a:extLst>
                </a:gridCol>
                <a:gridCol w="8604985">
                  <a:extLst>
                    <a:ext uri="{9D8B030D-6E8A-4147-A177-3AD203B41FA5}">
                      <a16:colId xmlns:a16="http://schemas.microsoft.com/office/drawing/2014/main" val="3109461255"/>
                    </a:ext>
                  </a:extLst>
                </a:gridCol>
              </a:tblGrid>
              <a:tr h="385012">
                <a:tc>
                  <a:txBody>
                    <a:bodyPr/>
                    <a:lstStyle/>
                    <a:p>
                      <a:r>
                        <a:rPr lang="en-SG" sz="1100" noProof="0" dirty="0"/>
                        <a:t>Security Capability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0">
                <a:tc>
                  <a:txBody>
                    <a:bodyPr/>
                    <a:lstStyle/>
                    <a:p>
                      <a:r>
                        <a:rPr lang="en-SG" sz="1100" noProof="0" dirty="0"/>
                        <a:t>Per-operation FGA (5-gate pipeline)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t>Runs every authorization request through 5 sequential gates. First denial stops the chain and returns which gate blocked it.</a:t>
                      </a:r>
                    </a:p>
                    <a:p>
                      <a:pPr marL="171450" indent="-171450">
                        <a:buFont typeface="Arial" panose="020B0604020202020204" pitchFamily="34" charset="0"/>
                        <a:buChar char="•"/>
                      </a:pPr>
                      <a:r>
                        <a:rPr lang="en-SG" sz="1100" noProof="0" dirty="0" err="1"/>
                        <a:t>capability_check</a:t>
                      </a:r>
                      <a:r>
                        <a:rPr lang="en-SG" sz="1100" noProof="0" dirty="0"/>
                        <a:t> → </a:t>
                      </a:r>
                      <a:r>
                        <a:rPr lang="en-SG" sz="1100" noProof="0" dirty="0" err="1"/>
                        <a:t>attribute_check</a:t>
                      </a:r>
                      <a:r>
                        <a:rPr lang="en-SG" sz="1100" noProof="0" dirty="0"/>
                        <a:t> → </a:t>
                      </a:r>
                      <a:r>
                        <a:rPr lang="en-SG" sz="1100" noProof="0" dirty="0" err="1"/>
                        <a:t>context_check</a:t>
                      </a:r>
                      <a:r>
                        <a:rPr lang="en-SG" sz="1100" noProof="0" dirty="0"/>
                        <a:t> → </a:t>
                      </a:r>
                      <a:r>
                        <a:rPr lang="en-SG" sz="1100" noProof="0" dirty="0" err="1"/>
                        <a:t>chain_check</a:t>
                      </a:r>
                      <a:r>
                        <a:rPr lang="en-SG" sz="1100" noProof="0" dirty="0"/>
                        <a:t> → </a:t>
                      </a:r>
                      <a:r>
                        <a:rPr lang="en-SG" sz="1100" noProof="0" dirty="0" err="1"/>
                        <a:t>intent_check</a:t>
                      </a:r>
                      <a:endParaRPr lang="en-SG" sz="11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2798937">
                <a:tc>
                  <a:txBody>
                    <a:bodyPr/>
                    <a:lstStyle/>
                    <a:p>
                      <a:r>
                        <a:rPr lang="en-SG" sz="1100" noProof="0" dirty="0" err="1"/>
                        <a:t>Behavioral</a:t>
                      </a:r>
                      <a:r>
                        <a:rPr lang="en-SG" sz="1100" noProof="0" dirty="0"/>
                        <a:t> trust score (9 factors)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Computes a 0.0–1.0 trust score from 8 </a:t>
                      </a:r>
                      <a:r>
                        <a:rPr lang="en-SG" sz="1100" noProof="0" dirty="0" err="1"/>
                        <a:t>behavioral</a:t>
                      </a:r>
                      <a:r>
                        <a:rPr lang="en-SG" sz="1100" noProof="0" dirty="0"/>
                        <a:t> factors with fixed weights:</a:t>
                      </a:r>
                    </a:p>
                    <a:p>
                      <a:endParaRPr lang="en-SG" sz="11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938188">
                <a:tc>
                  <a:txBody>
                    <a:bodyPr/>
                    <a:lstStyle/>
                    <a:p>
                      <a:r>
                        <a:rPr lang="en-SG" sz="1100" noProof="0" dirty="0"/>
                        <a:t>Tamper-evident hash-chain audit log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Wraps a JSONL file where each event includes:</a:t>
                      </a:r>
                    </a:p>
                    <a:p>
                      <a:pPr marL="171450" indent="-171450">
                        <a:buFont typeface="Arial" panose="020B0604020202020204" pitchFamily="34" charset="0"/>
                        <a:buChar char="•"/>
                      </a:pPr>
                      <a:r>
                        <a:rPr lang="en-SG" sz="1100" noProof="0" dirty="0" err="1"/>
                        <a:t>event_hash</a:t>
                      </a:r>
                      <a:r>
                        <a:rPr lang="en-SG" sz="1100" noProof="0" dirty="0"/>
                        <a:t> = SHA256(action + target + result + timestamp + </a:t>
                      </a:r>
                      <a:r>
                        <a:rPr lang="en-SG" sz="1100" noProof="0" dirty="0" err="1"/>
                        <a:t>agent_id</a:t>
                      </a:r>
                      <a:r>
                        <a:rPr lang="en-SG" sz="1100" noProof="0" dirty="0"/>
                        <a:t>)</a:t>
                      </a:r>
                    </a:p>
                    <a:p>
                      <a:pPr marL="171450" indent="-171450">
                        <a:buFont typeface="Arial" panose="020B0604020202020204" pitchFamily="34" charset="0"/>
                        <a:buChar char="•"/>
                      </a:pPr>
                      <a:r>
                        <a:rPr lang="en-SG" sz="1100" noProof="0" dirty="0" err="1"/>
                        <a:t>chain_hash</a:t>
                      </a:r>
                      <a:r>
                        <a:rPr lang="en-SG" sz="1100" noProof="0" dirty="0"/>
                        <a:t> = SHA256(</a:t>
                      </a:r>
                      <a:r>
                        <a:rPr lang="en-SG" sz="1100" noProof="0" dirty="0" err="1"/>
                        <a:t>event_hash</a:t>
                      </a:r>
                      <a:r>
                        <a:rPr lang="en-SG" sz="1100" noProof="0" dirty="0"/>
                        <a:t> + </a:t>
                      </a:r>
                      <a:r>
                        <a:rPr lang="en-SG" sz="1100" noProof="0" dirty="0" err="1"/>
                        <a:t>previous_chain_hash</a:t>
                      </a:r>
                      <a:r>
                        <a:rPr lang="en-SG" sz="1100" noProof="0" dirty="0"/>
                        <a:t>)</a:t>
                      </a:r>
                    </a:p>
                    <a:p>
                      <a:r>
                        <a:rPr lang="en-SG" sz="1100" noProof="0" dirty="0"/>
                        <a:t>Because each hash covers the previous one, modifying any past record cascades into a broken chain from that point forward. The log file can be handed to an auditor and verified independently with no external system.</a:t>
                      </a:r>
                    </a:p>
                    <a:p>
                      <a:endParaRPr lang="en-SG" sz="1100" noProof="0" dirty="0"/>
                    </a:p>
                    <a:p>
                      <a:r>
                        <a:rPr lang="en-SG" sz="1100" noProof="0" dirty="0"/>
                        <a:t>Why it matters: Azure Monitor and Entra audit logs are trustworthy at the platform level (Microsoft controls tamper-proofing). But the application-layer logs — what tool the agent called, what data it read, what decision it made — are flat files. Anyone with write access can alter them silently. This pattern makes that impossible to hide.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033091"/>
                  </a:ext>
                </a:extLst>
              </a:tr>
            </a:tbl>
          </a:graphicData>
        </a:graphic>
      </p:graphicFrame>
      <p:graphicFrame>
        <p:nvGraphicFramePr>
          <p:cNvPr id="5" name="Table 4">
            <a:extLst>
              <a:ext uri="{FF2B5EF4-FFF2-40B4-BE49-F238E27FC236}">
                <a16:creationId xmlns:a16="http://schemas.microsoft.com/office/drawing/2014/main" id="{8F1322A0-1D4E-EE04-7064-84528A8D5C81}"/>
              </a:ext>
            </a:extLst>
          </p:cNvPr>
          <p:cNvGraphicFramePr>
            <a:graphicFrameLocks noGrp="1"/>
          </p:cNvGraphicFramePr>
          <p:nvPr>
            <p:extLst>
              <p:ext uri="{D42A27DB-BD31-4B8C-83A1-F6EECF244321}">
                <p14:modId xmlns:p14="http://schemas.microsoft.com/office/powerpoint/2010/main" val="1150697714"/>
              </p:ext>
            </p:extLst>
          </p:nvPr>
        </p:nvGraphicFramePr>
        <p:xfrm>
          <a:off x="3292710" y="2172844"/>
          <a:ext cx="6408001" cy="2436232"/>
        </p:xfrm>
        <a:graphic>
          <a:graphicData uri="http://schemas.openxmlformats.org/drawingml/2006/table">
            <a:tbl>
              <a:tblPr firstRow="1" bandRow="1">
                <a:tableStyleId>{7E9639D4-E3E2-4D34-9284-5A2195B3D0D7}</a:tableStyleId>
              </a:tblPr>
              <a:tblGrid>
                <a:gridCol w="1989215">
                  <a:extLst>
                    <a:ext uri="{9D8B030D-6E8A-4147-A177-3AD203B41FA5}">
                      <a16:colId xmlns:a16="http://schemas.microsoft.com/office/drawing/2014/main" val="4023126614"/>
                    </a:ext>
                  </a:extLst>
                </a:gridCol>
                <a:gridCol w="1468537">
                  <a:extLst>
                    <a:ext uri="{9D8B030D-6E8A-4147-A177-3AD203B41FA5}">
                      <a16:colId xmlns:a16="http://schemas.microsoft.com/office/drawing/2014/main" val="3109461255"/>
                    </a:ext>
                  </a:extLst>
                </a:gridCol>
                <a:gridCol w="2950249">
                  <a:extLst>
                    <a:ext uri="{9D8B030D-6E8A-4147-A177-3AD203B41FA5}">
                      <a16:colId xmlns:a16="http://schemas.microsoft.com/office/drawing/2014/main" val="3687399494"/>
                    </a:ext>
                  </a:extLst>
                </a:gridCol>
              </a:tblGrid>
              <a:tr h="301028">
                <a:tc>
                  <a:txBody>
                    <a:bodyPr/>
                    <a:lstStyle/>
                    <a:p>
                      <a:r>
                        <a:rPr lang="en-SG" sz="1100" noProof="0" dirty="0"/>
                        <a:t>Factor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250257">
                <a:tc>
                  <a:txBody>
                    <a:bodyPr/>
                    <a:lstStyle/>
                    <a:p>
                      <a:r>
                        <a:rPr lang="en-SG" sz="1100" noProof="0" dirty="0"/>
                        <a:t>verification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100" noProof="0" dirty="0"/>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100" noProof="0" dirty="0"/>
                        <a:t>Is the agent registered and confirmed?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289557">
                <a:tc>
                  <a:txBody>
                    <a:bodyPr/>
                    <a:lstStyle/>
                    <a:p>
                      <a:r>
                        <a:rPr lang="en-SG" sz="1100" noProof="0" dirty="0"/>
                        <a:t>uptime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Availability track record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288761">
                <a:tc>
                  <a:txBody>
                    <a:bodyPr/>
                    <a:lstStyle/>
                    <a:p>
                      <a:r>
                        <a:rPr lang="en-SG" sz="1100" noProof="0" dirty="0" err="1"/>
                        <a:t>action_success</a:t>
                      </a:r>
                      <a:endParaRPr lang="en-SG" sz="11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Ratio of successful to total actions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033091"/>
                  </a:ext>
                </a:extLst>
              </a:tr>
              <a:tr h="240631">
                <a:tc>
                  <a:txBody>
                    <a:bodyPr/>
                    <a:lstStyle/>
                    <a:p>
                      <a:r>
                        <a:rPr lang="en-SG" sz="1100" noProof="0" dirty="0" err="1"/>
                        <a:t>security_alerts</a:t>
                      </a:r>
                      <a:r>
                        <a:rPr lang="en-SG" sz="1100" noProof="0"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Inverse of security incident count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270726"/>
                  </a:ext>
                </a:extLst>
              </a:tr>
              <a:tr h="260684">
                <a:tc>
                  <a:txBody>
                    <a:bodyPr/>
                    <a:lstStyle/>
                    <a:p>
                      <a:r>
                        <a:rPr lang="en-SG" sz="1100" noProof="0" dirty="0"/>
                        <a:t>compliance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Policy-compliant action ratio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0307798"/>
                  </a:ext>
                </a:extLst>
              </a:tr>
              <a:tr h="259882">
                <a:tc>
                  <a:txBody>
                    <a:bodyPr/>
                    <a:lstStyle/>
                    <a:p>
                      <a:r>
                        <a:rPr lang="en-SG" sz="1100" noProof="0" dirty="0"/>
                        <a: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min(</a:t>
                      </a:r>
                      <a:r>
                        <a:rPr lang="en-SG" sz="1100" noProof="0" dirty="0" err="1"/>
                        <a:t>days_old</a:t>
                      </a:r>
                      <a:r>
                        <a:rPr lang="en-SG" sz="1100" noProof="0" dirty="0"/>
                        <a:t> / 30, 1.0) — saturates at 30 days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978515"/>
                  </a:ext>
                </a:extLst>
              </a:tr>
              <a:tr h="250257">
                <a:tc>
                  <a:txBody>
                    <a:bodyPr/>
                    <a:lstStyle/>
                    <a:p>
                      <a:r>
                        <a:rPr lang="en-SG" sz="1100" noProof="0" dirty="0"/>
                        <a:t>drift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Absence of behavioural drift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9868754"/>
                  </a:ext>
                </a:extLst>
              </a:tr>
              <a:tr h="251059">
                <a:tc>
                  <a:txBody>
                    <a:bodyPr/>
                    <a:lstStyle/>
                    <a:p>
                      <a:r>
                        <a:rPr lang="en-SG" sz="1100" noProof="0" dirty="0" err="1"/>
                        <a:t>user_feedback</a:t>
                      </a:r>
                      <a:endParaRPr lang="en-SG" sz="1100"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Normalised user rating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3294204"/>
                  </a:ext>
                </a:extLst>
              </a:tr>
            </a:tbl>
          </a:graphicData>
        </a:graphic>
      </p:graphicFrame>
      <p:sp>
        <p:nvSpPr>
          <p:cNvPr id="11" name="TextBox 10">
            <a:extLst>
              <a:ext uri="{FF2B5EF4-FFF2-40B4-BE49-F238E27FC236}">
                <a16:creationId xmlns:a16="http://schemas.microsoft.com/office/drawing/2014/main" id="{51BCDC33-E0D3-0AAD-4DD1-D3F00E732382}"/>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tx2">
                    <a:lumMod val="75000"/>
                    <a:lumOff val="25000"/>
                  </a:schemeClr>
                </a:solidFill>
                <a:effectLst/>
              </a:rPr>
              <a:t>Everyone agrees?</a:t>
            </a:r>
          </a:p>
        </p:txBody>
      </p:sp>
      <p:sp>
        <p:nvSpPr>
          <p:cNvPr id="12" name="Rectangle 11">
            <a:extLst>
              <a:ext uri="{FF2B5EF4-FFF2-40B4-BE49-F238E27FC236}">
                <a16:creationId xmlns:a16="http://schemas.microsoft.com/office/drawing/2014/main" id="{6279FB0D-A491-9274-AA57-C837DE439E7C}"/>
              </a:ext>
            </a:extLst>
          </p:cNvPr>
          <p:cNvSpPr/>
          <p:nvPr/>
        </p:nvSpPr>
        <p:spPr>
          <a:xfrm>
            <a:off x="10721672" y="189306"/>
            <a:ext cx="252000" cy="252000"/>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6142671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AB9A83-78DB-E9CC-C593-C7A43F6A8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C0C29-83CA-0C6F-0E7D-97C989BE9DC7}"/>
              </a:ext>
            </a:extLst>
          </p:cNvPr>
          <p:cNvSpPr>
            <a:spLocks noGrp="1"/>
          </p:cNvSpPr>
          <p:nvPr>
            <p:ph type="title"/>
          </p:nvPr>
        </p:nvSpPr>
        <p:spPr>
          <a:xfrm>
            <a:off x="667351" y="136525"/>
            <a:ext cx="10515600" cy="425507"/>
          </a:xfrm>
        </p:spPr>
        <p:txBody>
          <a:bodyPr>
            <a:normAutofit/>
          </a:bodyPr>
          <a:lstStyle/>
          <a:p>
            <a:r>
              <a:rPr lang="en-SG" sz="2000" noProof="0" dirty="0"/>
              <a:t>Step 3: Agent Identification – Annex</a:t>
            </a:r>
          </a:p>
        </p:txBody>
      </p:sp>
      <p:sp>
        <p:nvSpPr>
          <p:cNvPr id="4" name="Slide Number Placeholder 3">
            <a:extLst>
              <a:ext uri="{FF2B5EF4-FFF2-40B4-BE49-F238E27FC236}">
                <a16:creationId xmlns:a16="http://schemas.microsoft.com/office/drawing/2014/main" id="{9D9A15AE-0FC5-E8D1-B799-802467418E7E}"/>
              </a:ext>
            </a:extLst>
          </p:cNvPr>
          <p:cNvSpPr>
            <a:spLocks noGrp="1"/>
          </p:cNvSpPr>
          <p:nvPr>
            <p:ph type="sldNum" sz="quarter" idx="12"/>
          </p:nvPr>
        </p:nvSpPr>
        <p:spPr/>
        <p:txBody>
          <a:bodyPr/>
          <a:lstStyle/>
          <a:p>
            <a:fld id="{5DF5AE18-F94A-B54C-9347-4CAFB5D76058}" type="slidenum">
              <a:rPr lang="en-SG" noProof="0" smtClean="0"/>
              <a:pPr/>
              <a:t>44</a:t>
            </a:fld>
            <a:endParaRPr lang="en-SG" noProof="0" dirty="0"/>
          </a:p>
        </p:txBody>
      </p:sp>
      <p:sp>
        <p:nvSpPr>
          <p:cNvPr id="6" name="Title 1">
            <a:extLst>
              <a:ext uri="{FF2B5EF4-FFF2-40B4-BE49-F238E27FC236}">
                <a16:creationId xmlns:a16="http://schemas.microsoft.com/office/drawing/2014/main" id="{238ABC1C-D1EC-C160-2AFE-C8E818C19303}"/>
              </a:ext>
            </a:extLst>
          </p:cNvPr>
          <p:cNvSpPr txBox="1">
            <a:spLocks/>
          </p:cNvSpPr>
          <p:nvPr/>
        </p:nvSpPr>
        <p:spPr>
          <a:xfrm>
            <a:off x="667351" y="562032"/>
            <a:ext cx="10515600" cy="42550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800" noProof="0" dirty="0"/>
              <a:t>Framework for Evaluating When to Swap to Entra</a:t>
            </a:r>
          </a:p>
        </p:txBody>
      </p:sp>
      <p:graphicFrame>
        <p:nvGraphicFramePr>
          <p:cNvPr id="7" name="Table 6">
            <a:extLst>
              <a:ext uri="{FF2B5EF4-FFF2-40B4-BE49-F238E27FC236}">
                <a16:creationId xmlns:a16="http://schemas.microsoft.com/office/drawing/2014/main" id="{9122BE71-9A0D-FC5C-DAC8-D84C177F99E4}"/>
              </a:ext>
            </a:extLst>
          </p:cNvPr>
          <p:cNvGraphicFramePr>
            <a:graphicFrameLocks noGrp="1"/>
          </p:cNvGraphicFramePr>
          <p:nvPr>
            <p:extLst>
              <p:ext uri="{D42A27DB-BD31-4B8C-83A1-F6EECF244321}">
                <p14:modId xmlns:p14="http://schemas.microsoft.com/office/powerpoint/2010/main" val="1818372524"/>
              </p:ext>
            </p:extLst>
          </p:nvPr>
        </p:nvGraphicFramePr>
        <p:xfrm>
          <a:off x="609599" y="1232033"/>
          <a:ext cx="10767461" cy="4706752"/>
        </p:xfrm>
        <a:graphic>
          <a:graphicData uri="http://schemas.openxmlformats.org/drawingml/2006/table">
            <a:tbl>
              <a:tblPr firstRow="1" bandRow="1">
                <a:tableStyleId>{7E9639D4-E3E2-4D34-9284-5A2195B3D0D7}</a:tableStyleId>
              </a:tblPr>
              <a:tblGrid>
                <a:gridCol w="3318841">
                  <a:extLst>
                    <a:ext uri="{9D8B030D-6E8A-4147-A177-3AD203B41FA5}">
                      <a16:colId xmlns:a16="http://schemas.microsoft.com/office/drawing/2014/main" val="4023126614"/>
                    </a:ext>
                  </a:extLst>
                </a:gridCol>
                <a:gridCol w="4610336">
                  <a:extLst>
                    <a:ext uri="{9D8B030D-6E8A-4147-A177-3AD203B41FA5}">
                      <a16:colId xmlns:a16="http://schemas.microsoft.com/office/drawing/2014/main" val="3109461255"/>
                    </a:ext>
                  </a:extLst>
                </a:gridCol>
                <a:gridCol w="2838284">
                  <a:extLst>
                    <a:ext uri="{9D8B030D-6E8A-4147-A177-3AD203B41FA5}">
                      <a16:colId xmlns:a16="http://schemas.microsoft.com/office/drawing/2014/main" val="342121196"/>
                    </a:ext>
                  </a:extLst>
                </a:gridCol>
              </a:tblGrid>
              <a:tr h="275673">
                <a:tc>
                  <a:txBody>
                    <a:bodyPr/>
                    <a:lstStyle/>
                    <a:p>
                      <a:r>
                        <a:rPr lang="en-SG" sz="1100" noProof="0" dirty="0"/>
                        <a:t>Criterion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Threshold to Consider Switching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tc>
                  <a:txBody>
                    <a:bodyPr/>
                    <a:lstStyle/>
                    <a:p>
                      <a:r>
                        <a:rPr lang="en-SG" sz="1100" noProof="0" dirty="0"/>
                        <a:t>How to Measure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75000"/>
                        <a:lumOff val="25000"/>
                      </a:schemeClr>
                    </a:solidFill>
                  </a:tcPr>
                </a:tc>
                <a:extLst>
                  <a:ext uri="{0D108BD9-81ED-4DB2-BD59-A6C34878D82A}">
                    <a16:rowId xmlns:a16="http://schemas.microsoft.com/office/drawing/2014/main" val="1178139898"/>
                  </a:ext>
                </a:extLst>
              </a:tr>
              <a:tr h="810804">
                <a:tc>
                  <a:txBody>
                    <a:bodyPr/>
                    <a:lstStyle/>
                    <a:p>
                      <a:r>
                        <a:rPr lang="en-SG" sz="1100" noProof="0" dirty="0"/>
                        <a:t>GA availability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SG" sz="1100" noProof="0" dirty="0"/>
                        <a:t>Entra Agent ID exits preview; </a:t>
                      </a:r>
                      <a:r>
                        <a:rPr lang="en-SG" sz="1100" noProof="0" dirty="0" err="1"/>
                        <a:t>agentIdentities</a:t>
                      </a:r>
                      <a:r>
                        <a:rPr lang="en-SG" sz="1100" noProof="0" dirty="0"/>
                        <a:t> Graph API is stable and available without Frontier</a:t>
                      </a:r>
                    </a:p>
                    <a:p>
                      <a:pPr marL="171450" indent="-171450">
                        <a:buFont typeface="Arial" panose="020B0604020202020204" pitchFamily="34" charset="0"/>
                        <a:buChar char="•"/>
                      </a:pPr>
                      <a:r>
                        <a:rPr lang="en-SG" sz="1100" noProof="0" dirty="0"/>
                        <a:t>Entra Agent ID is made generally available in Azure GCC 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SG" sz="1100" noProof="0" dirty="0"/>
                        <a:t>Microsoft announcement</a:t>
                      </a:r>
                    </a:p>
                    <a:p>
                      <a:pPr marL="285750" indent="-285750">
                        <a:buFont typeface="Arial" panose="020B0604020202020204" pitchFamily="34" charset="0"/>
                        <a:buChar char="•"/>
                      </a:pPr>
                      <a:r>
                        <a:rPr lang="en-SG" sz="1100" noProof="0" dirty="0" err="1"/>
                        <a:t>GovTech</a:t>
                      </a:r>
                      <a:r>
                        <a:rPr lang="en-SG" sz="1100" noProof="0" dirty="0"/>
                        <a:t> announcement</a:t>
                      </a:r>
                    </a:p>
                    <a:p>
                      <a:pPr marL="285750" indent="-285750">
                        <a:buFont typeface="Arial" panose="020B0604020202020204" pitchFamily="34" charset="0"/>
                        <a:buChar char="•"/>
                      </a:pPr>
                      <a:r>
                        <a:rPr lang="en-SG" sz="1100" noProof="0" dirty="0"/>
                        <a:t>Test calling  /v1.0/</a:t>
                      </a:r>
                      <a:r>
                        <a:rPr lang="en-SG" sz="1100" noProof="0" dirty="0" err="1"/>
                        <a:t>agentIdentities</a:t>
                      </a:r>
                      <a:r>
                        <a:rPr lang="en-SG" sz="1100" noProof="0" dirty="0"/>
                        <a:t> endpoint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1354586">
                <a:tc>
                  <a:txBody>
                    <a:bodyPr/>
                    <a:lstStyle/>
                    <a:p>
                      <a:r>
                        <a:rPr lang="en-SG" sz="1100" noProof="0" dirty="0"/>
                        <a:t>License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M365 Copilot per-agent licensing cost &lt; total WSO2 subscription + ops overhead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SG" sz="1100" noProof="0" dirty="0"/>
                        <a:t>Cost comparison including infra, ops, support (can be projected)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454050">
                <a:tc>
                  <a:txBody>
                    <a:bodyPr/>
                    <a:lstStyle/>
                    <a:p>
                      <a:r>
                        <a:rPr lang="en-SG" sz="1100" noProof="0" dirty="0"/>
                        <a:t>M365 dependency (Entra Agent Id integrates better)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&gt;50% of agent tool calls target Microsoft Graph / M365 APIs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Telemetry from agents' outbound API call distribution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033091"/>
                  </a:ext>
                </a:extLst>
              </a:tr>
              <a:tr h="636492">
                <a:tc>
                  <a:txBody>
                    <a:bodyPr/>
                    <a:lstStyle/>
                    <a:p>
                      <a:r>
                        <a:rPr lang="en-SG" sz="1100" noProof="0" dirty="0"/>
                        <a:t>Fleet scale (Possible to implement custom logic to revoke with WSO2 too. Through SCIM)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&gt;500 agent instances of the same type, where blueprint-level revocation has real operational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Agent instance count in registry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3651365"/>
                  </a:ext>
                </a:extLst>
              </a:tr>
              <a:tr h="542720">
                <a:tc>
                  <a:txBody>
                    <a:bodyPr/>
                    <a:lstStyle/>
                    <a:p>
                      <a:r>
                        <a:rPr lang="en-SG" sz="1100" noProof="0" dirty="0" err="1"/>
                        <a:t>act.sub</a:t>
                      </a:r>
                      <a:r>
                        <a:rPr lang="en-SG" sz="1100" noProof="0" dirty="0"/>
                        <a:t>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Auditable user-delegated flows is required AND WSO2's Ballerina extension is too fragile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Audit query failure rate; support burden of custom claim transformer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061066"/>
                  </a:ext>
                </a:extLst>
              </a:tr>
              <a:tr h="632427">
                <a:tc>
                  <a:txBody>
                    <a:bodyPr/>
                    <a:lstStyle/>
                    <a:p>
                      <a:r>
                        <a:rPr lang="en-SG" sz="1100" noProof="0" dirty="0"/>
                        <a:t>Security compliance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An audit requires </a:t>
                      </a:r>
                      <a:r>
                        <a:rPr lang="en-SG" sz="1100" noProof="0" dirty="0" err="1"/>
                        <a:t>oid</a:t>
                      </a:r>
                      <a:r>
                        <a:rPr lang="en-SG" sz="1100" noProof="0" dirty="0"/>
                        <a:t>==</a:t>
                      </a:r>
                      <a:r>
                        <a:rPr lang="en-SG" sz="1100" noProof="0" dirty="0" err="1"/>
                        <a:t>appId</a:t>
                      </a:r>
                      <a:r>
                        <a:rPr lang="en-SG" sz="1100" noProof="0" dirty="0"/>
                        <a:t> or </a:t>
                      </a:r>
                      <a:r>
                        <a:rPr lang="en-SG" sz="1100" noProof="0" dirty="0" err="1"/>
                        <a:t>fmi_path</a:t>
                      </a:r>
                      <a:r>
                        <a:rPr lang="en-SG" sz="1100" noProof="0" dirty="0"/>
                        <a:t> as proof of agent identity (not just </a:t>
                      </a:r>
                      <a:r>
                        <a:rPr lang="en-SG" sz="1100" noProof="0" dirty="0" err="1"/>
                        <a:t>aut</a:t>
                      </a:r>
                      <a:r>
                        <a:rPr lang="en-SG" sz="1100" noProof="0" dirty="0"/>
                        <a:t>: APPLICATION)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sz="1100" noProof="0" dirty="0"/>
                        <a:t>Compliance questionnaire or regulator requirement by internal or external security authority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1194072"/>
                  </a:ext>
                </a:extLst>
              </a:tr>
            </a:tbl>
          </a:graphicData>
        </a:graphic>
      </p:graphicFrame>
      <p:sp>
        <p:nvSpPr>
          <p:cNvPr id="9" name="TextBox 8">
            <a:extLst>
              <a:ext uri="{FF2B5EF4-FFF2-40B4-BE49-F238E27FC236}">
                <a16:creationId xmlns:a16="http://schemas.microsoft.com/office/drawing/2014/main" id="{D6F7CEF0-8228-FBF5-27EE-D6FA97F77F68}"/>
              </a:ext>
            </a:extLst>
          </p:cNvPr>
          <p:cNvSpPr txBox="1"/>
          <p:nvPr/>
        </p:nvSpPr>
        <p:spPr>
          <a:xfrm>
            <a:off x="609599" y="6052505"/>
            <a:ext cx="10667197" cy="276999"/>
          </a:xfrm>
          <a:prstGeom prst="rect">
            <a:avLst/>
          </a:prstGeom>
          <a:noFill/>
        </p:spPr>
        <p:txBody>
          <a:bodyPr wrap="square">
            <a:spAutoFit/>
          </a:bodyPr>
          <a:lstStyle/>
          <a:p>
            <a:r>
              <a:rPr lang="en-SG" sz="1200" noProof="0" dirty="0"/>
              <a:t>Minimum bar to switch: GA availability + license cost acceptable + at least two other thresholds met.</a:t>
            </a:r>
          </a:p>
        </p:txBody>
      </p:sp>
      <p:sp>
        <p:nvSpPr>
          <p:cNvPr id="3" name="TextBox 2">
            <a:extLst>
              <a:ext uri="{FF2B5EF4-FFF2-40B4-BE49-F238E27FC236}">
                <a16:creationId xmlns:a16="http://schemas.microsoft.com/office/drawing/2014/main" id="{C944B739-8751-0377-FCC5-0D0B0C016199}"/>
              </a:ext>
            </a:extLst>
          </p:cNvPr>
          <p:cNvSpPr txBox="1"/>
          <p:nvPr/>
        </p:nvSpPr>
        <p:spPr>
          <a:xfrm>
            <a:off x="9079833" y="163649"/>
            <a:ext cx="1690839" cy="307777"/>
          </a:xfrm>
          <a:prstGeom prst="rect">
            <a:avLst/>
          </a:prstGeom>
          <a:noFill/>
        </p:spPr>
        <p:txBody>
          <a:bodyPr wrap="square">
            <a:spAutoFit/>
          </a:bodyPr>
          <a:lstStyle/>
          <a:p>
            <a:pPr algn="l">
              <a:spcBef>
                <a:spcPts val="1800"/>
              </a:spcBef>
              <a:spcAft>
                <a:spcPts val="1200"/>
              </a:spcAft>
              <a:buNone/>
            </a:pPr>
            <a:r>
              <a:rPr lang="en-SG" sz="1400" b="1" i="0" noProof="0" dirty="0">
                <a:solidFill>
                  <a:schemeClr val="tx2">
                    <a:lumMod val="75000"/>
                    <a:lumOff val="25000"/>
                  </a:schemeClr>
                </a:solidFill>
                <a:effectLst/>
              </a:rPr>
              <a:t>Everyone agrees?</a:t>
            </a:r>
          </a:p>
        </p:txBody>
      </p:sp>
      <p:sp>
        <p:nvSpPr>
          <p:cNvPr id="5" name="Rectangle 4">
            <a:extLst>
              <a:ext uri="{FF2B5EF4-FFF2-40B4-BE49-F238E27FC236}">
                <a16:creationId xmlns:a16="http://schemas.microsoft.com/office/drawing/2014/main" id="{5EADD723-3A28-BD2E-CED1-A2B295FA1F4D}"/>
              </a:ext>
            </a:extLst>
          </p:cNvPr>
          <p:cNvSpPr/>
          <p:nvPr/>
        </p:nvSpPr>
        <p:spPr>
          <a:xfrm>
            <a:off x="10721672" y="189306"/>
            <a:ext cx="252000" cy="252000"/>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noProof="0" dirty="0"/>
          </a:p>
        </p:txBody>
      </p:sp>
    </p:spTree>
    <p:extLst>
      <p:ext uri="{BB962C8B-B14F-4D97-AF65-F5344CB8AC3E}">
        <p14:creationId xmlns:p14="http://schemas.microsoft.com/office/powerpoint/2010/main" val="1025952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10B6BF-B3A4-038F-A5D0-57835FCC2F1A}"/>
              </a:ext>
            </a:extLst>
          </p:cNvPr>
          <p:cNvSpPr/>
          <p:nvPr/>
        </p:nvSpPr>
        <p:spPr>
          <a:xfrm>
            <a:off x="1048162" y="69820"/>
            <a:ext cx="5558121" cy="61095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 name="TextBox 2">
            <a:extLst>
              <a:ext uri="{FF2B5EF4-FFF2-40B4-BE49-F238E27FC236}">
                <a16:creationId xmlns:a16="http://schemas.microsoft.com/office/drawing/2014/main" id="{F76EBE78-BF4D-B9C3-AB23-00BC051979C5}"/>
              </a:ext>
            </a:extLst>
          </p:cNvPr>
          <p:cNvSpPr txBox="1"/>
          <p:nvPr/>
        </p:nvSpPr>
        <p:spPr>
          <a:xfrm>
            <a:off x="1054161" y="69820"/>
            <a:ext cx="433132" cy="246221"/>
          </a:xfrm>
          <a:prstGeom prst="rect">
            <a:avLst/>
          </a:prstGeom>
          <a:noFill/>
        </p:spPr>
        <p:txBody>
          <a:bodyPr wrap="none" rtlCol="0">
            <a:spAutoFit/>
          </a:bodyPr>
          <a:lstStyle/>
          <a:p>
            <a:r>
              <a:rPr lang="en-SG" sz="1000" noProof="0" dirty="0">
                <a:solidFill>
                  <a:sysClr val="windowText" lastClr="000000"/>
                </a:solidFill>
              </a:rPr>
              <a:t>UDP</a:t>
            </a:r>
          </a:p>
        </p:txBody>
      </p:sp>
      <p:sp>
        <p:nvSpPr>
          <p:cNvPr id="4" name="Rectangle 3">
            <a:extLst>
              <a:ext uri="{FF2B5EF4-FFF2-40B4-BE49-F238E27FC236}">
                <a16:creationId xmlns:a16="http://schemas.microsoft.com/office/drawing/2014/main" id="{5C519D79-AB36-6310-D04C-4083DEC5029B}"/>
              </a:ext>
            </a:extLst>
          </p:cNvPr>
          <p:cNvSpPr/>
          <p:nvPr/>
        </p:nvSpPr>
        <p:spPr>
          <a:xfrm>
            <a:off x="2390101" y="444068"/>
            <a:ext cx="4029949" cy="5610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5" name="TextBox 4">
            <a:extLst>
              <a:ext uri="{FF2B5EF4-FFF2-40B4-BE49-F238E27FC236}">
                <a16:creationId xmlns:a16="http://schemas.microsoft.com/office/drawing/2014/main" id="{A053B3F5-E63C-1C43-5392-BA93C996D84C}"/>
              </a:ext>
            </a:extLst>
          </p:cNvPr>
          <p:cNvSpPr txBox="1"/>
          <p:nvPr/>
        </p:nvSpPr>
        <p:spPr>
          <a:xfrm>
            <a:off x="2390101" y="444068"/>
            <a:ext cx="354584" cy="246221"/>
          </a:xfrm>
          <a:prstGeom prst="rect">
            <a:avLst/>
          </a:prstGeom>
          <a:noFill/>
        </p:spPr>
        <p:txBody>
          <a:bodyPr wrap="none" rtlCol="0">
            <a:spAutoFit/>
          </a:bodyPr>
          <a:lstStyle/>
          <a:p>
            <a:r>
              <a:rPr lang="en-SG" sz="1000" noProof="0" dirty="0"/>
              <a:t>AO</a:t>
            </a:r>
          </a:p>
        </p:txBody>
      </p:sp>
      <p:sp>
        <p:nvSpPr>
          <p:cNvPr id="6" name="Rectangle 5">
            <a:extLst>
              <a:ext uri="{FF2B5EF4-FFF2-40B4-BE49-F238E27FC236}">
                <a16:creationId xmlns:a16="http://schemas.microsoft.com/office/drawing/2014/main" id="{2D6421BB-D94E-0951-7C15-F3E1371BD4EF}"/>
              </a:ext>
            </a:extLst>
          </p:cNvPr>
          <p:cNvSpPr/>
          <p:nvPr/>
        </p:nvSpPr>
        <p:spPr>
          <a:xfrm>
            <a:off x="7137116" y="2201067"/>
            <a:ext cx="3094234" cy="1244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7" name="TextBox 6">
            <a:extLst>
              <a:ext uri="{FF2B5EF4-FFF2-40B4-BE49-F238E27FC236}">
                <a16:creationId xmlns:a16="http://schemas.microsoft.com/office/drawing/2014/main" id="{2EB48851-A27B-C5CF-58D8-4A1278616AD3}"/>
              </a:ext>
            </a:extLst>
          </p:cNvPr>
          <p:cNvSpPr txBox="1"/>
          <p:nvPr/>
        </p:nvSpPr>
        <p:spPr>
          <a:xfrm>
            <a:off x="7137116" y="2201067"/>
            <a:ext cx="458780" cy="246221"/>
          </a:xfrm>
          <a:prstGeom prst="rect">
            <a:avLst/>
          </a:prstGeom>
          <a:noFill/>
        </p:spPr>
        <p:txBody>
          <a:bodyPr wrap="none" rtlCol="0">
            <a:spAutoFit/>
          </a:bodyPr>
          <a:lstStyle/>
          <a:p>
            <a:r>
              <a:rPr lang="en-SG" sz="1000" noProof="0" dirty="0">
                <a:solidFill>
                  <a:sysClr val="windowText" lastClr="000000"/>
                </a:solidFill>
              </a:rPr>
              <a:t>AIGP</a:t>
            </a:r>
          </a:p>
        </p:txBody>
      </p:sp>
      <p:sp>
        <p:nvSpPr>
          <p:cNvPr id="8" name="Rectangle 7">
            <a:extLst>
              <a:ext uri="{FF2B5EF4-FFF2-40B4-BE49-F238E27FC236}">
                <a16:creationId xmlns:a16="http://schemas.microsoft.com/office/drawing/2014/main" id="{2ADC6C15-2C46-53DD-04D8-9D663B37747C}"/>
              </a:ext>
            </a:extLst>
          </p:cNvPr>
          <p:cNvSpPr/>
          <p:nvPr/>
        </p:nvSpPr>
        <p:spPr>
          <a:xfrm>
            <a:off x="7662785" y="428879"/>
            <a:ext cx="3094234" cy="1244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9" name="TextBox 8">
            <a:extLst>
              <a:ext uri="{FF2B5EF4-FFF2-40B4-BE49-F238E27FC236}">
                <a16:creationId xmlns:a16="http://schemas.microsoft.com/office/drawing/2014/main" id="{723D04A0-C114-5535-7836-26A21517F1B7}"/>
              </a:ext>
            </a:extLst>
          </p:cNvPr>
          <p:cNvSpPr txBox="1"/>
          <p:nvPr/>
        </p:nvSpPr>
        <p:spPr>
          <a:xfrm>
            <a:off x="7662785" y="428879"/>
            <a:ext cx="772969" cy="246221"/>
          </a:xfrm>
          <a:prstGeom prst="rect">
            <a:avLst/>
          </a:prstGeom>
          <a:noFill/>
        </p:spPr>
        <p:txBody>
          <a:bodyPr wrap="none" rtlCol="0">
            <a:spAutoFit/>
          </a:bodyPr>
          <a:lstStyle/>
          <a:p>
            <a:r>
              <a:rPr lang="en-SG" sz="1000" noProof="0" dirty="0">
                <a:solidFill>
                  <a:sysClr val="windowText" lastClr="000000"/>
                </a:solidFill>
              </a:rPr>
              <a:t>ForgeRock</a:t>
            </a:r>
          </a:p>
        </p:txBody>
      </p:sp>
      <p:sp>
        <p:nvSpPr>
          <p:cNvPr id="10" name="Rectangle 9">
            <a:extLst>
              <a:ext uri="{FF2B5EF4-FFF2-40B4-BE49-F238E27FC236}">
                <a16:creationId xmlns:a16="http://schemas.microsoft.com/office/drawing/2014/main" id="{A3AA63DE-7707-F377-69B5-65CE7A2CDB19}"/>
              </a:ext>
            </a:extLst>
          </p:cNvPr>
          <p:cNvSpPr/>
          <p:nvPr/>
        </p:nvSpPr>
        <p:spPr>
          <a:xfrm>
            <a:off x="10479687" y="3344389"/>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1" name="TextBox 10">
            <a:extLst>
              <a:ext uri="{FF2B5EF4-FFF2-40B4-BE49-F238E27FC236}">
                <a16:creationId xmlns:a16="http://schemas.microsoft.com/office/drawing/2014/main" id="{1EC24CD3-60EF-B8A8-9249-E4A3D305158C}"/>
              </a:ext>
            </a:extLst>
          </p:cNvPr>
          <p:cNvSpPr txBox="1"/>
          <p:nvPr/>
        </p:nvSpPr>
        <p:spPr>
          <a:xfrm>
            <a:off x="10479687" y="3344389"/>
            <a:ext cx="994183" cy="246221"/>
          </a:xfrm>
          <a:prstGeom prst="rect">
            <a:avLst/>
          </a:prstGeom>
          <a:noFill/>
        </p:spPr>
        <p:txBody>
          <a:bodyPr wrap="none" rtlCol="0">
            <a:spAutoFit/>
          </a:bodyPr>
          <a:lstStyle/>
          <a:p>
            <a:r>
              <a:rPr lang="en-SG" sz="1000" noProof="0" dirty="0">
                <a:solidFill>
                  <a:sysClr val="windowText" lastClr="000000"/>
                </a:solidFill>
              </a:rPr>
              <a:t>Microservice A</a:t>
            </a:r>
          </a:p>
        </p:txBody>
      </p:sp>
      <p:sp>
        <p:nvSpPr>
          <p:cNvPr id="12" name="Rectangle 11">
            <a:extLst>
              <a:ext uri="{FF2B5EF4-FFF2-40B4-BE49-F238E27FC236}">
                <a16:creationId xmlns:a16="http://schemas.microsoft.com/office/drawing/2014/main" id="{C8ADBB27-FD28-2DE8-8C02-1CC547022102}"/>
              </a:ext>
            </a:extLst>
          </p:cNvPr>
          <p:cNvSpPr/>
          <p:nvPr/>
        </p:nvSpPr>
        <p:spPr>
          <a:xfrm>
            <a:off x="10479687" y="3696459"/>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3" name="TextBox 12">
            <a:extLst>
              <a:ext uri="{FF2B5EF4-FFF2-40B4-BE49-F238E27FC236}">
                <a16:creationId xmlns:a16="http://schemas.microsoft.com/office/drawing/2014/main" id="{356EDDDC-C9A9-D092-C7A4-6D3B4FEF01EF}"/>
              </a:ext>
            </a:extLst>
          </p:cNvPr>
          <p:cNvSpPr txBox="1"/>
          <p:nvPr/>
        </p:nvSpPr>
        <p:spPr>
          <a:xfrm>
            <a:off x="10479687" y="3696459"/>
            <a:ext cx="995785" cy="246221"/>
          </a:xfrm>
          <a:prstGeom prst="rect">
            <a:avLst/>
          </a:prstGeom>
          <a:noFill/>
        </p:spPr>
        <p:txBody>
          <a:bodyPr wrap="none" rtlCol="0">
            <a:spAutoFit/>
          </a:bodyPr>
          <a:lstStyle/>
          <a:p>
            <a:r>
              <a:rPr lang="en-SG" sz="1000" noProof="0" dirty="0">
                <a:solidFill>
                  <a:sysClr val="windowText" lastClr="000000"/>
                </a:solidFill>
              </a:rPr>
              <a:t>Microservice B</a:t>
            </a:r>
          </a:p>
        </p:txBody>
      </p:sp>
      <p:sp>
        <p:nvSpPr>
          <p:cNvPr id="16" name="Rectangle 15">
            <a:extLst>
              <a:ext uri="{FF2B5EF4-FFF2-40B4-BE49-F238E27FC236}">
                <a16:creationId xmlns:a16="http://schemas.microsoft.com/office/drawing/2014/main" id="{619B54AA-940B-C9E1-C622-9BE188EB3CCC}"/>
              </a:ext>
            </a:extLst>
          </p:cNvPr>
          <p:cNvSpPr/>
          <p:nvPr/>
        </p:nvSpPr>
        <p:spPr>
          <a:xfrm>
            <a:off x="10479687" y="4048529"/>
            <a:ext cx="994183"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7" name="TextBox 16">
            <a:extLst>
              <a:ext uri="{FF2B5EF4-FFF2-40B4-BE49-F238E27FC236}">
                <a16:creationId xmlns:a16="http://schemas.microsoft.com/office/drawing/2014/main" id="{54DA12C3-9220-9E58-A7F8-15DDF303854E}"/>
              </a:ext>
            </a:extLst>
          </p:cNvPr>
          <p:cNvSpPr txBox="1"/>
          <p:nvPr/>
        </p:nvSpPr>
        <p:spPr>
          <a:xfrm>
            <a:off x="10479687" y="4048529"/>
            <a:ext cx="1007007" cy="246221"/>
          </a:xfrm>
          <a:prstGeom prst="rect">
            <a:avLst/>
          </a:prstGeom>
          <a:noFill/>
        </p:spPr>
        <p:txBody>
          <a:bodyPr wrap="none" rtlCol="0">
            <a:spAutoFit/>
          </a:bodyPr>
          <a:lstStyle/>
          <a:p>
            <a:r>
              <a:rPr lang="en-SG" sz="1000" noProof="0" dirty="0">
                <a:solidFill>
                  <a:sysClr val="windowText" lastClr="000000"/>
                </a:solidFill>
              </a:rPr>
              <a:t>Microservice C</a:t>
            </a:r>
          </a:p>
        </p:txBody>
      </p:sp>
      <p:pic>
        <p:nvPicPr>
          <p:cNvPr id="1026" name="Picture 2" descr="User - Free social icons">
            <a:extLst>
              <a:ext uri="{FF2B5EF4-FFF2-40B4-BE49-F238E27FC236}">
                <a16:creationId xmlns:a16="http://schemas.microsoft.com/office/drawing/2014/main" id="{E6726AA0-5DD1-9C36-AA54-737719486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610" y="1701793"/>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3C4797E-A662-AF37-39CF-2641033D302A}"/>
              </a:ext>
            </a:extLst>
          </p:cNvPr>
          <p:cNvSpPr txBox="1"/>
          <p:nvPr/>
        </p:nvSpPr>
        <p:spPr>
          <a:xfrm>
            <a:off x="258690" y="2095505"/>
            <a:ext cx="657552" cy="246221"/>
          </a:xfrm>
          <a:prstGeom prst="rect">
            <a:avLst/>
          </a:prstGeom>
          <a:noFill/>
        </p:spPr>
        <p:txBody>
          <a:bodyPr wrap="none" rtlCol="0">
            <a:spAutoFit/>
          </a:bodyPr>
          <a:lstStyle/>
          <a:p>
            <a:r>
              <a:rPr lang="en-SG" sz="1000" noProof="0" dirty="0"/>
              <a:t>TP Email</a:t>
            </a:r>
          </a:p>
        </p:txBody>
      </p:sp>
      <p:pic>
        <p:nvPicPr>
          <p:cNvPr id="1028" name="Picture 4" descr="Azure のコンテナサービスのご紹介「Azure Kubernetes Service ...">
            <a:extLst>
              <a:ext uri="{FF2B5EF4-FFF2-40B4-BE49-F238E27FC236}">
                <a16:creationId xmlns:a16="http://schemas.microsoft.com/office/drawing/2014/main" id="{21725DFD-4DE8-23EF-662B-3E4F8ED5AE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4687" y="1759853"/>
            <a:ext cx="286990" cy="288000"/>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187DAC11-AB3F-CC1F-C5B2-CEE49B4BFFCA}"/>
              </a:ext>
            </a:extLst>
          </p:cNvPr>
          <p:cNvSpPr/>
          <p:nvPr/>
        </p:nvSpPr>
        <p:spPr>
          <a:xfrm>
            <a:off x="2657311" y="1651503"/>
            <a:ext cx="1275310" cy="12221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pic>
        <p:nvPicPr>
          <p:cNvPr id="20" name="Picture 4" descr="Azure のコンテナサービスのご紹介「Azure Kubernetes Service ...">
            <a:extLst>
              <a:ext uri="{FF2B5EF4-FFF2-40B4-BE49-F238E27FC236}">
                <a16:creationId xmlns:a16="http://schemas.microsoft.com/office/drawing/2014/main" id="{43077C6C-AA2E-0895-4D87-CAF828D237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0642" y="1759854"/>
            <a:ext cx="286990" cy="288000"/>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53C4BA32-A035-4E15-D4F3-5C26AB1C4128}"/>
              </a:ext>
            </a:extLst>
          </p:cNvPr>
          <p:cNvSpPr/>
          <p:nvPr/>
        </p:nvSpPr>
        <p:spPr>
          <a:xfrm>
            <a:off x="4975788" y="1651504"/>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2" name="TextBox 21">
            <a:extLst>
              <a:ext uri="{FF2B5EF4-FFF2-40B4-BE49-F238E27FC236}">
                <a16:creationId xmlns:a16="http://schemas.microsoft.com/office/drawing/2014/main" id="{84D48B4F-A41C-69F5-DA61-07121D0066A8}"/>
              </a:ext>
            </a:extLst>
          </p:cNvPr>
          <p:cNvSpPr txBox="1"/>
          <p:nvPr/>
        </p:nvSpPr>
        <p:spPr>
          <a:xfrm>
            <a:off x="3010414" y="1797147"/>
            <a:ext cx="962123" cy="246221"/>
          </a:xfrm>
          <a:prstGeom prst="rect">
            <a:avLst/>
          </a:prstGeom>
          <a:noFill/>
        </p:spPr>
        <p:txBody>
          <a:bodyPr wrap="none" rtlCol="0">
            <a:spAutoFit/>
          </a:bodyPr>
          <a:lstStyle/>
          <a:p>
            <a:pPr algn="ctr"/>
            <a:r>
              <a:rPr lang="en-SG" sz="1000" noProof="0" dirty="0"/>
              <a:t>Agent runtime</a:t>
            </a:r>
          </a:p>
        </p:txBody>
      </p:sp>
      <p:sp>
        <p:nvSpPr>
          <p:cNvPr id="23" name="TextBox 22">
            <a:extLst>
              <a:ext uri="{FF2B5EF4-FFF2-40B4-BE49-F238E27FC236}">
                <a16:creationId xmlns:a16="http://schemas.microsoft.com/office/drawing/2014/main" id="{EF0456E3-78E3-CA03-DCC4-71D837EF36AC}"/>
              </a:ext>
            </a:extLst>
          </p:cNvPr>
          <p:cNvSpPr txBox="1"/>
          <p:nvPr/>
        </p:nvSpPr>
        <p:spPr>
          <a:xfrm>
            <a:off x="5293664" y="1775119"/>
            <a:ext cx="888385" cy="246221"/>
          </a:xfrm>
          <a:prstGeom prst="rect">
            <a:avLst/>
          </a:prstGeom>
          <a:noFill/>
        </p:spPr>
        <p:txBody>
          <a:bodyPr wrap="none" rtlCol="0">
            <a:spAutoFit/>
          </a:bodyPr>
          <a:lstStyle/>
          <a:p>
            <a:pPr algn="ctr"/>
            <a:r>
              <a:rPr lang="en-SG" sz="1000" noProof="0" dirty="0"/>
              <a:t>SPIRE Server</a:t>
            </a:r>
          </a:p>
        </p:txBody>
      </p:sp>
      <p:sp>
        <p:nvSpPr>
          <p:cNvPr id="25" name="Rectangle 24">
            <a:extLst>
              <a:ext uri="{FF2B5EF4-FFF2-40B4-BE49-F238E27FC236}">
                <a16:creationId xmlns:a16="http://schemas.microsoft.com/office/drawing/2014/main" id="{82D55D8D-8DC8-A042-36FD-33E4C86512C5}"/>
              </a:ext>
            </a:extLst>
          </p:cNvPr>
          <p:cNvSpPr/>
          <p:nvPr/>
        </p:nvSpPr>
        <p:spPr>
          <a:xfrm>
            <a:off x="6892961" y="69820"/>
            <a:ext cx="5186744" cy="610959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6" name="TextBox 25">
            <a:extLst>
              <a:ext uri="{FF2B5EF4-FFF2-40B4-BE49-F238E27FC236}">
                <a16:creationId xmlns:a16="http://schemas.microsoft.com/office/drawing/2014/main" id="{11243526-D107-9566-A3BE-16FC128EE8C0}"/>
              </a:ext>
            </a:extLst>
          </p:cNvPr>
          <p:cNvSpPr txBox="1"/>
          <p:nvPr/>
        </p:nvSpPr>
        <p:spPr>
          <a:xfrm>
            <a:off x="6892961" y="69820"/>
            <a:ext cx="487634" cy="246221"/>
          </a:xfrm>
          <a:prstGeom prst="rect">
            <a:avLst/>
          </a:prstGeom>
          <a:noFill/>
        </p:spPr>
        <p:txBody>
          <a:bodyPr wrap="none" rtlCol="0">
            <a:spAutoFit/>
          </a:bodyPr>
          <a:lstStyle/>
          <a:p>
            <a:r>
              <a:rPr lang="en-SG" sz="1000" noProof="0" dirty="0">
                <a:solidFill>
                  <a:sysClr val="windowText" lastClr="000000"/>
                </a:solidFill>
              </a:rPr>
              <a:t>IRIN3</a:t>
            </a:r>
          </a:p>
        </p:txBody>
      </p:sp>
      <p:sp>
        <p:nvSpPr>
          <p:cNvPr id="27" name="Rectangle 26">
            <a:extLst>
              <a:ext uri="{FF2B5EF4-FFF2-40B4-BE49-F238E27FC236}">
                <a16:creationId xmlns:a16="http://schemas.microsoft.com/office/drawing/2014/main" id="{916F0540-87B6-7BD4-917C-A0B34EC3F17C}"/>
              </a:ext>
            </a:extLst>
          </p:cNvPr>
          <p:cNvSpPr/>
          <p:nvPr/>
        </p:nvSpPr>
        <p:spPr>
          <a:xfrm>
            <a:off x="2724688" y="2151193"/>
            <a:ext cx="603050"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28" name="TextBox 27">
            <a:extLst>
              <a:ext uri="{FF2B5EF4-FFF2-40B4-BE49-F238E27FC236}">
                <a16:creationId xmlns:a16="http://schemas.microsoft.com/office/drawing/2014/main" id="{EA22E379-A7D4-0991-CBE5-F4414C7543B3}"/>
              </a:ext>
            </a:extLst>
          </p:cNvPr>
          <p:cNvSpPr txBox="1"/>
          <p:nvPr/>
        </p:nvSpPr>
        <p:spPr>
          <a:xfrm>
            <a:off x="2724687" y="2151193"/>
            <a:ext cx="603050" cy="246221"/>
          </a:xfrm>
          <a:prstGeom prst="rect">
            <a:avLst/>
          </a:prstGeom>
          <a:noFill/>
        </p:spPr>
        <p:txBody>
          <a:bodyPr wrap="none" rtlCol="0">
            <a:spAutoFit/>
          </a:bodyPr>
          <a:lstStyle/>
          <a:p>
            <a:r>
              <a:rPr lang="en-SG" sz="1000" noProof="0" dirty="0">
                <a:solidFill>
                  <a:sysClr val="windowText" lastClr="000000"/>
                </a:solidFill>
              </a:rPr>
              <a:t>Agent A</a:t>
            </a:r>
          </a:p>
        </p:txBody>
      </p:sp>
      <p:sp>
        <p:nvSpPr>
          <p:cNvPr id="29" name="Rectangle 28">
            <a:extLst>
              <a:ext uri="{FF2B5EF4-FFF2-40B4-BE49-F238E27FC236}">
                <a16:creationId xmlns:a16="http://schemas.microsoft.com/office/drawing/2014/main" id="{B3A9AE6E-DB0D-1B80-027A-879864E30C13}"/>
              </a:ext>
            </a:extLst>
          </p:cNvPr>
          <p:cNvSpPr/>
          <p:nvPr/>
        </p:nvSpPr>
        <p:spPr>
          <a:xfrm>
            <a:off x="3244442" y="2466598"/>
            <a:ext cx="603050" cy="2462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0" name="TextBox 29">
            <a:extLst>
              <a:ext uri="{FF2B5EF4-FFF2-40B4-BE49-F238E27FC236}">
                <a16:creationId xmlns:a16="http://schemas.microsoft.com/office/drawing/2014/main" id="{CE1050A2-A0E6-96A4-4D5B-C5DA479772EE}"/>
              </a:ext>
            </a:extLst>
          </p:cNvPr>
          <p:cNvSpPr txBox="1"/>
          <p:nvPr/>
        </p:nvSpPr>
        <p:spPr>
          <a:xfrm>
            <a:off x="3244441" y="2466598"/>
            <a:ext cx="604653" cy="246221"/>
          </a:xfrm>
          <a:prstGeom prst="rect">
            <a:avLst/>
          </a:prstGeom>
          <a:noFill/>
        </p:spPr>
        <p:txBody>
          <a:bodyPr wrap="none" rtlCol="0">
            <a:spAutoFit/>
          </a:bodyPr>
          <a:lstStyle/>
          <a:p>
            <a:r>
              <a:rPr lang="en-SG" sz="1000" noProof="0" dirty="0">
                <a:solidFill>
                  <a:sysClr val="windowText" lastClr="000000"/>
                </a:solidFill>
              </a:rPr>
              <a:t>Agent B</a:t>
            </a:r>
          </a:p>
        </p:txBody>
      </p:sp>
      <p:sp>
        <p:nvSpPr>
          <p:cNvPr id="32" name="Rectangle 31">
            <a:extLst>
              <a:ext uri="{FF2B5EF4-FFF2-40B4-BE49-F238E27FC236}">
                <a16:creationId xmlns:a16="http://schemas.microsoft.com/office/drawing/2014/main" id="{B41D5515-29A1-6013-0245-AF74954DC637}"/>
              </a:ext>
            </a:extLst>
          </p:cNvPr>
          <p:cNvSpPr/>
          <p:nvPr/>
        </p:nvSpPr>
        <p:spPr>
          <a:xfrm>
            <a:off x="1270727" y="2587351"/>
            <a:ext cx="964640" cy="31540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34" name="TextBox 33">
            <a:extLst>
              <a:ext uri="{FF2B5EF4-FFF2-40B4-BE49-F238E27FC236}">
                <a16:creationId xmlns:a16="http://schemas.microsoft.com/office/drawing/2014/main" id="{2E1CA6FD-FBBE-85A0-D278-0F0A54C5963A}"/>
              </a:ext>
            </a:extLst>
          </p:cNvPr>
          <p:cNvSpPr txBox="1"/>
          <p:nvPr/>
        </p:nvSpPr>
        <p:spPr>
          <a:xfrm>
            <a:off x="1358101" y="2623584"/>
            <a:ext cx="768160" cy="261610"/>
          </a:xfrm>
          <a:prstGeom prst="rect">
            <a:avLst/>
          </a:prstGeom>
          <a:noFill/>
        </p:spPr>
        <p:txBody>
          <a:bodyPr wrap="square" rtlCol="0">
            <a:spAutoFit/>
          </a:bodyPr>
          <a:lstStyle/>
          <a:p>
            <a:pPr algn="ctr"/>
            <a:r>
              <a:rPr lang="en-SG" sz="1100" noProof="0" dirty="0"/>
              <a:t>SWEE 2.0</a:t>
            </a:r>
          </a:p>
        </p:txBody>
      </p:sp>
      <p:pic>
        <p:nvPicPr>
          <p:cNvPr id="1032" name="Picture 8" descr="NuGet Gallery | Aspire.Hosting.Azure.PostgreSQL 9.3.0">
            <a:extLst>
              <a:ext uri="{FF2B5EF4-FFF2-40B4-BE49-F238E27FC236}">
                <a16:creationId xmlns:a16="http://schemas.microsoft.com/office/drawing/2014/main" id="{6F584C1D-C78C-FC4B-0767-FF32EF72E6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5636" y="609244"/>
            <a:ext cx="379496" cy="379496"/>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57E5831C-0FB4-39A5-E0A8-584B72658897}"/>
              </a:ext>
            </a:extLst>
          </p:cNvPr>
          <p:cNvSpPr txBox="1"/>
          <p:nvPr/>
        </p:nvSpPr>
        <p:spPr>
          <a:xfrm>
            <a:off x="3955409" y="993099"/>
            <a:ext cx="960519" cy="338554"/>
          </a:xfrm>
          <a:prstGeom prst="rect">
            <a:avLst/>
          </a:prstGeom>
          <a:noFill/>
        </p:spPr>
        <p:txBody>
          <a:bodyPr wrap="none" rtlCol="0">
            <a:spAutoFit/>
          </a:bodyPr>
          <a:lstStyle/>
          <a:p>
            <a:pPr algn="ctr"/>
            <a:r>
              <a:rPr lang="en-SG" sz="800" noProof="0" dirty="0"/>
              <a:t>PostgreSQL </a:t>
            </a:r>
            <a:br>
              <a:rPr lang="en-SG" sz="800" noProof="0" dirty="0"/>
            </a:br>
            <a:r>
              <a:rPr lang="en-SG" sz="800" noProof="0" dirty="0"/>
              <a:t>Shared Datastore</a:t>
            </a:r>
          </a:p>
        </p:txBody>
      </p:sp>
      <p:cxnSp>
        <p:nvCxnSpPr>
          <p:cNvPr id="37" name="Connector: Elbow 36">
            <a:extLst>
              <a:ext uri="{FF2B5EF4-FFF2-40B4-BE49-F238E27FC236}">
                <a16:creationId xmlns:a16="http://schemas.microsoft.com/office/drawing/2014/main" id="{87590034-4F70-265E-9AC7-DEBECF4CD4FB}"/>
              </a:ext>
            </a:extLst>
          </p:cNvPr>
          <p:cNvCxnSpPr>
            <a:stCxn id="19" idx="0"/>
            <a:endCxn id="35" idx="2"/>
          </p:cNvCxnSpPr>
          <p:nvPr/>
        </p:nvCxnSpPr>
        <p:spPr>
          <a:xfrm rot="5400000" flipH="1" flipV="1">
            <a:off x="3705392" y="921227"/>
            <a:ext cx="319850" cy="1140703"/>
          </a:xfrm>
          <a:prstGeom prst="bentConnector3">
            <a:avLst/>
          </a:prstGeom>
          <a:ln w="3175">
            <a:solidFill>
              <a:schemeClr val="bg2">
                <a:lumMod val="75000"/>
              </a:schemeClr>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38" name="Connector: Elbow 37">
            <a:extLst>
              <a:ext uri="{FF2B5EF4-FFF2-40B4-BE49-F238E27FC236}">
                <a16:creationId xmlns:a16="http://schemas.microsoft.com/office/drawing/2014/main" id="{D844EE1D-9742-236B-D975-329DD331F40F}"/>
              </a:ext>
            </a:extLst>
          </p:cNvPr>
          <p:cNvCxnSpPr>
            <a:cxnSpLocks/>
            <a:stCxn id="21" idx="0"/>
            <a:endCxn id="35" idx="2"/>
          </p:cNvCxnSpPr>
          <p:nvPr/>
        </p:nvCxnSpPr>
        <p:spPr>
          <a:xfrm rot="16200000" flipV="1">
            <a:off x="4864631" y="902692"/>
            <a:ext cx="319851" cy="1177774"/>
          </a:xfrm>
          <a:prstGeom prst="bentConnector3">
            <a:avLst>
              <a:gd name="adj1" fmla="val 50000"/>
            </a:avLst>
          </a:prstGeom>
          <a:ln w="3175">
            <a:solidFill>
              <a:schemeClr val="bg2">
                <a:lumMod val="75000"/>
              </a:schemeClr>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41" name="Rectangle 40">
            <a:extLst>
              <a:ext uri="{FF2B5EF4-FFF2-40B4-BE49-F238E27FC236}">
                <a16:creationId xmlns:a16="http://schemas.microsoft.com/office/drawing/2014/main" id="{58C2E137-7610-1130-DCE8-C693060FBF3C}"/>
              </a:ext>
            </a:extLst>
          </p:cNvPr>
          <p:cNvSpPr/>
          <p:nvPr/>
        </p:nvSpPr>
        <p:spPr>
          <a:xfrm>
            <a:off x="2812878" y="4738186"/>
            <a:ext cx="964640" cy="31540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42" name="TextBox 41">
            <a:extLst>
              <a:ext uri="{FF2B5EF4-FFF2-40B4-BE49-F238E27FC236}">
                <a16:creationId xmlns:a16="http://schemas.microsoft.com/office/drawing/2014/main" id="{16F1D551-1B09-E188-2A46-4C4C8C76B283}"/>
              </a:ext>
            </a:extLst>
          </p:cNvPr>
          <p:cNvSpPr txBox="1"/>
          <p:nvPr/>
        </p:nvSpPr>
        <p:spPr>
          <a:xfrm>
            <a:off x="2850560" y="4765952"/>
            <a:ext cx="867545" cy="261610"/>
          </a:xfrm>
          <a:prstGeom prst="rect">
            <a:avLst/>
          </a:prstGeom>
          <a:noFill/>
        </p:spPr>
        <p:txBody>
          <a:bodyPr wrap="none" rtlCol="0">
            <a:spAutoFit/>
          </a:bodyPr>
          <a:lstStyle/>
          <a:p>
            <a:pPr algn="ctr"/>
            <a:r>
              <a:rPr lang="en-SG" sz="1100" noProof="0" dirty="0"/>
              <a:t>AI Gateway</a:t>
            </a:r>
          </a:p>
        </p:txBody>
      </p:sp>
      <p:cxnSp>
        <p:nvCxnSpPr>
          <p:cNvPr id="48" name="Connector: Elbow 47">
            <a:extLst>
              <a:ext uri="{FF2B5EF4-FFF2-40B4-BE49-F238E27FC236}">
                <a16:creationId xmlns:a16="http://schemas.microsoft.com/office/drawing/2014/main" id="{74CCDC97-E536-B989-B1CF-445A2B79E110}"/>
              </a:ext>
            </a:extLst>
          </p:cNvPr>
          <p:cNvCxnSpPr>
            <a:stCxn id="18" idx="2"/>
            <a:endCxn id="32" idx="1"/>
          </p:cNvCxnSpPr>
          <p:nvPr/>
        </p:nvCxnSpPr>
        <p:spPr>
          <a:xfrm rot="16200000" flipH="1">
            <a:off x="727432" y="2201759"/>
            <a:ext cx="403328" cy="683261"/>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50" name="Connector: Elbow 49">
            <a:extLst>
              <a:ext uri="{FF2B5EF4-FFF2-40B4-BE49-F238E27FC236}">
                <a16:creationId xmlns:a16="http://schemas.microsoft.com/office/drawing/2014/main" id="{5CF6175F-264C-72CD-F184-7D58F4F56E3E}"/>
              </a:ext>
            </a:extLst>
          </p:cNvPr>
          <p:cNvCxnSpPr>
            <a:cxnSpLocks/>
            <a:stCxn id="32" idx="2"/>
            <a:endCxn id="41" idx="1"/>
          </p:cNvCxnSpPr>
          <p:nvPr/>
        </p:nvCxnSpPr>
        <p:spPr>
          <a:xfrm rot="16200000" flipH="1">
            <a:off x="1286396" y="3369406"/>
            <a:ext cx="1993133" cy="1059831"/>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pic>
        <p:nvPicPr>
          <p:cNvPr id="62" name="Picture 4" descr="Azure のコンテナサービスのご紹介「Azure Kubernetes Service ...">
            <a:extLst>
              <a:ext uri="{FF2B5EF4-FFF2-40B4-BE49-F238E27FC236}">
                <a16:creationId xmlns:a16="http://schemas.microsoft.com/office/drawing/2014/main" id="{52CCDC5F-4766-6324-5C82-2E8E437454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5015" y="3360992"/>
            <a:ext cx="286990" cy="288000"/>
          </a:xfrm>
          <a:prstGeom prst="rect">
            <a:avLst/>
          </a:prstGeom>
          <a:noFill/>
          <a:extLst>
            <a:ext uri="{909E8E84-426E-40DD-AFC4-6F175D3DCCD1}">
              <a14:hiddenFill xmlns:a14="http://schemas.microsoft.com/office/drawing/2010/main">
                <a:solidFill>
                  <a:srgbClr val="FFFFFF"/>
                </a:solidFill>
              </a14:hiddenFill>
            </a:ext>
          </a:extLst>
        </p:spPr>
      </p:pic>
      <p:sp>
        <p:nvSpPr>
          <p:cNvPr id="63" name="Rectangle 62">
            <a:extLst>
              <a:ext uri="{FF2B5EF4-FFF2-40B4-BE49-F238E27FC236}">
                <a16:creationId xmlns:a16="http://schemas.microsoft.com/office/drawing/2014/main" id="{A2CDBB8C-2979-16DE-213F-ABD8EB6F9BCC}"/>
              </a:ext>
            </a:extLst>
          </p:cNvPr>
          <p:cNvSpPr/>
          <p:nvPr/>
        </p:nvSpPr>
        <p:spPr>
          <a:xfrm>
            <a:off x="3807639" y="3252642"/>
            <a:ext cx="1275310" cy="54450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24" name="TextBox 1023">
            <a:extLst>
              <a:ext uri="{FF2B5EF4-FFF2-40B4-BE49-F238E27FC236}">
                <a16:creationId xmlns:a16="http://schemas.microsoft.com/office/drawing/2014/main" id="{F3B8675D-A8F6-6C29-59B7-5B5B5526CA0A}"/>
              </a:ext>
            </a:extLst>
          </p:cNvPr>
          <p:cNvSpPr txBox="1"/>
          <p:nvPr/>
        </p:nvSpPr>
        <p:spPr>
          <a:xfrm>
            <a:off x="4116482" y="3307985"/>
            <a:ext cx="976550" cy="400110"/>
          </a:xfrm>
          <a:prstGeom prst="rect">
            <a:avLst/>
          </a:prstGeom>
          <a:noFill/>
        </p:spPr>
        <p:txBody>
          <a:bodyPr wrap="none" rtlCol="0">
            <a:spAutoFit/>
          </a:bodyPr>
          <a:lstStyle/>
          <a:p>
            <a:pPr algn="ctr"/>
            <a:r>
              <a:rPr lang="en-SG" sz="1000" noProof="0" dirty="0"/>
              <a:t>WSO2 </a:t>
            </a:r>
          </a:p>
          <a:p>
            <a:pPr algn="ctr"/>
            <a:r>
              <a:rPr lang="en-SG" sz="1000" noProof="0" dirty="0"/>
              <a:t>Identity Server</a:t>
            </a:r>
          </a:p>
        </p:txBody>
      </p:sp>
      <p:cxnSp>
        <p:nvCxnSpPr>
          <p:cNvPr id="1040" name="Straight Arrow Connector 1039">
            <a:extLst>
              <a:ext uri="{FF2B5EF4-FFF2-40B4-BE49-F238E27FC236}">
                <a16:creationId xmlns:a16="http://schemas.microsoft.com/office/drawing/2014/main" id="{2817EBBB-4B9D-5F53-D759-FFF12631222C}"/>
              </a:ext>
            </a:extLst>
          </p:cNvPr>
          <p:cNvCxnSpPr>
            <a:cxnSpLocks/>
            <a:stCxn id="63" idx="0"/>
            <a:endCxn id="35" idx="2"/>
          </p:cNvCxnSpPr>
          <p:nvPr/>
        </p:nvCxnSpPr>
        <p:spPr>
          <a:xfrm flipH="1" flipV="1">
            <a:off x="4435669" y="1331653"/>
            <a:ext cx="9625" cy="1920989"/>
          </a:xfrm>
          <a:prstGeom prst="straightConnector1">
            <a:avLst/>
          </a:prstGeom>
          <a:ln w="3175">
            <a:solidFill>
              <a:schemeClr val="bg2">
                <a:lumMod val="75000"/>
              </a:schemeClr>
            </a:solidFill>
            <a:headEnd type="triangle" w="med" len="med"/>
            <a:tailEnd type="triangle" w="med" len="med"/>
          </a:ln>
        </p:spPr>
        <p:style>
          <a:lnRef idx="2">
            <a:schemeClr val="dk1"/>
          </a:lnRef>
          <a:fillRef idx="0">
            <a:schemeClr val="dk1"/>
          </a:fillRef>
          <a:effectRef idx="1">
            <a:schemeClr val="dk1"/>
          </a:effectRef>
          <a:fontRef idx="minor">
            <a:schemeClr val="tx1"/>
          </a:fontRef>
        </p:style>
      </p:cxnSp>
      <p:pic>
        <p:nvPicPr>
          <p:cNvPr id="1046" name="Picture 2" descr="User - Free social icons">
            <a:extLst>
              <a:ext uri="{FF2B5EF4-FFF2-40B4-BE49-F238E27FC236}">
                <a16:creationId xmlns:a16="http://schemas.microsoft.com/office/drawing/2014/main" id="{1F3B9A09-C22F-E677-B8AA-B6B3F5BE9C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6999" y="6224220"/>
            <a:ext cx="393712" cy="393712"/>
          </a:xfrm>
          <a:prstGeom prst="rect">
            <a:avLst/>
          </a:prstGeom>
          <a:noFill/>
          <a:extLst>
            <a:ext uri="{909E8E84-426E-40DD-AFC4-6F175D3DCCD1}">
              <a14:hiddenFill xmlns:a14="http://schemas.microsoft.com/office/drawing/2010/main">
                <a:solidFill>
                  <a:srgbClr val="FFFFFF"/>
                </a:solidFill>
              </a14:hiddenFill>
            </a:ext>
          </a:extLst>
        </p:spPr>
      </p:pic>
      <p:sp>
        <p:nvSpPr>
          <p:cNvPr id="1047" name="TextBox 1046">
            <a:extLst>
              <a:ext uri="{FF2B5EF4-FFF2-40B4-BE49-F238E27FC236}">
                <a16:creationId xmlns:a16="http://schemas.microsoft.com/office/drawing/2014/main" id="{2EE8FA9C-5250-B214-BAF3-97F1566C8A20}"/>
              </a:ext>
            </a:extLst>
          </p:cNvPr>
          <p:cNvSpPr txBox="1"/>
          <p:nvPr/>
        </p:nvSpPr>
        <p:spPr>
          <a:xfrm>
            <a:off x="6477800" y="6617932"/>
            <a:ext cx="564578" cy="246221"/>
          </a:xfrm>
          <a:prstGeom prst="rect">
            <a:avLst/>
          </a:prstGeom>
          <a:noFill/>
        </p:spPr>
        <p:txBody>
          <a:bodyPr wrap="none" rtlCol="0">
            <a:spAutoFit/>
          </a:bodyPr>
          <a:lstStyle/>
          <a:p>
            <a:r>
              <a:rPr lang="en-SG" sz="1000" noProof="0" dirty="0"/>
              <a:t>Officer</a:t>
            </a:r>
          </a:p>
        </p:txBody>
      </p:sp>
      <p:sp>
        <p:nvSpPr>
          <p:cNvPr id="1050" name="Rectangle 1049">
            <a:extLst>
              <a:ext uri="{FF2B5EF4-FFF2-40B4-BE49-F238E27FC236}">
                <a16:creationId xmlns:a16="http://schemas.microsoft.com/office/drawing/2014/main" id="{60ED5E5A-DD1C-939A-2064-E45988C16342}"/>
              </a:ext>
            </a:extLst>
          </p:cNvPr>
          <p:cNvSpPr/>
          <p:nvPr/>
        </p:nvSpPr>
        <p:spPr>
          <a:xfrm>
            <a:off x="7874305" y="2587351"/>
            <a:ext cx="1619855" cy="6107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51" name="TextBox 1050">
            <a:extLst>
              <a:ext uri="{FF2B5EF4-FFF2-40B4-BE49-F238E27FC236}">
                <a16:creationId xmlns:a16="http://schemas.microsoft.com/office/drawing/2014/main" id="{66BFAF6D-DF37-61DF-DBC7-FDC456F70BB5}"/>
              </a:ext>
            </a:extLst>
          </p:cNvPr>
          <p:cNvSpPr txBox="1"/>
          <p:nvPr/>
        </p:nvSpPr>
        <p:spPr>
          <a:xfrm>
            <a:off x="8248687" y="2745487"/>
            <a:ext cx="824265" cy="246221"/>
          </a:xfrm>
          <a:prstGeom prst="rect">
            <a:avLst/>
          </a:prstGeom>
          <a:noFill/>
        </p:spPr>
        <p:txBody>
          <a:bodyPr wrap="square" rtlCol="0">
            <a:spAutoFit/>
          </a:bodyPr>
          <a:lstStyle/>
          <a:p>
            <a:r>
              <a:rPr lang="en-SG" sz="1000" noProof="0" dirty="0">
                <a:solidFill>
                  <a:sysClr val="windowText" lastClr="000000"/>
                </a:solidFill>
              </a:rPr>
              <a:t>MCP Server</a:t>
            </a:r>
          </a:p>
        </p:txBody>
      </p:sp>
      <p:cxnSp>
        <p:nvCxnSpPr>
          <p:cNvPr id="1052" name="Connector: Elbow 1051">
            <a:extLst>
              <a:ext uri="{FF2B5EF4-FFF2-40B4-BE49-F238E27FC236}">
                <a16:creationId xmlns:a16="http://schemas.microsoft.com/office/drawing/2014/main" id="{FB7CE48B-D5D2-1082-CC47-088ACED1CCD7}"/>
              </a:ext>
            </a:extLst>
          </p:cNvPr>
          <p:cNvCxnSpPr>
            <a:cxnSpLocks/>
            <a:stCxn id="1050" idx="3"/>
            <a:endCxn id="13" idx="1"/>
          </p:cNvCxnSpPr>
          <p:nvPr/>
        </p:nvCxnSpPr>
        <p:spPr>
          <a:xfrm>
            <a:off x="9494160" y="2892738"/>
            <a:ext cx="985527" cy="926832"/>
          </a:xfrm>
          <a:prstGeom prst="bentConnector3">
            <a:avLst>
              <a:gd name="adj1" fmla="val 50000"/>
            </a:avLst>
          </a:prstGeom>
          <a:ln w="3175">
            <a:tailEnd type="triangle"/>
          </a:ln>
        </p:spPr>
        <p:style>
          <a:lnRef idx="2">
            <a:schemeClr val="dk1"/>
          </a:lnRef>
          <a:fillRef idx="0">
            <a:schemeClr val="dk1"/>
          </a:fillRef>
          <a:effectRef idx="1">
            <a:schemeClr val="dk1"/>
          </a:effectRef>
          <a:fontRef idx="minor">
            <a:schemeClr val="tx1"/>
          </a:fontRef>
        </p:style>
      </p:cxnSp>
      <p:sp>
        <p:nvSpPr>
          <p:cNvPr id="1056" name="Rectangle 1055">
            <a:extLst>
              <a:ext uri="{FF2B5EF4-FFF2-40B4-BE49-F238E27FC236}">
                <a16:creationId xmlns:a16="http://schemas.microsoft.com/office/drawing/2014/main" id="{05EF6458-91F5-A460-7010-EBDFF75EE654}"/>
              </a:ext>
            </a:extLst>
          </p:cNvPr>
          <p:cNvSpPr/>
          <p:nvPr/>
        </p:nvSpPr>
        <p:spPr>
          <a:xfrm>
            <a:off x="4747462" y="4176182"/>
            <a:ext cx="1275310" cy="49969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noProof="0" dirty="0"/>
          </a:p>
        </p:txBody>
      </p:sp>
      <p:sp>
        <p:nvSpPr>
          <p:cNvPr id="1057" name="TextBox 1056">
            <a:extLst>
              <a:ext uri="{FF2B5EF4-FFF2-40B4-BE49-F238E27FC236}">
                <a16:creationId xmlns:a16="http://schemas.microsoft.com/office/drawing/2014/main" id="{BB90E9D4-D2F9-BEA6-F914-B23AB40626DF}"/>
              </a:ext>
            </a:extLst>
          </p:cNvPr>
          <p:cNvSpPr txBox="1"/>
          <p:nvPr/>
        </p:nvSpPr>
        <p:spPr>
          <a:xfrm>
            <a:off x="4694586" y="4302916"/>
            <a:ext cx="1353256" cy="246221"/>
          </a:xfrm>
          <a:prstGeom prst="rect">
            <a:avLst/>
          </a:prstGeom>
          <a:noFill/>
        </p:spPr>
        <p:txBody>
          <a:bodyPr wrap="none" rtlCol="0">
            <a:spAutoFit/>
          </a:bodyPr>
          <a:lstStyle/>
          <a:p>
            <a:pPr algn="ctr"/>
            <a:r>
              <a:rPr lang="en-SG" sz="1000" noProof="0" dirty="0"/>
              <a:t>HITL Approval Queue</a:t>
            </a:r>
          </a:p>
        </p:txBody>
      </p:sp>
      <p:cxnSp>
        <p:nvCxnSpPr>
          <p:cNvPr id="1058" name="Connector: Elbow 1057">
            <a:extLst>
              <a:ext uri="{FF2B5EF4-FFF2-40B4-BE49-F238E27FC236}">
                <a16:creationId xmlns:a16="http://schemas.microsoft.com/office/drawing/2014/main" id="{2B4B7FDF-9CAD-1F75-638A-47E2F675A4CC}"/>
              </a:ext>
            </a:extLst>
          </p:cNvPr>
          <p:cNvCxnSpPr>
            <a:cxnSpLocks/>
            <a:stCxn id="63" idx="2"/>
            <a:endCxn id="8" idx="3"/>
          </p:cNvCxnSpPr>
          <p:nvPr/>
        </p:nvCxnSpPr>
        <p:spPr>
          <a:xfrm rot="5400000" flipH="1" flipV="1">
            <a:off x="6228244" y="-731629"/>
            <a:ext cx="2745823" cy="6311725"/>
          </a:xfrm>
          <a:prstGeom prst="bentConnector4">
            <a:avLst>
              <a:gd name="adj1" fmla="val -110100"/>
              <a:gd name="adj2" fmla="val 118435"/>
            </a:avLst>
          </a:prstGeom>
          <a:ln w="3175">
            <a:solidFill>
              <a:schemeClr val="bg2">
                <a:lumMod val="75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1077" name="Straight Arrow Connector 1076">
            <a:extLst>
              <a:ext uri="{FF2B5EF4-FFF2-40B4-BE49-F238E27FC236}">
                <a16:creationId xmlns:a16="http://schemas.microsoft.com/office/drawing/2014/main" id="{A1D2BA84-0834-461D-D57B-55EBB79D099D}"/>
              </a:ext>
            </a:extLst>
          </p:cNvPr>
          <p:cNvCxnSpPr>
            <a:cxnSpLocks/>
          </p:cNvCxnSpPr>
          <p:nvPr/>
        </p:nvCxnSpPr>
        <p:spPr>
          <a:xfrm flipH="1" flipV="1">
            <a:off x="3025465" y="2873603"/>
            <a:ext cx="232" cy="1864583"/>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cxnSp>
        <p:nvCxnSpPr>
          <p:cNvPr id="1088" name="Connector: Elbow 1087">
            <a:extLst>
              <a:ext uri="{FF2B5EF4-FFF2-40B4-BE49-F238E27FC236}">
                <a16:creationId xmlns:a16="http://schemas.microsoft.com/office/drawing/2014/main" id="{81ABA780-9672-2D3D-E999-AF600D8747EE}"/>
              </a:ext>
            </a:extLst>
          </p:cNvPr>
          <p:cNvCxnSpPr>
            <a:cxnSpLocks/>
            <a:stCxn id="1056" idx="2"/>
            <a:endCxn id="41" idx="3"/>
          </p:cNvCxnSpPr>
          <p:nvPr/>
        </p:nvCxnSpPr>
        <p:spPr>
          <a:xfrm rot="5400000">
            <a:off x="4471310" y="3982081"/>
            <a:ext cx="220017" cy="1607599"/>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cxnSp>
        <p:nvCxnSpPr>
          <p:cNvPr id="1092" name="Connector: Elbow 1091">
            <a:extLst>
              <a:ext uri="{FF2B5EF4-FFF2-40B4-BE49-F238E27FC236}">
                <a16:creationId xmlns:a16="http://schemas.microsoft.com/office/drawing/2014/main" id="{6BAEAD2E-E427-5E8D-683E-999BE2494BF7}"/>
              </a:ext>
            </a:extLst>
          </p:cNvPr>
          <p:cNvCxnSpPr>
            <a:cxnSpLocks/>
            <a:stCxn id="41" idx="2"/>
            <a:endCxn id="6" idx="1"/>
          </p:cNvCxnSpPr>
          <p:nvPr/>
        </p:nvCxnSpPr>
        <p:spPr>
          <a:xfrm rot="5400000" flipH="1" flipV="1">
            <a:off x="4101116" y="2017592"/>
            <a:ext cx="2230081" cy="3841918"/>
          </a:xfrm>
          <a:prstGeom prst="bentConnector4">
            <a:avLst>
              <a:gd name="adj1" fmla="val -21041"/>
              <a:gd name="adj2" fmla="val 76069"/>
            </a:avLst>
          </a:prstGeom>
          <a:ln w="3175">
            <a:tailEnd type="triangle"/>
          </a:ln>
        </p:spPr>
        <p:style>
          <a:lnRef idx="2">
            <a:schemeClr val="dk1"/>
          </a:lnRef>
          <a:fillRef idx="0">
            <a:schemeClr val="dk1"/>
          </a:fillRef>
          <a:effectRef idx="1">
            <a:schemeClr val="dk1"/>
          </a:effectRef>
          <a:fontRef idx="minor">
            <a:schemeClr val="tx1"/>
          </a:fontRef>
        </p:style>
      </p:cxnSp>
      <p:sp>
        <p:nvSpPr>
          <p:cNvPr id="1097" name="Oval 1096">
            <a:extLst>
              <a:ext uri="{FF2B5EF4-FFF2-40B4-BE49-F238E27FC236}">
                <a16:creationId xmlns:a16="http://schemas.microsoft.com/office/drawing/2014/main" id="{402CFD93-FDD6-3FB4-12B4-4907D32008FE}"/>
              </a:ext>
            </a:extLst>
          </p:cNvPr>
          <p:cNvSpPr/>
          <p:nvPr/>
        </p:nvSpPr>
        <p:spPr>
          <a:xfrm>
            <a:off x="1273197" y="5015415"/>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1</a:t>
            </a:r>
          </a:p>
        </p:txBody>
      </p:sp>
      <p:sp>
        <p:nvSpPr>
          <p:cNvPr id="1098" name="TextBox 1097">
            <a:extLst>
              <a:ext uri="{FF2B5EF4-FFF2-40B4-BE49-F238E27FC236}">
                <a16:creationId xmlns:a16="http://schemas.microsoft.com/office/drawing/2014/main" id="{21D8BF96-DDE8-3A1F-96DB-2D0ECFAF0AE4}"/>
              </a:ext>
            </a:extLst>
          </p:cNvPr>
          <p:cNvSpPr txBox="1"/>
          <p:nvPr/>
        </p:nvSpPr>
        <p:spPr>
          <a:xfrm>
            <a:off x="1543115" y="4958622"/>
            <a:ext cx="896399" cy="430887"/>
          </a:xfrm>
          <a:prstGeom prst="rect">
            <a:avLst/>
          </a:prstGeom>
          <a:noFill/>
        </p:spPr>
        <p:txBody>
          <a:bodyPr wrap="none" rtlCol="0">
            <a:spAutoFit/>
          </a:bodyPr>
          <a:lstStyle/>
          <a:p>
            <a:pPr algn="ctr"/>
            <a:r>
              <a:rPr lang="en-SG" sz="1100" noProof="0" dirty="0"/>
              <a:t>AI Gateway </a:t>
            </a:r>
          </a:p>
          <a:p>
            <a:pPr algn="ctr"/>
            <a:r>
              <a:rPr lang="en-SG" sz="1100" noProof="0" dirty="0"/>
              <a:t>Policies</a:t>
            </a:r>
          </a:p>
        </p:txBody>
      </p:sp>
      <p:cxnSp>
        <p:nvCxnSpPr>
          <p:cNvPr id="1099" name="Straight Arrow Connector 1098">
            <a:extLst>
              <a:ext uri="{FF2B5EF4-FFF2-40B4-BE49-F238E27FC236}">
                <a16:creationId xmlns:a16="http://schemas.microsoft.com/office/drawing/2014/main" id="{97E4AF23-0904-9998-6F8A-C85B7FD7EEC0}"/>
              </a:ext>
            </a:extLst>
          </p:cNvPr>
          <p:cNvCxnSpPr>
            <a:cxnSpLocks/>
            <a:stCxn id="19" idx="3"/>
            <a:endCxn id="21" idx="1"/>
          </p:cNvCxnSpPr>
          <p:nvPr/>
        </p:nvCxnSpPr>
        <p:spPr>
          <a:xfrm flipV="1">
            <a:off x="3932621" y="1901349"/>
            <a:ext cx="1043167" cy="361204"/>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102" name="Oval 1101">
            <a:extLst>
              <a:ext uri="{FF2B5EF4-FFF2-40B4-BE49-F238E27FC236}">
                <a16:creationId xmlns:a16="http://schemas.microsoft.com/office/drawing/2014/main" id="{0CA8EDAE-A72D-67A8-A7A6-AAC906603C45}"/>
              </a:ext>
            </a:extLst>
          </p:cNvPr>
          <p:cNvSpPr/>
          <p:nvPr/>
        </p:nvSpPr>
        <p:spPr>
          <a:xfrm>
            <a:off x="4593308" y="2279491"/>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2</a:t>
            </a:r>
          </a:p>
        </p:txBody>
      </p:sp>
      <p:sp>
        <p:nvSpPr>
          <p:cNvPr id="1103" name="TextBox 1102">
            <a:extLst>
              <a:ext uri="{FF2B5EF4-FFF2-40B4-BE49-F238E27FC236}">
                <a16:creationId xmlns:a16="http://schemas.microsoft.com/office/drawing/2014/main" id="{016210DA-6C10-643F-8887-4CD1041BF75D}"/>
              </a:ext>
            </a:extLst>
          </p:cNvPr>
          <p:cNvSpPr txBox="1"/>
          <p:nvPr/>
        </p:nvSpPr>
        <p:spPr>
          <a:xfrm>
            <a:off x="4835097" y="2263140"/>
            <a:ext cx="1475084" cy="261610"/>
          </a:xfrm>
          <a:prstGeom prst="rect">
            <a:avLst/>
          </a:prstGeom>
          <a:noFill/>
        </p:spPr>
        <p:txBody>
          <a:bodyPr wrap="none" rtlCol="0">
            <a:spAutoFit/>
          </a:bodyPr>
          <a:lstStyle/>
          <a:p>
            <a:pPr algn="ctr"/>
            <a:r>
              <a:rPr lang="en-SG" sz="1100" noProof="0" dirty="0"/>
              <a:t>Workload Attestation</a:t>
            </a:r>
          </a:p>
        </p:txBody>
      </p:sp>
      <p:sp>
        <p:nvSpPr>
          <p:cNvPr id="1104" name="TextBox 1103">
            <a:extLst>
              <a:ext uri="{FF2B5EF4-FFF2-40B4-BE49-F238E27FC236}">
                <a16:creationId xmlns:a16="http://schemas.microsoft.com/office/drawing/2014/main" id="{65CB0B39-CCDB-D43E-1E89-60FE0B275DE0}"/>
              </a:ext>
            </a:extLst>
          </p:cNvPr>
          <p:cNvSpPr txBox="1"/>
          <p:nvPr/>
        </p:nvSpPr>
        <p:spPr>
          <a:xfrm>
            <a:off x="4054347" y="2184425"/>
            <a:ext cx="399469" cy="215444"/>
          </a:xfrm>
          <a:prstGeom prst="rect">
            <a:avLst/>
          </a:prstGeom>
          <a:noFill/>
        </p:spPr>
        <p:txBody>
          <a:bodyPr wrap="none" rtlCol="0">
            <a:spAutoFit/>
          </a:bodyPr>
          <a:lstStyle/>
          <a:p>
            <a:pPr algn="ctr"/>
            <a:r>
              <a:rPr lang="en-SG" sz="800" noProof="0" dirty="0">
                <a:solidFill>
                  <a:schemeClr val="bg2">
                    <a:lumMod val="50000"/>
                  </a:schemeClr>
                </a:solidFill>
              </a:rPr>
              <a:t>SVID</a:t>
            </a:r>
          </a:p>
        </p:txBody>
      </p:sp>
      <p:sp>
        <p:nvSpPr>
          <p:cNvPr id="1106" name="Oval 1105">
            <a:extLst>
              <a:ext uri="{FF2B5EF4-FFF2-40B4-BE49-F238E27FC236}">
                <a16:creationId xmlns:a16="http://schemas.microsoft.com/office/drawing/2014/main" id="{BD39BBDD-14B7-795E-F7A9-A13AF222D2B0}"/>
              </a:ext>
            </a:extLst>
          </p:cNvPr>
          <p:cNvSpPr/>
          <p:nvPr/>
        </p:nvSpPr>
        <p:spPr>
          <a:xfrm>
            <a:off x="3917297" y="2914365"/>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3</a:t>
            </a:r>
          </a:p>
        </p:txBody>
      </p:sp>
      <p:sp>
        <p:nvSpPr>
          <p:cNvPr id="1107" name="TextBox 1106">
            <a:extLst>
              <a:ext uri="{FF2B5EF4-FFF2-40B4-BE49-F238E27FC236}">
                <a16:creationId xmlns:a16="http://schemas.microsoft.com/office/drawing/2014/main" id="{1BEC53DF-63A2-59F5-9A19-2CB4A20E9701}"/>
              </a:ext>
            </a:extLst>
          </p:cNvPr>
          <p:cNvSpPr txBox="1"/>
          <p:nvPr/>
        </p:nvSpPr>
        <p:spPr>
          <a:xfrm>
            <a:off x="4172685" y="2936514"/>
            <a:ext cx="1370889" cy="261610"/>
          </a:xfrm>
          <a:prstGeom prst="rect">
            <a:avLst/>
          </a:prstGeom>
          <a:noFill/>
        </p:spPr>
        <p:txBody>
          <a:bodyPr wrap="none" rtlCol="0">
            <a:spAutoFit/>
          </a:bodyPr>
          <a:lstStyle/>
          <a:p>
            <a:pPr algn="ctr"/>
            <a:r>
              <a:rPr lang="en-SG" sz="1100" noProof="0" dirty="0"/>
              <a:t>Agent Identification</a:t>
            </a:r>
          </a:p>
        </p:txBody>
      </p:sp>
      <p:cxnSp>
        <p:nvCxnSpPr>
          <p:cNvPr id="1108" name="Straight Arrow Connector 1107">
            <a:extLst>
              <a:ext uri="{FF2B5EF4-FFF2-40B4-BE49-F238E27FC236}">
                <a16:creationId xmlns:a16="http://schemas.microsoft.com/office/drawing/2014/main" id="{205EC065-1B52-526F-E8BA-561F12B6A9EC}"/>
              </a:ext>
            </a:extLst>
          </p:cNvPr>
          <p:cNvCxnSpPr>
            <a:cxnSpLocks/>
            <a:stCxn id="29" idx="2"/>
          </p:cNvCxnSpPr>
          <p:nvPr/>
        </p:nvCxnSpPr>
        <p:spPr>
          <a:xfrm>
            <a:off x="3545967" y="2712819"/>
            <a:ext cx="307228" cy="513794"/>
          </a:xfrm>
          <a:prstGeom prst="straightConnector1">
            <a:avLst/>
          </a:prstGeom>
          <a:ln w="3175">
            <a:solidFill>
              <a:schemeClr val="bg2">
                <a:lumMod val="50000"/>
              </a:schemeClr>
            </a:solidFill>
            <a:prstDash val="dash"/>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112" name="Oval 1111">
            <a:extLst>
              <a:ext uri="{FF2B5EF4-FFF2-40B4-BE49-F238E27FC236}">
                <a16:creationId xmlns:a16="http://schemas.microsoft.com/office/drawing/2014/main" id="{69386C90-88F4-3FC0-2F10-1C6C008D6FAB}"/>
              </a:ext>
            </a:extLst>
          </p:cNvPr>
          <p:cNvSpPr/>
          <p:nvPr/>
        </p:nvSpPr>
        <p:spPr>
          <a:xfrm>
            <a:off x="8007936" y="6295013"/>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0</a:t>
            </a:r>
          </a:p>
        </p:txBody>
      </p:sp>
      <p:sp>
        <p:nvSpPr>
          <p:cNvPr id="1113" name="TextBox 1112">
            <a:extLst>
              <a:ext uri="{FF2B5EF4-FFF2-40B4-BE49-F238E27FC236}">
                <a16:creationId xmlns:a16="http://schemas.microsoft.com/office/drawing/2014/main" id="{5C4964EA-78D0-2B4F-38BF-3FA463E3818B}"/>
              </a:ext>
            </a:extLst>
          </p:cNvPr>
          <p:cNvSpPr txBox="1"/>
          <p:nvPr/>
        </p:nvSpPr>
        <p:spPr>
          <a:xfrm>
            <a:off x="8016499" y="6311655"/>
            <a:ext cx="3790490" cy="261610"/>
          </a:xfrm>
          <a:prstGeom prst="rect">
            <a:avLst/>
          </a:prstGeom>
          <a:noFill/>
        </p:spPr>
        <p:txBody>
          <a:bodyPr wrap="square" rtlCol="0">
            <a:spAutoFit/>
          </a:bodyPr>
          <a:lstStyle/>
          <a:p>
            <a:pPr algn="ctr"/>
            <a:r>
              <a:rPr lang="en-SG" sz="1100" noProof="0" dirty="0"/>
              <a:t>Agent Id creation &amp; assignment sync to ForgeRock?</a:t>
            </a:r>
          </a:p>
        </p:txBody>
      </p:sp>
      <p:sp>
        <p:nvSpPr>
          <p:cNvPr id="1114" name="Oval 1113">
            <a:extLst>
              <a:ext uri="{FF2B5EF4-FFF2-40B4-BE49-F238E27FC236}">
                <a16:creationId xmlns:a16="http://schemas.microsoft.com/office/drawing/2014/main" id="{0348D6D4-88A6-D271-79B4-98693412B4F1}"/>
              </a:ext>
            </a:extLst>
          </p:cNvPr>
          <p:cNvSpPr/>
          <p:nvPr/>
        </p:nvSpPr>
        <p:spPr>
          <a:xfrm>
            <a:off x="3385002" y="5569490"/>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5</a:t>
            </a:r>
          </a:p>
        </p:txBody>
      </p:sp>
      <p:sp>
        <p:nvSpPr>
          <p:cNvPr id="1115" name="TextBox 1114">
            <a:extLst>
              <a:ext uri="{FF2B5EF4-FFF2-40B4-BE49-F238E27FC236}">
                <a16:creationId xmlns:a16="http://schemas.microsoft.com/office/drawing/2014/main" id="{5F1F2864-D13F-EA0B-61EA-A3DB2105A507}"/>
              </a:ext>
            </a:extLst>
          </p:cNvPr>
          <p:cNvSpPr txBox="1"/>
          <p:nvPr/>
        </p:nvSpPr>
        <p:spPr>
          <a:xfrm>
            <a:off x="3633474" y="5581182"/>
            <a:ext cx="2089033" cy="261610"/>
          </a:xfrm>
          <a:prstGeom prst="rect">
            <a:avLst/>
          </a:prstGeom>
          <a:noFill/>
        </p:spPr>
        <p:txBody>
          <a:bodyPr wrap="none" rtlCol="0">
            <a:spAutoFit/>
          </a:bodyPr>
          <a:lstStyle/>
          <a:p>
            <a:pPr algn="ctr"/>
            <a:r>
              <a:rPr lang="en-SG" sz="1100" noProof="0" dirty="0"/>
              <a:t>Token Exchange &amp; Propagation </a:t>
            </a:r>
          </a:p>
        </p:txBody>
      </p:sp>
      <p:sp>
        <p:nvSpPr>
          <p:cNvPr id="1116" name="TextBox 1115">
            <a:extLst>
              <a:ext uri="{FF2B5EF4-FFF2-40B4-BE49-F238E27FC236}">
                <a16:creationId xmlns:a16="http://schemas.microsoft.com/office/drawing/2014/main" id="{3A1F12E5-5BBB-F8A0-A1DB-0C3A3FCFDD08}"/>
              </a:ext>
            </a:extLst>
          </p:cNvPr>
          <p:cNvSpPr txBox="1"/>
          <p:nvPr/>
        </p:nvSpPr>
        <p:spPr>
          <a:xfrm>
            <a:off x="3633474" y="5775648"/>
            <a:ext cx="2852064" cy="215444"/>
          </a:xfrm>
          <a:prstGeom prst="rect">
            <a:avLst/>
          </a:prstGeom>
          <a:noFill/>
        </p:spPr>
        <p:txBody>
          <a:bodyPr wrap="none" rtlCol="0">
            <a:spAutoFit/>
          </a:bodyPr>
          <a:lstStyle/>
          <a:p>
            <a:pPr algn="ctr"/>
            <a:r>
              <a:rPr lang="en-SG" sz="800" noProof="0" dirty="0">
                <a:solidFill>
                  <a:schemeClr val="bg2">
                    <a:lumMod val="50000"/>
                  </a:schemeClr>
                </a:solidFill>
              </a:rPr>
              <a:t>WIMSE </a:t>
            </a:r>
            <a:r>
              <a:rPr lang="en-SG" sz="800" noProof="0" dirty="0" err="1">
                <a:solidFill>
                  <a:schemeClr val="bg2">
                    <a:lumMod val="50000"/>
                  </a:schemeClr>
                </a:solidFill>
              </a:rPr>
              <a:t>TxN</a:t>
            </a:r>
            <a:r>
              <a:rPr lang="en-SG" sz="800" noProof="0" dirty="0">
                <a:solidFill>
                  <a:schemeClr val="bg2">
                    <a:lumMod val="50000"/>
                  </a:schemeClr>
                </a:solidFill>
              </a:rPr>
              <a:t> token (Agent Id + Sponsor/OBO+ Action + Intent)</a:t>
            </a:r>
          </a:p>
        </p:txBody>
      </p:sp>
      <p:cxnSp>
        <p:nvCxnSpPr>
          <p:cNvPr id="1117" name="Connector: Elbow 1116">
            <a:extLst>
              <a:ext uri="{FF2B5EF4-FFF2-40B4-BE49-F238E27FC236}">
                <a16:creationId xmlns:a16="http://schemas.microsoft.com/office/drawing/2014/main" id="{D27D5831-A280-7808-88EA-20C9008FC008}"/>
              </a:ext>
            </a:extLst>
          </p:cNvPr>
          <p:cNvCxnSpPr>
            <a:cxnSpLocks/>
            <a:stCxn id="1046" idx="0"/>
            <a:endCxn id="1057" idx="3"/>
          </p:cNvCxnSpPr>
          <p:nvPr/>
        </p:nvCxnSpPr>
        <p:spPr>
          <a:xfrm rot="16200000" flipV="1">
            <a:off x="5501753" y="4972117"/>
            <a:ext cx="1798193" cy="706013"/>
          </a:xfrm>
          <a:prstGeom prst="bentConnector2">
            <a:avLst/>
          </a:prstGeom>
          <a:ln w="3175">
            <a:tailEnd type="triangle"/>
          </a:ln>
        </p:spPr>
        <p:style>
          <a:lnRef idx="2">
            <a:schemeClr val="dk1"/>
          </a:lnRef>
          <a:fillRef idx="0">
            <a:schemeClr val="dk1"/>
          </a:fillRef>
          <a:effectRef idx="1">
            <a:schemeClr val="dk1"/>
          </a:effectRef>
          <a:fontRef idx="minor">
            <a:schemeClr val="tx1"/>
          </a:fontRef>
        </p:style>
      </p:cxnSp>
      <p:sp>
        <p:nvSpPr>
          <p:cNvPr id="1120" name="TextBox 1119">
            <a:extLst>
              <a:ext uri="{FF2B5EF4-FFF2-40B4-BE49-F238E27FC236}">
                <a16:creationId xmlns:a16="http://schemas.microsoft.com/office/drawing/2014/main" id="{2CC8F5B7-3646-86AB-FBD6-13BEA908C6EA}"/>
              </a:ext>
            </a:extLst>
          </p:cNvPr>
          <p:cNvSpPr txBox="1"/>
          <p:nvPr/>
        </p:nvSpPr>
        <p:spPr>
          <a:xfrm>
            <a:off x="6903682" y="6324581"/>
            <a:ext cx="601447" cy="215444"/>
          </a:xfrm>
          <a:prstGeom prst="rect">
            <a:avLst/>
          </a:prstGeom>
          <a:noFill/>
        </p:spPr>
        <p:txBody>
          <a:bodyPr wrap="none" rtlCol="0">
            <a:spAutoFit/>
          </a:bodyPr>
          <a:lstStyle/>
          <a:p>
            <a:pPr algn="ctr"/>
            <a:r>
              <a:rPr lang="en-SG" sz="800" noProof="0" dirty="0"/>
              <a:t>Approves</a:t>
            </a:r>
          </a:p>
        </p:txBody>
      </p:sp>
      <p:cxnSp>
        <p:nvCxnSpPr>
          <p:cNvPr id="1124" name="Straight Arrow Connector 1123">
            <a:extLst>
              <a:ext uri="{FF2B5EF4-FFF2-40B4-BE49-F238E27FC236}">
                <a16:creationId xmlns:a16="http://schemas.microsoft.com/office/drawing/2014/main" id="{A99D3462-B510-70DA-0073-6254DA140DAD}"/>
              </a:ext>
            </a:extLst>
          </p:cNvPr>
          <p:cNvCxnSpPr>
            <a:cxnSpLocks/>
          </p:cNvCxnSpPr>
          <p:nvPr/>
        </p:nvCxnSpPr>
        <p:spPr>
          <a:xfrm>
            <a:off x="3169836" y="2873603"/>
            <a:ext cx="232" cy="1864583"/>
          </a:xfrm>
          <a:prstGeom prst="straightConnector1">
            <a:avLst/>
          </a:prstGeom>
          <a:ln w="3175">
            <a:tailEnd type="triangle"/>
          </a:ln>
        </p:spPr>
        <p:style>
          <a:lnRef idx="2">
            <a:schemeClr val="dk1"/>
          </a:lnRef>
          <a:fillRef idx="0">
            <a:schemeClr val="dk1"/>
          </a:fillRef>
          <a:effectRef idx="1">
            <a:schemeClr val="dk1"/>
          </a:effectRef>
          <a:fontRef idx="minor">
            <a:schemeClr val="tx1"/>
          </a:fontRef>
        </p:style>
      </p:cxnSp>
      <p:sp>
        <p:nvSpPr>
          <p:cNvPr id="1127" name="TextBox 1126">
            <a:extLst>
              <a:ext uri="{FF2B5EF4-FFF2-40B4-BE49-F238E27FC236}">
                <a16:creationId xmlns:a16="http://schemas.microsoft.com/office/drawing/2014/main" id="{9D25AD68-14CF-D7E2-6FC1-B63F7BC06F6B}"/>
              </a:ext>
            </a:extLst>
          </p:cNvPr>
          <p:cNvSpPr txBox="1"/>
          <p:nvPr/>
        </p:nvSpPr>
        <p:spPr>
          <a:xfrm>
            <a:off x="3182757" y="4173367"/>
            <a:ext cx="1010212" cy="338554"/>
          </a:xfrm>
          <a:prstGeom prst="rect">
            <a:avLst/>
          </a:prstGeom>
          <a:noFill/>
        </p:spPr>
        <p:txBody>
          <a:bodyPr wrap="none" rtlCol="0">
            <a:spAutoFit/>
          </a:bodyPr>
          <a:lstStyle/>
          <a:p>
            <a:pPr algn="ctr"/>
            <a:r>
              <a:rPr lang="en-SG" sz="800" noProof="0" dirty="0">
                <a:solidFill>
                  <a:schemeClr val="bg2">
                    <a:lumMod val="50000"/>
                  </a:schemeClr>
                </a:solidFill>
              </a:rPr>
              <a:t>Agent Id  token</a:t>
            </a:r>
            <a:br>
              <a:rPr lang="en-SG" sz="800" noProof="0" dirty="0">
                <a:solidFill>
                  <a:schemeClr val="bg2">
                    <a:lumMod val="50000"/>
                  </a:schemeClr>
                </a:solidFill>
              </a:rPr>
            </a:br>
            <a:r>
              <a:rPr lang="en-SG" sz="800" noProof="0" dirty="0">
                <a:solidFill>
                  <a:schemeClr val="bg2">
                    <a:lumMod val="50000"/>
                  </a:schemeClr>
                </a:solidFill>
              </a:rPr>
              <a:t>(if no HITL needed)</a:t>
            </a:r>
          </a:p>
        </p:txBody>
      </p:sp>
      <p:sp>
        <p:nvSpPr>
          <p:cNvPr id="1128" name="TextBox 1127">
            <a:extLst>
              <a:ext uri="{FF2B5EF4-FFF2-40B4-BE49-F238E27FC236}">
                <a16:creationId xmlns:a16="http://schemas.microsoft.com/office/drawing/2014/main" id="{B5C10318-969D-9761-EA7F-6913CF26ACEA}"/>
              </a:ext>
            </a:extLst>
          </p:cNvPr>
          <p:cNvSpPr txBox="1"/>
          <p:nvPr/>
        </p:nvSpPr>
        <p:spPr>
          <a:xfrm>
            <a:off x="4145303" y="5125822"/>
            <a:ext cx="2278188" cy="338554"/>
          </a:xfrm>
          <a:prstGeom prst="rect">
            <a:avLst/>
          </a:prstGeom>
          <a:noFill/>
        </p:spPr>
        <p:txBody>
          <a:bodyPr wrap="none" rtlCol="0">
            <a:spAutoFit/>
          </a:bodyPr>
          <a:lstStyle/>
          <a:p>
            <a:r>
              <a:rPr lang="en-SG" sz="800" noProof="0" dirty="0">
                <a:solidFill>
                  <a:schemeClr val="bg2">
                    <a:lumMod val="50000"/>
                  </a:schemeClr>
                </a:solidFill>
              </a:rPr>
              <a:t>Cryptographic binding  with JWS</a:t>
            </a:r>
            <a:br>
              <a:rPr lang="en-SG" sz="800" noProof="0" dirty="0">
                <a:solidFill>
                  <a:schemeClr val="bg2">
                    <a:lumMod val="50000"/>
                  </a:schemeClr>
                </a:solidFill>
              </a:rPr>
            </a:br>
            <a:r>
              <a:rPr lang="en-SG" sz="800" noProof="0" dirty="0">
                <a:solidFill>
                  <a:schemeClr val="bg2">
                    <a:lumMod val="50000"/>
                  </a:schemeClr>
                </a:solidFill>
              </a:rPr>
              <a:t>(Officer’s Id + task id + agent id) (if HITL needed)</a:t>
            </a:r>
          </a:p>
        </p:txBody>
      </p:sp>
      <p:cxnSp>
        <p:nvCxnSpPr>
          <p:cNvPr id="1132" name="Connector: Elbow 1131">
            <a:extLst>
              <a:ext uri="{FF2B5EF4-FFF2-40B4-BE49-F238E27FC236}">
                <a16:creationId xmlns:a16="http://schemas.microsoft.com/office/drawing/2014/main" id="{01CF06DE-6EE6-3B1A-E115-5AA4E9C473CE}"/>
              </a:ext>
            </a:extLst>
          </p:cNvPr>
          <p:cNvCxnSpPr>
            <a:cxnSpLocks/>
            <a:stCxn id="19" idx="2"/>
            <a:endCxn id="1056" idx="0"/>
          </p:cNvCxnSpPr>
          <p:nvPr/>
        </p:nvCxnSpPr>
        <p:spPr>
          <a:xfrm rot="16200000" flipH="1">
            <a:off x="3688752" y="2479816"/>
            <a:ext cx="1302579" cy="2090151"/>
          </a:xfrm>
          <a:prstGeom prst="bentConnector3">
            <a:avLst>
              <a:gd name="adj1" fmla="val 82513"/>
            </a:avLst>
          </a:prstGeom>
          <a:ln w="3175">
            <a:tailEnd type="triangle"/>
          </a:ln>
        </p:spPr>
        <p:style>
          <a:lnRef idx="2">
            <a:schemeClr val="dk1"/>
          </a:lnRef>
          <a:fillRef idx="0">
            <a:schemeClr val="dk1"/>
          </a:fillRef>
          <a:effectRef idx="1">
            <a:schemeClr val="dk1"/>
          </a:effectRef>
          <a:fontRef idx="minor">
            <a:schemeClr val="tx1"/>
          </a:fontRef>
        </p:style>
      </p:cxnSp>
      <p:sp>
        <p:nvSpPr>
          <p:cNvPr id="1140" name="Oval 1139">
            <a:extLst>
              <a:ext uri="{FF2B5EF4-FFF2-40B4-BE49-F238E27FC236}">
                <a16:creationId xmlns:a16="http://schemas.microsoft.com/office/drawing/2014/main" id="{C2C22502-C298-B553-1ED9-590EB83793EB}"/>
              </a:ext>
            </a:extLst>
          </p:cNvPr>
          <p:cNvSpPr/>
          <p:nvPr/>
        </p:nvSpPr>
        <p:spPr>
          <a:xfrm>
            <a:off x="3876085" y="4981009"/>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4</a:t>
            </a:r>
          </a:p>
        </p:txBody>
      </p:sp>
      <p:sp>
        <p:nvSpPr>
          <p:cNvPr id="1141" name="TextBox 1140">
            <a:extLst>
              <a:ext uri="{FF2B5EF4-FFF2-40B4-BE49-F238E27FC236}">
                <a16:creationId xmlns:a16="http://schemas.microsoft.com/office/drawing/2014/main" id="{0FC480E6-8B04-1970-6800-7B9F4A9FF8EE}"/>
              </a:ext>
            </a:extLst>
          </p:cNvPr>
          <p:cNvSpPr txBox="1"/>
          <p:nvPr/>
        </p:nvSpPr>
        <p:spPr>
          <a:xfrm>
            <a:off x="4116480" y="4953629"/>
            <a:ext cx="1923924" cy="261610"/>
          </a:xfrm>
          <a:prstGeom prst="rect">
            <a:avLst/>
          </a:prstGeom>
          <a:noFill/>
        </p:spPr>
        <p:txBody>
          <a:bodyPr wrap="none" rtlCol="0">
            <a:spAutoFit/>
          </a:bodyPr>
          <a:lstStyle/>
          <a:p>
            <a:pPr algn="ctr"/>
            <a:r>
              <a:rPr lang="en-SG" sz="1100" noProof="0" dirty="0"/>
              <a:t>Cryptographic HITL Approval</a:t>
            </a:r>
          </a:p>
        </p:txBody>
      </p:sp>
      <p:sp>
        <p:nvSpPr>
          <p:cNvPr id="1142" name="TextBox 1141">
            <a:extLst>
              <a:ext uri="{FF2B5EF4-FFF2-40B4-BE49-F238E27FC236}">
                <a16:creationId xmlns:a16="http://schemas.microsoft.com/office/drawing/2014/main" id="{940A7298-2CDF-6A4A-4AB2-21EF8E8BF39B}"/>
              </a:ext>
            </a:extLst>
          </p:cNvPr>
          <p:cNvSpPr txBox="1"/>
          <p:nvPr/>
        </p:nvSpPr>
        <p:spPr>
          <a:xfrm>
            <a:off x="4843893" y="2439248"/>
            <a:ext cx="1587294" cy="461665"/>
          </a:xfrm>
          <a:prstGeom prst="rect">
            <a:avLst/>
          </a:prstGeom>
          <a:noFill/>
        </p:spPr>
        <p:txBody>
          <a:bodyPr wrap="none" rtlCol="0">
            <a:spAutoFit/>
          </a:bodyPr>
          <a:lstStyle/>
          <a:p>
            <a:r>
              <a:rPr lang="en-SG" sz="800" noProof="0" dirty="0">
                <a:solidFill>
                  <a:schemeClr val="bg2">
                    <a:lumMod val="50000"/>
                  </a:schemeClr>
                </a:solidFill>
              </a:rPr>
              <a:t>SPIFFE: Checks agent’s binary, </a:t>
            </a:r>
          </a:p>
          <a:p>
            <a:r>
              <a:rPr lang="en-SG" sz="800" noProof="0" dirty="0">
                <a:solidFill>
                  <a:schemeClr val="bg2">
                    <a:lumMod val="50000"/>
                  </a:schemeClr>
                </a:solidFill>
              </a:rPr>
              <a:t>namespace, environment.</a:t>
            </a:r>
          </a:p>
          <a:p>
            <a:r>
              <a:rPr lang="en-SG" sz="800" noProof="0" dirty="0">
                <a:solidFill>
                  <a:schemeClr val="bg2">
                    <a:lumMod val="50000"/>
                  </a:schemeClr>
                </a:solidFill>
              </a:rPr>
              <a:t>Returns an SVID</a:t>
            </a:r>
          </a:p>
        </p:txBody>
      </p:sp>
      <p:sp>
        <p:nvSpPr>
          <p:cNvPr id="1143" name="TextBox 1142">
            <a:extLst>
              <a:ext uri="{FF2B5EF4-FFF2-40B4-BE49-F238E27FC236}">
                <a16:creationId xmlns:a16="http://schemas.microsoft.com/office/drawing/2014/main" id="{961B3CC0-19DC-7A18-9473-492D9B87D1D5}"/>
              </a:ext>
            </a:extLst>
          </p:cNvPr>
          <p:cNvSpPr txBox="1"/>
          <p:nvPr/>
        </p:nvSpPr>
        <p:spPr>
          <a:xfrm>
            <a:off x="5077756" y="3343287"/>
            <a:ext cx="934872" cy="338554"/>
          </a:xfrm>
          <a:prstGeom prst="rect">
            <a:avLst/>
          </a:prstGeom>
          <a:noFill/>
        </p:spPr>
        <p:txBody>
          <a:bodyPr wrap="none" rtlCol="0">
            <a:spAutoFit/>
          </a:bodyPr>
          <a:lstStyle/>
          <a:p>
            <a:pPr algn="ctr"/>
            <a:r>
              <a:rPr lang="en-SG" sz="800" noProof="0" dirty="0">
                <a:solidFill>
                  <a:schemeClr val="bg2">
                    <a:lumMod val="50000"/>
                  </a:schemeClr>
                </a:solidFill>
              </a:rPr>
              <a:t>*Swappable with</a:t>
            </a:r>
          </a:p>
          <a:p>
            <a:pPr algn="ctr"/>
            <a:r>
              <a:rPr lang="en-SG" sz="800" noProof="0" dirty="0">
                <a:solidFill>
                  <a:schemeClr val="bg2">
                    <a:lumMod val="50000"/>
                  </a:schemeClr>
                </a:solidFill>
              </a:rPr>
              <a:t>Entra Agent Id</a:t>
            </a:r>
          </a:p>
        </p:txBody>
      </p:sp>
      <p:sp>
        <p:nvSpPr>
          <p:cNvPr id="1145" name="Oval 1144">
            <a:extLst>
              <a:ext uri="{FF2B5EF4-FFF2-40B4-BE49-F238E27FC236}">
                <a16:creationId xmlns:a16="http://schemas.microsoft.com/office/drawing/2014/main" id="{26DAA4D2-4E34-2796-DE55-552198817936}"/>
              </a:ext>
            </a:extLst>
          </p:cNvPr>
          <p:cNvSpPr/>
          <p:nvPr/>
        </p:nvSpPr>
        <p:spPr>
          <a:xfrm>
            <a:off x="7757087" y="769262"/>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7</a:t>
            </a:r>
          </a:p>
        </p:txBody>
      </p:sp>
      <p:sp>
        <p:nvSpPr>
          <p:cNvPr id="1146" name="TextBox 1145">
            <a:extLst>
              <a:ext uri="{FF2B5EF4-FFF2-40B4-BE49-F238E27FC236}">
                <a16:creationId xmlns:a16="http://schemas.microsoft.com/office/drawing/2014/main" id="{5DF47168-2CC5-5BF4-6293-12CBAA2C5D3B}"/>
              </a:ext>
            </a:extLst>
          </p:cNvPr>
          <p:cNvSpPr txBox="1"/>
          <p:nvPr/>
        </p:nvSpPr>
        <p:spPr>
          <a:xfrm>
            <a:off x="8014546" y="782410"/>
            <a:ext cx="2751074" cy="261610"/>
          </a:xfrm>
          <a:prstGeom prst="rect">
            <a:avLst/>
          </a:prstGeom>
          <a:noFill/>
        </p:spPr>
        <p:txBody>
          <a:bodyPr wrap="none" rtlCol="0">
            <a:spAutoFit/>
          </a:bodyPr>
          <a:lstStyle/>
          <a:p>
            <a:pPr algn="ctr"/>
            <a:r>
              <a:rPr lang="en-SG" sz="1100" noProof="0" dirty="0"/>
              <a:t>Some sort of access checking &amp; mapping?</a:t>
            </a:r>
          </a:p>
        </p:txBody>
      </p:sp>
      <p:sp>
        <p:nvSpPr>
          <p:cNvPr id="1147" name="TextBox 1146">
            <a:extLst>
              <a:ext uri="{FF2B5EF4-FFF2-40B4-BE49-F238E27FC236}">
                <a16:creationId xmlns:a16="http://schemas.microsoft.com/office/drawing/2014/main" id="{1353D583-A30D-86B1-3A5A-8D552FA13FD4}"/>
              </a:ext>
            </a:extLst>
          </p:cNvPr>
          <p:cNvSpPr txBox="1"/>
          <p:nvPr/>
        </p:nvSpPr>
        <p:spPr>
          <a:xfrm>
            <a:off x="8046466" y="957822"/>
            <a:ext cx="2541080" cy="338554"/>
          </a:xfrm>
          <a:prstGeom prst="rect">
            <a:avLst/>
          </a:prstGeom>
          <a:noFill/>
        </p:spPr>
        <p:txBody>
          <a:bodyPr wrap="none" rtlCol="0">
            <a:spAutoFit/>
          </a:bodyPr>
          <a:lstStyle/>
          <a:p>
            <a:r>
              <a:rPr lang="en-SG" sz="800" noProof="0" dirty="0">
                <a:solidFill>
                  <a:schemeClr val="bg2">
                    <a:lumMod val="50000"/>
                  </a:schemeClr>
                </a:solidFill>
              </a:rPr>
              <a:t>If request is non-HITL, checks agent identity access</a:t>
            </a:r>
          </a:p>
          <a:p>
            <a:r>
              <a:rPr lang="en-SG" sz="800" noProof="0" dirty="0">
                <a:solidFill>
                  <a:schemeClr val="bg2">
                    <a:lumMod val="50000"/>
                  </a:schemeClr>
                </a:solidFill>
              </a:rPr>
              <a:t>If request is HITL-approved, checks user’s access </a:t>
            </a:r>
          </a:p>
        </p:txBody>
      </p:sp>
      <p:sp>
        <p:nvSpPr>
          <p:cNvPr id="1157" name="Oval 1156">
            <a:extLst>
              <a:ext uri="{FF2B5EF4-FFF2-40B4-BE49-F238E27FC236}">
                <a16:creationId xmlns:a16="http://schemas.microsoft.com/office/drawing/2014/main" id="{9A531E13-4E6D-F9A2-80B4-5707137BB939}"/>
              </a:ext>
            </a:extLst>
          </p:cNvPr>
          <p:cNvSpPr/>
          <p:nvPr/>
        </p:nvSpPr>
        <p:spPr>
          <a:xfrm>
            <a:off x="7028878" y="3583888"/>
            <a:ext cx="288000" cy="28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noProof="0" dirty="0"/>
              <a:t>6</a:t>
            </a:r>
          </a:p>
        </p:txBody>
      </p:sp>
      <p:sp>
        <p:nvSpPr>
          <p:cNvPr id="1158" name="TextBox 1157">
            <a:extLst>
              <a:ext uri="{FF2B5EF4-FFF2-40B4-BE49-F238E27FC236}">
                <a16:creationId xmlns:a16="http://schemas.microsoft.com/office/drawing/2014/main" id="{21292213-4BD9-4DF4-6E60-0628B88717AB}"/>
              </a:ext>
            </a:extLst>
          </p:cNvPr>
          <p:cNvSpPr txBox="1"/>
          <p:nvPr/>
        </p:nvSpPr>
        <p:spPr>
          <a:xfrm>
            <a:off x="7279903" y="3587411"/>
            <a:ext cx="2686954" cy="261610"/>
          </a:xfrm>
          <a:prstGeom prst="rect">
            <a:avLst/>
          </a:prstGeom>
          <a:noFill/>
        </p:spPr>
        <p:txBody>
          <a:bodyPr wrap="none" rtlCol="0">
            <a:spAutoFit/>
          </a:bodyPr>
          <a:lstStyle/>
          <a:p>
            <a:pPr algn="ctr"/>
            <a:r>
              <a:rPr lang="en-SG" sz="1100" noProof="0" dirty="0"/>
              <a:t>Some sort of request anomaly detection?</a:t>
            </a:r>
          </a:p>
        </p:txBody>
      </p:sp>
      <p:sp>
        <p:nvSpPr>
          <p:cNvPr id="1159" name="TextBox 1158">
            <a:extLst>
              <a:ext uri="{FF2B5EF4-FFF2-40B4-BE49-F238E27FC236}">
                <a16:creationId xmlns:a16="http://schemas.microsoft.com/office/drawing/2014/main" id="{7C800D56-6358-09FD-B673-D371C8BB686C}"/>
              </a:ext>
            </a:extLst>
          </p:cNvPr>
          <p:cNvSpPr txBox="1"/>
          <p:nvPr/>
        </p:nvSpPr>
        <p:spPr>
          <a:xfrm>
            <a:off x="7299007" y="3782073"/>
            <a:ext cx="1697901" cy="215444"/>
          </a:xfrm>
          <a:prstGeom prst="rect">
            <a:avLst/>
          </a:prstGeom>
          <a:noFill/>
        </p:spPr>
        <p:txBody>
          <a:bodyPr wrap="none" rtlCol="0">
            <a:spAutoFit/>
          </a:bodyPr>
          <a:lstStyle/>
          <a:p>
            <a:r>
              <a:rPr lang="en-SG" sz="800" noProof="0" dirty="0">
                <a:solidFill>
                  <a:schemeClr val="bg2">
                    <a:lumMod val="50000"/>
                  </a:schemeClr>
                </a:solidFill>
              </a:rPr>
              <a:t>Continuous monitoring (Sentinel?)</a:t>
            </a:r>
          </a:p>
        </p:txBody>
      </p:sp>
      <p:cxnSp>
        <p:nvCxnSpPr>
          <p:cNvPr id="1160" name="Straight Arrow Connector 1159">
            <a:extLst>
              <a:ext uri="{FF2B5EF4-FFF2-40B4-BE49-F238E27FC236}">
                <a16:creationId xmlns:a16="http://schemas.microsoft.com/office/drawing/2014/main" id="{D457277D-FEA7-A38A-9A10-394B63680FA4}"/>
              </a:ext>
            </a:extLst>
          </p:cNvPr>
          <p:cNvCxnSpPr>
            <a:cxnSpLocks/>
          </p:cNvCxnSpPr>
          <p:nvPr/>
        </p:nvCxnSpPr>
        <p:spPr>
          <a:xfrm flipH="1">
            <a:off x="8271880" y="1684903"/>
            <a:ext cx="180450" cy="483495"/>
          </a:xfrm>
          <a:prstGeom prst="straightConnector1">
            <a:avLst/>
          </a:prstGeom>
          <a:ln w="3175">
            <a:solidFill>
              <a:schemeClr val="bg2">
                <a:lumMod val="50000"/>
              </a:schemeClr>
            </a:solidFill>
            <a:prstDash val="dash"/>
            <a:headEnd type="none" w="med" len="med"/>
            <a:tailEnd type="triangle" w="med" len="med"/>
          </a:ln>
        </p:spPr>
        <p:style>
          <a:lnRef idx="2">
            <a:schemeClr val="dk1"/>
          </a:lnRef>
          <a:fillRef idx="0">
            <a:schemeClr val="dk1"/>
          </a:fillRef>
          <a:effectRef idx="1">
            <a:schemeClr val="dk1"/>
          </a:effectRef>
          <a:fontRef idx="minor">
            <a:schemeClr val="tx1"/>
          </a:fontRef>
        </p:style>
      </p:cxnSp>
      <p:sp>
        <p:nvSpPr>
          <p:cNvPr id="1162" name="TextBox 1161">
            <a:extLst>
              <a:ext uri="{FF2B5EF4-FFF2-40B4-BE49-F238E27FC236}">
                <a16:creationId xmlns:a16="http://schemas.microsoft.com/office/drawing/2014/main" id="{4975EFAA-7E09-9208-A62B-5E247FDD785E}"/>
              </a:ext>
            </a:extLst>
          </p:cNvPr>
          <p:cNvSpPr txBox="1"/>
          <p:nvPr/>
        </p:nvSpPr>
        <p:spPr>
          <a:xfrm>
            <a:off x="8520614" y="1827924"/>
            <a:ext cx="1372492" cy="215444"/>
          </a:xfrm>
          <a:prstGeom prst="rect">
            <a:avLst/>
          </a:prstGeom>
          <a:noFill/>
        </p:spPr>
        <p:txBody>
          <a:bodyPr wrap="none" rtlCol="0">
            <a:spAutoFit/>
          </a:bodyPr>
          <a:lstStyle/>
          <a:p>
            <a:pPr algn="ctr"/>
            <a:r>
              <a:rPr lang="en-SG" sz="800" noProof="0" dirty="0">
                <a:solidFill>
                  <a:schemeClr val="bg2">
                    <a:lumMod val="50000"/>
                  </a:schemeClr>
                </a:solidFill>
              </a:rPr>
              <a:t>Requests for OAuth token?</a:t>
            </a:r>
          </a:p>
        </p:txBody>
      </p:sp>
      <p:cxnSp>
        <p:nvCxnSpPr>
          <p:cNvPr id="1163" name="Straight Arrow Connector 1162">
            <a:extLst>
              <a:ext uri="{FF2B5EF4-FFF2-40B4-BE49-F238E27FC236}">
                <a16:creationId xmlns:a16="http://schemas.microsoft.com/office/drawing/2014/main" id="{1AC4C69D-3306-6075-82BE-3CE3CFA68E3B}"/>
              </a:ext>
            </a:extLst>
          </p:cNvPr>
          <p:cNvCxnSpPr>
            <a:cxnSpLocks/>
          </p:cNvCxnSpPr>
          <p:nvPr/>
        </p:nvCxnSpPr>
        <p:spPr>
          <a:xfrm flipH="1">
            <a:off x="8388583" y="1692168"/>
            <a:ext cx="180450" cy="483495"/>
          </a:xfrm>
          <a:prstGeom prst="straightConnector1">
            <a:avLst/>
          </a:prstGeom>
          <a:ln w="3175">
            <a:solidFill>
              <a:schemeClr val="bg2">
                <a:lumMod val="50000"/>
              </a:schemeClr>
            </a:solidFill>
            <a:prstDash val="dash"/>
            <a:headEnd type="triangle" w="med" len="med"/>
            <a:tailEnd type="none" w="med" len="med"/>
          </a:ln>
        </p:spPr>
        <p:style>
          <a:lnRef idx="2">
            <a:schemeClr val="dk1"/>
          </a:lnRef>
          <a:fillRef idx="0">
            <a:schemeClr val="dk1"/>
          </a:fillRef>
          <a:effectRef idx="1">
            <a:schemeClr val="dk1"/>
          </a:effectRef>
          <a:fontRef idx="minor">
            <a:schemeClr val="tx1"/>
          </a:fontRef>
        </p:style>
      </p:cxnSp>
      <p:sp>
        <p:nvSpPr>
          <p:cNvPr id="1164" name="TextBox 1163">
            <a:extLst>
              <a:ext uri="{FF2B5EF4-FFF2-40B4-BE49-F238E27FC236}">
                <a16:creationId xmlns:a16="http://schemas.microsoft.com/office/drawing/2014/main" id="{8BA7C978-A84C-ACBD-4A91-7E5D5E7044EF}"/>
              </a:ext>
            </a:extLst>
          </p:cNvPr>
          <p:cNvSpPr txBox="1"/>
          <p:nvPr/>
        </p:nvSpPr>
        <p:spPr>
          <a:xfrm>
            <a:off x="6936886" y="1749892"/>
            <a:ext cx="1265090" cy="215444"/>
          </a:xfrm>
          <a:prstGeom prst="rect">
            <a:avLst/>
          </a:prstGeom>
          <a:noFill/>
        </p:spPr>
        <p:txBody>
          <a:bodyPr wrap="none" rtlCol="0">
            <a:spAutoFit/>
          </a:bodyPr>
          <a:lstStyle/>
          <a:p>
            <a:pPr algn="ctr"/>
            <a:r>
              <a:rPr lang="en-SG" sz="800" noProof="0" dirty="0">
                <a:solidFill>
                  <a:schemeClr val="bg2">
                    <a:lumMod val="50000"/>
                  </a:schemeClr>
                </a:solidFill>
              </a:rPr>
              <a:t>Issues JIT access token?</a:t>
            </a:r>
          </a:p>
        </p:txBody>
      </p:sp>
      <p:sp>
        <p:nvSpPr>
          <p:cNvPr id="1165" name="TextBox 1164">
            <a:extLst>
              <a:ext uri="{FF2B5EF4-FFF2-40B4-BE49-F238E27FC236}">
                <a16:creationId xmlns:a16="http://schemas.microsoft.com/office/drawing/2014/main" id="{7BF57473-40B8-FC8D-3A14-7A64B7160EB7}"/>
              </a:ext>
            </a:extLst>
          </p:cNvPr>
          <p:cNvSpPr txBox="1"/>
          <p:nvPr/>
        </p:nvSpPr>
        <p:spPr>
          <a:xfrm>
            <a:off x="8304499" y="6495747"/>
            <a:ext cx="3340979" cy="215444"/>
          </a:xfrm>
          <a:prstGeom prst="rect">
            <a:avLst/>
          </a:prstGeom>
          <a:noFill/>
        </p:spPr>
        <p:txBody>
          <a:bodyPr wrap="none" rtlCol="0">
            <a:spAutoFit/>
          </a:bodyPr>
          <a:lstStyle/>
          <a:p>
            <a:r>
              <a:rPr lang="en-SG" sz="800" noProof="0" dirty="0">
                <a:solidFill>
                  <a:schemeClr val="bg2">
                    <a:lumMod val="50000"/>
                  </a:schemeClr>
                </a:solidFill>
              </a:rPr>
              <a:t>WSO2 API-M ForgeRock Connector for WSO2 or OIDC for Entra Agent ID</a:t>
            </a:r>
          </a:p>
        </p:txBody>
      </p:sp>
    </p:spTree>
    <p:extLst>
      <p:ext uri="{BB962C8B-B14F-4D97-AF65-F5344CB8AC3E}">
        <p14:creationId xmlns:p14="http://schemas.microsoft.com/office/powerpoint/2010/main" val="24773114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5B88B-EB28-4DDD-1EEB-78C1186F3987}"/>
              </a:ext>
            </a:extLst>
          </p:cNvPr>
          <p:cNvSpPr>
            <a:spLocks noGrp="1"/>
          </p:cNvSpPr>
          <p:nvPr>
            <p:ph type="title"/>
          </p:nvPr>
        </p:nvSpPr>
        <p:spPr>
          <a:xfrm>
            <a:off x="838200" y="365126"/>
            <a:ext cx="10515600" cy="477356"/>
          </a:xfrm>
        </p:spPr>
        <p:txBody>
          <a:bodyPr>
            <a:normAutofit/>
          </a:bodyPr>
          <a:lstStyle/>
          <a:p>
            <a:r>
              <a:rPr lang="en-SG" sz="2000" noProof="0" dirty="0"/>
              <a:t>Component A</a:t>
            </a:r>
          </a:p>
        </p:txBody>
      </p:sp>
      <p:graphicFrame>
        <p:nvGraphicFramePr>
          <p:cNvPr id="3" name="Table 2">
            <a:extLst>
              <a:ext uri="{FF2B5EF4-FFF2-40B4-BE49-F238E27FC236}">
                <a16:creationId xmlns:a16="http://schemas.microsoft.com/office/drawing/2014/main" id="{19436A60-F6FD-1EB7-FE1B-442EF748A08B}"/>
              </a:ext>
            </a:extLst>
          </p:cNvPr>
          <p:cNvGraphicFramePr>
            <a:graphicFrameLocks noGrp="1"/>
          </p:cNvGraphicFramePr>
          <p:nvPr>
            <p:extLst>
              <p:ext uri="{D42A27DB-BD31-4B8C-83A1-F6EECF244321}">
                <p14:modId xmlns:p14="http://schemas.microsoft.com/office/powerpoint/2010/main" val="1541080924"/>
              </p:ext>
            </p:extLst>
          </p:nvPr>
        </p:nvGraphicFramePr>
        <p:xfrm>
          <a:off x="609601" y="2722654"/>
          <a:ext cx="10972798" cy="2239764"/>
        </p:xfrm>
        <a:graphic>
          <a:graphicData uri="http://schemas.openxmlformats.org/drawingml/2006/table">
            <a:tbl>
              <a:tblPr firstRow="1" bandRow="1">
                <a:tableStyleId>{7E9639D4-E3E2-4D34-9284-5A2195B3D0D7}</a:tableStyleId>
              </a:tblPr>
              <a:tblGrid>
                <a:gridCol w="2081630">
                  <a:extLst>
                    <a:ext uri="{9D8B030D-6E8A-4147-A177-3AD203B41FA5}">
                      <a16:colId xmlns:a16="http://schemas.microsoft.com/office/drawing/2014/main" val="3314179839"/>
                    </a:ext>
                  </a:extLst>
                </a:gridCol>
                <a:gridCol w="2548589">
                  <a:extLst>
                    <a:ext uri="{9D8B030D-6E8A-4147-A177-3AD203B41FA5}">
                      <a16:colId xmlns:a16="http://schemas.microsoft.com/office/drawing/2014/main" val="3109461255"/>
                    </a:ext>
                  </a:extLst>
                </a:gridCol>
                <a:gridCol w="2311686">
                  <a:extLst>
                    <a:ext uri="{9D8B030D-6E8A-4147-A177-3AD203B41FA5}">
                      <a16:colId xmlns:a16="http://schemas.microsoft.com/office/drawing/2014/main" val="1458805979"/>
                    </a:ext>
                  </a:extLst>
                </a:gridCol>
                <a:gridCol w="4030893">
                  <a:extLst>
                    <a:ext uri="{9D8B030D-6E8A-4147-A177-3AD203B41FA5}">
                      <a16:colId xmlns:a16="http://schemas.microsoft.com/office/drawing/2014/main" val="35201252"/>
                    </a:ext>
                  </a:extLst>
                </a:gridCol>
              </a:tblGrid>
              <a:tr h="410964">
                <a:tc>
                  <a:txBody>
                    <a:bodyPr/>
                    <a:lstStyle/>
                    <a:p>
                      <a:r>
                        <a:rPr lang="en-SG" noProof="0" dirty="0"/>
                        <a:t>Solution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noProof="0" dirty="0"/>
                        <a:t>Pros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noProof="0" dirty="0"/>
                        <a:t>Cons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noProof="0" dirty="0"/>
                        <a:t>Everyone agrees?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8139898"/>
                  </a:ext>
                </a:extLst>
              </a:tr>
              <a:tr h="331094">
                <a:tc>
                  <a:txBody>
                    <a:bodyPr/>
                    <a:lstStyle/>
                    <a:p>
                      <a:r>
                        <a:rPr lang="en-SG" noProof="0" dirty="0"/>
                        <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SG" noProof="0" dirty="0"/>
                        <a:t>Bla </a:t>
                      </a:r>
                      <a:r>
                        <a:rPr lang="en-SG" noProof="0" dirty="0" err="1"/>
                        <a:t>bla</a:t>
                      </a:r>
                      <a:r>
                        <a:rPr lang="en-SG" noProof="0" dirty="0"/>
                        <a:t> </a:t>
                      </a:r>
                      <a:r>
                        <a:rPr lang="en-SG" noProof="0" dirty="0" err="1"/>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590357"/>
                  </a:ext>
                </a:extLst>
              </a:tr>
              <a:tr h="331094">
                <a:tc>
                  <a:txBody>
                    <a:bodyPr/>
                    <a:lstStyle/>
                    <a:p>
                      <a:r>
                        <a:rPr lang="en-SG" noProof="0" dirty="0"/>
                        <a:t>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SG" sz="1800" b="0" i="0" u="none" strike="noStrike" noProof="0" dirty="0">
                          <a:solidFill>
                            <a:srgbClr val="000000"/>
                          </a:solidFill>
                          <a:latin typeface="Aptos"/>
                        </a:rPr>
                        <a:t>Bla </a:t>
                      </a:r>
                      <a:r>
                        <a:rPr lang="en-SG" sz="1800" b="0" i="0" u="none" strike="noStrike" noProof="0" dirty="0" err="1">
                          <a:solidFill>
                            <a:srgbClr val="000000"/>
                          </a:solidFill>
                          <a:latin typeface="Aptos"/>
                        </a:rPr>
                        <a:t>bla</a:t>
                      </a:r>
                      <a:r>
                        <a:rPr lang="en-SG" sz="1800" b="0" i="0" u="none" strike="noStrike" noProof="0" dirty="0">
                          <a:solidFill>
                            <a:srgbClr val="000000"/>
                          </a:solidFill>
                          <a:latin typeface="Aptos"/>
                        </a:rPr>
                        <a:t> </a:t>
                      </a:r>
                      <a:r>
                        <a:rPr lang="en-SG" sz="1800" b="0" i="0" u="none" strike="noStrike" noProof="0" dirty="0" err="1">
                          <a:solidFill>
                            <a:srgbClr val="000000"/>
                          </a:solidFill>
                          <a:latin typeface="Aptos"/>
                        </a:rPr>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588714"/>
                  </a:ext>
                </a:extLst>
              </a:tr>
              <a:tr h="331094">
                <a:tc>
                  <a:txBody>
                    <a:bodyPr/>
                    <a:lstStyle/>
                    <a:p>
                      <a:r>
                        <a:rPr lang="en-SG" noProof="0"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SG" sz="1800" b="0" i="0" u="none" strike="noStrike" noProof="0" dirty="0">
                          <a:solidFill>
                            <a:srgbClr val="000000"/>
                          </a:solidFill>
                          <a:latin typeface="Aptos"/>
                        </a:rPr>
                        <a:t>Bla </a:t>
                      </a:r>
                      <a:r>
                        <a:rPr lang="en-SG" sz="1800" b="0" i="0" u="none" strike="noStrike" noProof="0" dirty="0" err="1">
                          <a:solidFill>
                            <a:srgbClr val="000000"/>
                          </a:solidFill>
                          <a:latin typeface="Aptos"/>
                        </a:rPr>
                        <a:t>bla</a:t>
                      </a:r>
                      <a:r>
                        <a:rPr lang="en-SG" sz="1800" b="0" i="0" u="none" strike="noStrike" noProof="0" dirty="0">
                          <a:solidFill>
                            <a:srgbClr val="000000"/>
                          </a:solidFill>
                          <a:latin typeface="Aptos"/>
                        </a:rPr>
                        <a:t> </a:t>
                      </a:r>
                      <a:r>
                        <a:rPr lang="en-SG" sz="1800" b="0" i="0" u="none" strike="noStrike" noProof="0" dirty="0" err="1">
                          <a:solidFill>
                            <a:srgbClr val="000000"/>
                          </a:solidFill>
                          <a:latin typeface="Aptos"/>
                        </a:rPr>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4033091"/>
                  </a:ext>
                </a:extLst>
              </a:tr>
              <a:tr h="331094">
                <a:tc>
                  <a:txBody>
                    <a:bodyPr/>
                    <a:lstStyle/>
                    <a:p>
                      <a:r>
                        <a:rPr lang="en-SG" noProof="0"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SG" sz="1800" b="0" i="0" u="none" strike="noStrike" noProof="0" dirty="0">
                          <a:solidFill>
                            <a:srgbClr val="000000"/>
                          </a:solidFill>
                          <a:latin typeface="Aptos"/>
                        </a:rPr>
                        <a:t>Bla </a:t>
                      </a:r>
                      <a:r>
                        <a:rPr lang="en-SG" sz="1800" b="0" i="0" u="none" strike="noStrike" noProof="0" dirty="0" err="1">
                          <a:solidFill>
                            <a:srgbClr val="000000"/>
                          </a:solidFill>
                          <a:latin typeface="Aptos"/>
                        </a:rPr>
                        <a:t>bla</a:t>
                      </a:r>
                      <a:r>
                        <a:rPr lang="en-SG" sz="1800" b="0" i="0" u="none" strike="noStrike" noProof="0" dirty="0">
                          <a:solidFill>
                            <a:srgbClr val="000000"/>
                          </a:solidFill>
                          <a:latin typeface="Aptos"/>
                        </a:rPr>
                        <a:t> </a:t>
                      </a:r>
                      <a:r>
                        <a:rPr lang="en-SG" sz="1800" b="0" i="0" u="none" strike="noStrike" noProof="0" dirty="0" err="1">
                          <a:solidFill>
                            <a:srgbClr val="000000"/>
                          </a:solidFill>
                          <a:latin typeface="Aptos"/>
                        </a:rPr>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8678259"/>
                  </a:ext>
                </a:extLst>
              </a:tr>
              <a:tr h="331094">
                <a:tc>
                  <a:txBody>
                    <a:bodyPr/>
                    <a:lstStyle/>
                    <a:p>
                      <a:r>
                        <a:rPr lang="en-SG" noProof="0"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SG" sz="1800" b="0" i="0" u="none" strike="noStrike" noProof="0" dirty="0">
                          <a:solidFill>
                            <a:srgbClr val="000000"/>
                          </a:solidFill>
                          <a:latin typeface="Aptos"/>
                        </a:rPr>
                        <a:t>Bla </a:t>
                      </a:r>
                      <a:r>
                        <a:rPr lang="en-SG" sz="1800" b="0" i="0" u="none" strike="noStrike" noProof="0" dirty="0" err="1">
                          <a:solidFill>
                            <a:srgbClr val="000000"/>
                          </a:solidFill>
                          <a:latin typeface="Aptos"/>
                        </a:rPr>
                        <a:t>bla</a:t>
                      </a:r>
                      <a:r>
                        <a:rPr lang="en-SG" sz="1800" b="0" i="0" u="none" strike="noStrike" noProof="0" dirty="0">
                          <a:solidFill>
                            <a:srgbClr val="000000"/>
                          </a:solidFill>
                          <a:latin typeface="Aptos"/>
                        </a:rPr>
                        <a:t> </a:t>
                      </a:r>
                      <a:r>
                        <a:rPr lang="en-SG" sz="1800" b="0" i="0" u="none" strike="noStrike" noProof="0" dirty="0" err="1">
                          <a:solidFill>
                            <a:srgbClr val="000000"/>
                          </a:solidFill>
                          <a:latin typeface="Aptos"/>
                        </a:rPr>
                        <a:t>bla</a:t>
                      </a:r>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SG" noProof="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087195"/>
                  </a:ext>
                </a:extLst>
              </a:tr>
            </a:tbl>
          </a:graphicData>
        </a:graphic>
      </p:graphicFrame>
      <p:sp>
        <p:nvSpPr>
          <p:cNvPr id="5" name="Title 1">
            <a:extLst>
              <a:ext uri="{FF2B5EF4-FFF2-40B4-BE49-F238E27FC236}">
                <a16:creationId xmlns:a16="http://schemas.microsoft.com/office/drawing/2014/main" id="{F8610C3A-6C97-6091-AF8C-4B0D77F97CE9}"/>
              </a:ext>
            </a:extLst>
          </p:cNvPr>
          <p:cNvSpPr txBox="1">
            <a:spLocks/>
          </p:cNvSpPr>
          <p:nvPr/>
        </p:nvSpPr>
        <p:spPr>
          <a:xfrm>
            <a:off x="609601" y="934950"/>
            <a:ext cx="10515600" cy="4773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sz="1400" noProof="0" dirty="0">
                <a:latin typeface="+mn-lt"/>
              </a:rPr>
              <a:t>Component A</a:t>
            </a:r>
          </a:p>
        </p:txBody>
      </p:sp>
      <p:pic>
        <p:nvPicPr>
          <p:cNvPr id="4" name="Picture 2" descr="Download Check Mark, Tick Mark, Check. Royalty-Free Vector Graphic - Pixabay">
            <a:extLst>
              <a:ext uri="{FF2B5EF4-FFF2-40B4-BE49-F238E27FC236}">
                <a16:creationId xmlns:a16="http://schemas.microsoft.com/office/drawing/2014/main" id="{013EA924-64EA-3893-136B-FEBC819A70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232" y="6312873"/>
            <a:ext cx="366918" cy="3600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tar - Free signs icons">
            <a:extLst>
              <a:ext uri="{FF2B5EF4-FFF2-40B4-BE49-F238E27FC236}">
                <a16:creationId xmlns:a16="http://schemas.microsoft.com/office/drawing/2014/main" id="{8C29DF2B-5C6B-12D9-A103-DDDDE99B2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394" y="1302973"/>
            <a:ext cx="385010" cy="38501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DC702769-1B30-E516-A1A7-52F7A63767B9}"/>
              </a:ext>
            </a:extLst>
          </p:cNvPr>
          <p:cNvSpPr txBox="1">
            <a:spLocks/>
          </p:cNvSpPr>
          <p:nvPr/>
        </p:nvSpPr>
        <p:spPr>
          <a:xfrm>
            <a:off x="5563513" y="1214405"/>
            <a:ext cx="5458459" cy="515015"/>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lang="en-US" sz="5400" b="1" kern="1200" dirty="0" smtClean="0">
                <a:solidFill>
                  <a:srgbClr val="005AAB"/>
                </a:solidFill>
                <a:latin typeface="Source Sans Pro" panose="020B0503030403020204" pitchFamily="34" charset="0"/>
                <a:ea typeface="+mj-ea"/>
                <a:cs typeface="+mj-cs"/>
              </a:defRPr>
            </a:lvl1pPr>
          </a:lstStyle>
          <a:p>
            <a:r>
              <a:rPr lang="en-SG" sz="1200" noProof="0" dirty="0"/>
              <a:t>The agent never sees the ForgeRock token. The “trust” exists only between APIM and ForgeRock. If the Agent is compromised, it still only has an Entra token that is useless inside the ForgeRock-protected environment, IRIN3.</a:t>
            </a:r>
          </a:p>
        </p:txBody>
      </p:sp>
      <p:pic>
        <p:nvPicPr>
          <p:cNvPr id="8" name="Picture 2" descr="Confirm Icons - Free Download in SVG, PNG">
            <a:extLst>
              <a:ext uri="{FF2B5EF4-FFF2-40B4-BE49-F238E27FC236}">
                <a16:creationId xmlns:a16="http://schemas.microsoft.com/office/drawing/2014/main" id="{5A126F5E-424D-A7C3-03B4-7A84F89F50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5728461"/>
            <a:ext cx="389177" cy="3891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Exclamation mark - Free education icons">
            <a:extLst>
              <a:ext uri="{FF2B5EF4-FFF2-40B4-BE49-F238E27FC236}">
                <a16:creationId xmlns:a16="http://schemas.microsoft.com/office/drawing/2014/main" id="{E32D2CF0-4BD9-0537-7428-8CA6DE5DD5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4420" y="5419654"/>
            <a:ext cx="435983" cy="4359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8" descr="Question Flat Orange Color Rounded Vector Icon Study Orange Question  Vector, Study, Orange, Question PNG and Vector with Transparent Background  for Free Download">
            <a:extLst>
              <a:ext uri="{FF2B5EF4-FFF2-40B4-BE49-F238E27FC236}">
                <a16:creationId xmlns:a16="http://schemas.microsoft.com/office/drawing/2014/main" id="{050B1496-CF8D-EC12-AF89-755326F761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2232" y="5419654"/>
            <a:ext cx="337402" cy="337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716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028a41e-969c-4751-8bd3-fdaf9b3bbf4a" xsi:nil="true"/>
    <lcf76f155ced4ddcb4097134ff3c332f xmlns="f6c89672-e20f-4abe-bd91-2eb64648328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011CF582B53F14587ACCFDBA1834E57" ma:contentTypeVersion="10" ma:contentTypeDescription="Create a new document." ma:contentTypeScope="" ma:versionID="709bcd27084146ec8a216be5cd486608">
  <xsd:schema xmlns:xsd="http://www.w3.org/2001/XMLSchema" xmlns:xs="http://www.w3.org/2001/XMLSchema" xmlns:p="http://schemas.microsoft.com/office/2006/metadata/properties" xmlns:ns2="f6c89672-e20f-4abe-bd91-2eb64648328a" xmlns:ns3="f028a41e-969c-4751-8bd3-fdaf9b3bbf4a" targetNamespace="http://schemas.microsoft.com/office/2006/metadata/properties" ma:root="true" ma:fieldsID="bf86e339db8068a3edc501c6cef7d7a0" ns2:_="" ns3:_="">
    <xsd:import namespace="f6c89672-e20f-4abe-bd91-2eb64648328a"/>
    <xsd:import namespace="f028a41e-969c-4751-8bd3-fdaf9b3bbf4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c89672-e20f-4abe-bd91-2eb6464832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e9d480b-ab17-401a-b600-22ef0398b2a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028a41e-969c-4751-8bd3-fdaf9b3bbf4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20e90b4-4204-457c-bb54-2f62d8658e3f}" ma:internalName="TaxCatchAll" ma:showField="CatchAllData" ma:web="f028a41e-969c-4751-8bd3-fdaf9b3bbf4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EEA999-8401-4009-8512-B96B49805E55}">
  <ds:schemaRefs>
    <ds:schemaRef ds:uri="http://schemas.microsoft.com/sharepoint/v3/contenttype/forms"/>
  </ds:schemaRefs>
</ds:datastoreItem>
</file>

<file path=customXml/itemProps2.xml><?xml version="1.0" encoding="utf-8"?>
<ds:datastoreItem xmlns:ds="http://schemas.openxmlformats.org/officeDocument/2006/customXml" ds:itemID="{7FCE3459-87A4-401B-8064-585E1E7D196A}">
  <ds:schemaRefs>
    <ds:schemaRef ds:uri="f028a41e-969c-4751-8bd3-fdaf9b3bbf4a"/>
    <ds:schemaRef ds:uri="f6c89672-e20f-4abe-bd91-2eb64648328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B8417D6-FD00-45FC-BC39-2D7D90716D78}">
  <ds:schemaRefs>
    <ds:schemaRef ds:uri="f028a41e-969c-4751-8bd3-fdaf9b3bbf4a"/>
    <ds:schemaRef ds:uri="f6c89672-e20f-4abe-bd91-2eb6464832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2588</TotalTime>
  <Words>11215</Words>
  <Application>Microsoft Office PowerPoint</Application>
  <PresentationFormat>Widescreen</PresentationFormat>
  <Paragraphs>1312</Paragraphs>
  <Slides>46</Slides>
  <Notes>19</Notes>
  <HiddenSlides>11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46</vt:i4>
      </vt:variant>
    </vt:vector>
  </HeadingPairs>
  <TitlesOfParts>
    <vt:vector size="54" baseType="lpstr">
      <vt:lpstr>Aptos</vt:lpstr>
      <vt:lpstr>Aptos Display</vt:lpstr>
      <vt:lpstr>Arial</vt:lpstr>
      <vt:lpstr>Calibri</vt:lpstr>
      <vt:lpstr>Calibri Light</vt:lpstr>
      <vt:lpstr>Source Sans Pro</vt:lpstr>
      <vt:lpstr>Office Theme</vt:lpstr>
      <vt:lpstr>1_Office Theme</vt:lpstr>
      <vt:lpstr>AI Blueprint</vt:lpstr>
      <vt:lpstr>Assumptions</vt:lpstr>
      <vt:lpstr>Playing Rules</vt:lpstr>
      <vt:lpstr>Topic Coverage / Scope Validation</vt:lpstr>
      <vt:lpstr>End-to-End Security Architecture/Flow – AO Perspective</vt:lpstr>
      <vt:lpstr>What AO Gateway is, Not Just APIM (Tentative Name)</vt:lpstr>
      <vt:lpstr>Token Exchange – Discovery Phase &amp;  Execution Phase (Synchronous Tool Call – Non-IRIN3 – No HITL)</vt:lpstr>
      <vt:lpstr>PowerPoint Presentation</vt:lpstr>
      <vt:lpstr>Token Exchange – Execution Phase (Synchronous – IRIN3 – No HITL)</vt:lpstr>
      <vt:lpstr>PowerPoint Presentation</vt:lpstr>
      <vt:lpstr>Token Exchange – Execution Phase (Synchronous – IRIN3 – HITL)</vt:lpstr>
      <vt:lpstr>PowerPoint Presentation</vt:lpstr>
      <vt:lpstr>Token Exchange – Execution Phase (Synchronous – Non-IRIN3 – HITL)</vt:lpstr>
      <vt:lpstr>PowerPoint Presentation</vt:lpstr>
      <vt:lpstr>Agent Identity </vt:lpstr>
      <vt:lpstr>Identity Governance and Administration (IGA) for Agent Identity – Non-IRIN3 Scopes</vt:lpstr>
      <vt:lpstr>Identity Governance and Administration (IGA) for Agent Identity – IRIN3/ForgeRock Scopes</vt:lpstr>
      <vt:lpstr>Identity Bootstrapping</vt:lpstr>
      <vt:lpstr>Step 2 -&gt; 3: Workload Identity Federation (For Entra Agent Identity)</vt:lpstr>
      <vt:lpstr>Step 3: Agent Identification – Implementation Plan</vt:lpstr>
      <vt:lpstr>Step 4: Agent-Tool ABAC Policy</vt:lpstr>
      <vt:lpstr>Custom App Roles for Non-IRIN3 MCP and tools</vt:lpstr>
      <vt:lpstr>Agent2Agent (A2A) Interaction – Security Audit Checklist</vt:lpstr>
      <vt:lpstr>Demonstrating Proof-of-Possession (DPoP)</vt:lpstr>
      <vt:lpstr>Demonstrating Proof of Authorisation (DPoA) for HITL</vt:lpstr>
      <vt:lpstr>Persistent Storage Data Encryption</vt:lpstr>
      <vt:lpstr>Trace Store and Observability</vt:lpstr>
      <vt:lpstr>State Store (Agent Workflow State / Checkpoints)</vt:lpstr>
      <vt:lpstr>AO Gateway (Policy and Guardrails) – Agent Calls Other API</vt:lpstr>
      <vt:lpstr>AO Gateway (Policy and Guardrails) – Agent Calls Other API</vt:lpstr>
      <vt:lpstr>Security Control Mapping – OWASP Top 10 for LLM Applications</vt:lpstr>
      <vt:lpstr>Security Control Mapping – OWASP Top 10 for Agentic Applications</vt:lpstr>
      <vt:lpstr>AI Security Posture and Testing – From AppSec to AISec</vt:lpstr>
      <vt:lpstr>Anomaly Detection (Near Real-Time/Real-Time)</vt:lpstr>
      <vt:lpstr>Request Structure to be Sent from AO to AIGP</vt:lpstr>
      <vt:lpstr>Token Exchange – Execution Phase – Asynchronous Calls</vt:lpstr>
      <vt:lpstr>AO Message Broker – General Security Measure</vt:lpstr>
      <vt:lpstr>AO Message Broker – Multi-tenant Isolation</vt:lpstr>
      <vt:lpstr>PII Detection – For Tokenisation/Encryption</vt:lpstr>
      <vt:lpstr>Step 0: Agent – IRIN3 Access Management</vt:lpstr>
      <vt:lpstr>Step 4: Agent-Tool ABAC Policy</vt:lpstr>
      <vt:lpstr>End-to-End Security Architecture/Flow – AO Perspective</vt:lpstr>
      <vt:lpstr>Step 3: Agent Identification – Annex </vt:lpstr>
      <vt:lpstr>Step 3: Agent Identification – Annex</vt:lpstr>
      <vt:lpstr>PowerPoint Presentation</vt:lpstr>
      <vt:lpstr>Component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Jervis LEE (IRAS)</dc:creator>
  <cp:lastModifiedBy>Jervis LEE (IRAS)</cp:lastModifiedBy>
  <cp:revision>1955</cp:revision>
  <dcterms:created xsi:type="dcterms:W3CDTF">2026-04-22T06:25:51Z</dcterms:created>
  <dcterms:modified xsi:type="dcterms:W3CDTF">2026-05-15T07:51:49Z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0x0101000011CF582B53F14587ACCFDBA1834E57</vt:lpwstr>
  </property>
  <property fmtid="{D5CDD505-2E9C-101B-9397-08002B2CF9AE}" pid="3" name="MediaServiceImageTags">
    <vt:lpwstr/>
  </property>
  <property fmtid="{D5CDD505-2E9C-101B-9397-08002B2CF9AE}" pid="4" name="MSIP_Label_4aaa7e78-45b1-4890-b8a3-003d1d728a3e_Enabled">
    <vt:lpwstr>true</vt:lpwstr>
  </property>
  <property fmtid="{D5CDD505-2E9C-101B-9397-08002B2CF9AE}" pid="5" name="MSIP_Label_4aaa7e78-45b1-4890-b8a3-003d1d728a3e_SetDate">
    <vt:lpwstr>2026-05-15T07:51:34Z</vt:lpwstr>
  </property>
  <property fmtid="{D5CDD505-2E9C-101B-9397-08002B2CF9AE}" pid="6" name="MSIP_Label_4aaa7e78-45b1-4890-b8a3-003d1d728a3e_Method">
    <vt:lpwstr>Privileged</vt:lpwstr>
  </property>
  <property fmtid="{D5CDD505-2E9C-101B-9397-08002B2CF9AE}" pid="7" name="MSIP_Label_4aaa7e78-45b1-4890-b8a3-003d1d728a3e_Name">
    <vt:lpwstr>Non Sensitive</vt:lpwstr>
  </property>
  <property fmtid="{D5CDD505-2E9C-101B-9397-08002B2CF9AE}" pid="8" name="MSIP_Label_4aaa7e78-45b1-4890-b8a3-003d1d728a3e_SiteId">
    <vt:lpwstr>0b11c524-9a1c-4e1b-84cb-6336aefc2243</vt:lpwstr>
  </property>
  <property fmtid="{D5CDD505-2E9C-101B-9397-08002B2CF9AE}" pid="9" name="MSIP_Label_4aaa7e78-45b1-4890-b8a3-003d1d728a3e_ActionId">
    <vt:lpwstr>6db3973e-05ec-4745-bd72-53eef6fde270</vt:lpwstr>
  </property>
  <property fmtid="{D5CDD505-2E9C-101B-9397-08002B2CF9AE}" pid="10" name="MSIP_Label_4aaa7e78-45b1-4890-b8a3-003d1d728a3e_ContentBits">
    <vt:lpwstr>0</vt:lpwstr>
  </property>
  <property fmtid="{D5CDD505-2E9C-101B-9397-08002B2CF9AE}" pid="11" name="MSIP_Label_4aaa7e78-45b1-4890-b8a3-003d1d728a3e_Tag">
    <vt:lpwstr>10, 0, 1, 1</vt:lpwstr>
  </property>
</Properties>
</file>