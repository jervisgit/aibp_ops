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comments/modernComment_102_0.xml" ContentType="application/vnd.ms-powerpoint.comments+xml"/>
  <Override PartName="/ppt/comments/modernComment_11A_F5D52EE2.xml" ContentType="application/vnd.ms-powerpoint.comments+xml"/>
  <Override PartName="/ppt/comments/modernComment_106_0.xml" ContentType="application/vnd.ms-powerpoint.comments+xml"/>
  <Override PartName="/ppt/comments/modernComment_11C_0.xml" ContentType="application/vnd.ms-powerpoint.comments+xml"/>
  <Override PartName="/ppt/comments/modernComment_10B_0.xml" ContentType="application/vnd.ms-powerpoint.comments+xml"/>
  <Override PartName="/ppt/comments/modernComment_10E_0.xml" ContentType="application/vnd.ms-powerpoint.comments+xml"/>
  <Override PartName="/ppt/comments/modernComment_113_0.xml" ContentType="application/vnd.ms-powerpoint.comments+xml"/>
  <Override PartName="/ppt/comments/modernComment_109_0.xml" ContentType="application/vnd.ms-powerpoint.comments+xml"/>
  <Override PartName="/ppt/comments/modernComment_127_2B38C7E7.xml" ContentType="application/vnd.ms-powerpoint.comments+xml"/>
  <Override PartName="/ppt/comments/modernComment_107_0.xml" ContentType="application/vnd.ms-powerpoint.comments+xml"/>
  <Override PartName="/ppt/comments/modernComment_11D_6E3DD9E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86" r:id="rId6"/>
    <p:sldMasterId id="2147483710" r:id="rId7"/>
  </p:sldMasterIdLst>
  <p:notesMasterIdLst>
    <p:notesMasterId r:id="rId55"/>
  </p:notesMasterIdLst>
  <p:sldIdLst>
    <p:sldId id="279" r:id="rId8"/>
    <p:sldId id="280" r:id="rId9"/>
    <p:sldId id="258" r:id="rId10"/>
    <p:sldId id="260" r:id="rId11"/>
    <p:sldId id="282" r:id="rId12"/>
    <p:sldId id="286" r:id="rId13"/>
    <p:sldId id="287" r:id="rId14"/>
    <p:sldId id="288" r:id="rId15"/>
    <p:sldId id="289" r:id="rId16"/>
    <p:sldId id="290" r:id="rId17"/>
    <p:sldId id="262" r:id="rId18"/>
    <p:sldId id="291" r:id="rId19"/>
    <p:sldId id="292" r:id="rId20"/>
    <p:sldId id="293" r:id="rId21"/>
    <p:sldId id="294" r:id="rId22"/>
    <p:sldId id="264"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308" r:id="rId36"/>
    <p:sldId id="284"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65" r:id="rId50"/>
    <p:sldId id="295" r:id="rId51"/>
    <p:sldId id="263" r:id="rId52"/>
    <p:sldId id="259" r:id="rId53"/>
    <p:sldId id="28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ED3D8B-D485-D0C5-EBAD-7A731A1C3D38}" name="Jervis LEE (IRAS)" initials="JL" userId="S::Jervis_LEE@iras.gov.sg::f5b4a8ae-594f-49a5-9990-0eb6ae48a4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B"/>
    <a:srgbClr val="156082"/>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9AA24-A809-4C66-BC7A-8246482A82DB}" v="1" dt="2026-05-08T09:22:23.296"/>
    <p1510:client id="{90989DBC-C0B5-4AE0-852E-B710C11A3EDE}" v="2807" dt="2026-05-08T05:27:53.571"/>
    <p1510:client id="{A9F8C718-6D64-4C0C-8BB2-02AB5CEBFAAE}" v="10391" dt="2026-05-08T10:10:46.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p:scale>
          <a:sx n="66" d="100"/>
          <a:sy n="66" d="100"/>
        </p:scale>
        <p:origin x="54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vis LEE (IRAS)" userId="S::jervis_lee@iras.gov.sg::f5b4a8ae-594f-49a5-9990-0eb6ae48a4f9" providerId="AD" clId="Web-{0B714B6D-7D31-5D5F-6DC9-45D3A173C2C8}"/>
    <pc:docChg chg="delSld modSld">
      <pc:chgData name="Jervis LEE (IRAS)" userId="S::jervis_lee@iras.gov.sg::f5b4a8ae-594f-49a5-9990-0eb6ae48a4f9" providerId="AD" clId="Web-{0B714B6D-7D31-5D5F-6DC9-45D3A173C2C8}" dt="2026-04-30T07:18:17.894" v="440" actId="14100"/>
      <pc:docMkLst>
        <pc:docMk/>
      </pc:docMkLst>
      <pc:sldChg chg="modSp">
        <pc:chgData name="Jervis LEE (IRAS)" userId="S::jervis_lee@iras.gov.sg::f5b4a8ae-594f-49a5-9990-0eb6ae48a4f9" providerId="AD" clId="Web-{0B714B6D-7D31-5D5F-6DC9-45D3A173C2C8}" dt="2026-04-30T07:14:44.723" v="42"/>
        <pc:sldMkLst>
          <pc:docMk/>
          <pc:sldMk cId="2842716539" sldId="258"/>
        </pc:sldMkLst>
        <pc:graphicFrameChg chg="mod modGraphic">
          <ac:chgData name="Jervis LEE (IRAS)" userId="S::jervis_lee@iras.gov.sg::f5b4a8ae-594f-49a5-9990-0eb6ae48a4f9" providerId="AD" clId="Web-{0B714B6D-7D31-5D5F-6DC9-45D3A173C2C8}" dt="2026-04-30T07:14:44.723" v="42"/>
          <ac:graphicFrameMkLst>
            <pc:docMk/>
            <pc:sldMk cId="2842716539" sldId="258"/>
            <ac:graphicFrameMk id="3" creationId="{19436A60-F6FD-1EB7-FE1B-442EF748A08B}"/>
          </ac:graphicFrameMkLst>
        </pc:graphicFrameChg>
      </pc:sldChg>
    </pc:docChg>
  </pc:docChgLst>
  <pc:docChgLst>
    <pc:chgData name="Yonglin WANG (IRAS)" userId="S::wang_yonglin@iras.gov.sg::78b5ee63-81fa-4439-846b-44410085a436" providerId="AD" clId="Web-{B9DCCA58-7C7E-2A56-A5DC-B3F8681B7718}"/>
    <pc:docChg chg="modSld">
      <pc:chgData name="Yonglin WANG (IRAS)" userId="S::wang_yonglin@iras.gov.sg::78b5ee63-81fa-4439-846b-44410085a436" providerId="AD" clId="Web-{B9DCCA58-7C7E-2A56-A5DC-B3F8681B7718}" dt="2026-05-07T08:56:09.992" v="1" actId="1076"/>
      <pc:docMkLst>
        <pc:docMk/>
      </pc:docMkLst>
      <pc:sldChg chg="modSp">
        <pc:chgData name="Yonglin WANG (IRAS)" userId="S::wang_yonglin@iras.gov.sg::78b5ee63-81fa-4439-846b-44410085a436" providerId="AD" clId="Web-{B9DCCA58-7C7E-2A56-A5DC-B3F8681B7718}" dt="2026-05-07T08:56:09.992" v="1" actId="1076"/>
        <pc:sldMkLst>
          <pc:docMk/>
          <pc:sldMk cId="2131955838" sldId="285"/>
        </pc:sldMkLst>
        <pc:spChg chg="mod">
          <ac:chgData name="Yonglin WANG (IRAS)" userId="S::wang_yonglin@iras.gov.sg::78b5ee63-81fa-4439-846b-44410085a436" providerId="AD" clId="Web-{B9DCCA58-7C7E-2A56-A5DC-B3F8681B7718}" dt="2026-05-07T08:56:09.992" v="1" actId="1076"/>
          <ac:spMkLst>
            <pc:docMk/>
            <pc:sldMk cId="2131955838" sldId="285"/>
            <ac:spMk id="54" creationId="{1034A79A-E241-BF3E-84F6-2ABCF0674A44}"/>
          </ac:spMkLst>
        </pc:spChg>
        <pc:cxnChg chg="mod">
          <ac:chgData name="Yonglin WANG (IRAS)" userId="S::wang_yonglin@iras.gov.sg::78b5ee63-81fa-4439-846b-44410085a436" providerId="AD" clId="Web-{B9DCCA58-7C7E-2A56-A5DC-B3F8681B7718}" dt="2026-05-07T08:56:09.992" v="1" actId="1076"/>
          <ac:cxnSpMkLst>
            <pc:docMk/>
            <pc:sldMk cId="2131955838" sldId="285"/>
            <ac:cxnSpMk id="1024" creationId="{DD563C77-F191-2C99-F676-36F3A4C62D90}"/>
          </ac:cxnSpMkLst>
        </pc:cxnChg>
      </pc:sldChg>
    </pc:docChg>
  </pc:docChgLst>
  <pc:docChgLst>
    <pc:chgData name="David (IRAS)" userId="S::david@iras.gov.sg::cba023da-de4e-4c7e-b9e9-0f22bd746fec" providerId="AD" clId="Web-{9AF08A1D-EBB0-F4D7-F524-DC55AA27E7D0}"/>
    <pc:docChg chg="modSld">
      <pc:chgData name="David (IRAS)" userId="S::david@iras.gov.sg::cba023da-de4e-4c7e-b9e9-0f22bd746fec" providerId="AD" clId="Web-{9AF08A1D-EBB0-F4D7-F524-DC55AA27E7D0}" dt="2026-04-30T09:17:21.267" v="3" actId="1076"/>
      <pc:docMkLst>
        <pc:docMk/>
      </pc:docMkLst>
      <pc:sldChg chg="modSp">
        <pc:chgData name="David (IRAS)" userId="S::david@iras.gov.sg::cba023da-de4e-4c7e-b9e9-0f22bd746fec" providerId="AD" clId="Web-{9AF08A1D-EBB0-F4D7-F524-DC55AA27E7D0}" dt="2026-04-30T09:17:21.267" v="3" actId="1076"/>
        <pc:sldMkLst>
          <pc:docMk/>
          <pc:sldMk cId="2477311426" sldId="259"/>
        </pc:sldMkLst>
        <pc:spChg chg="mod">
          <ac:chgData name="David (IRAS)" userId="S::david@iras.gov.sg::cba023da-de4e-4c7e-b9e9-0f22bd746fec" providerId="AD" clId="Web-{9AF08A1D-EBB0-F4D7-F524-DC55AA27E7D0}" dt="2026-04-30T09:17:21.267" v="3" actId="1076"/>
          <ac:spMkLst>
            <pc:docMk/>
            <pc:sldMk cId="2477311426" sldId="259"/>
            <ac:spMk id="4" creationId="{5C519D79-AB36-6310-D04C-4083DEC5029B}"/>
          </ac:spMkLst>
        </pc:spChg>
        <pc:spChg chg="mod">
          <ac:chgData name="David (IRAS)" userId="S::david@iras.gov.sg::cba023da-de4e-4c7e-b9e9-0f22bd746fec" providerId="AD" clId="Web-{9AF08A1D-EBB0-F4D7-F524-DC55AA27E7D0}" dt="2026-04-30T09:17:20.658" v="1" actId="1076"/>
          <ac:spMkLst>
            <pc:docMk/>
            <pc:sldMk cId="2477311426" sldId="259"/>
            <ac:spMk id="30" creationId="{CE1050A2-A0E6-96A4-4D5B-C5DA479772EE}"/>
          </ac:spMkLst>
        </pc:spChg>
      </pc:sldChg>
    </pc:docChg>
  </pc:docChgLst>
  <pc:docChgLst>
    <pc:chgData name="Jervis LEE (IRAS)" userId="f5b4a8ae-594f-49a5-9990-0eb6ae48a4f9" providerId="ADAL" clId="{5BC9F464-DC04-46F4-8DA6-256EAADECE55}"/>
    <pc:docChg chg="undo redo custSel addSld delSld modSld sldOrd">
      <pc:chgData name="Jervis LEE (IRAS)" userId="f5b4a8ae-594f-49a5-9990-0eb6ae48a4f9" providerId="ADAL" clId="{5BC9F464-DC04-46F4-8DA6-256EAADECE55}" dt="2026-05-08T10:10:46.680" v="29190" actId="20577"/>
      <pc:docMkLst>
        <pc:docMk/>
      </pc:docMkLst>
      <pc:sldChg chg="addSp modSp mod modShow">
        <pc:chgData name="Jervis LEE (IRAS)" userId="f5b4a8ae-594f-49a5-9990-0eb6ae48a4f9" providerId="ADAL" clId="{5BC9F464-DC04-46F4-8DA6-256EAADECE55}" dt="2026-05-08T08:31:02.709" v="24255"/>
        <pc:sldMkLst>
          <pc:docMk/>
          <pc:sldMk cId="2842716539" sldId="258"/>
        </pc:sldMkLst>
        <pc:spChg chg="add mod">
          <ac:chgData name="Jervis LEE (IRAS)" userId="f5b4a8ae-594f-49a5-9990-0eb6ae48a4f9" providerId="ADAL" clId="{5BC9F464-DC04-46F4-8DA6-256EAADECE55}" dt="2026-05-08T08:31:02.709" v="24255"/>
          <ac:spMkLst>
            <pc:docMk/>
            <pc:sldMk cId="2842716539" sldId="258"/>
            <ac:spMk id="7" creationId="{DC702769-1B30-E516-A1A7-52F7A63767B9}"/>
          </ac:spMkLst>
        </pc:spChg>
        <pc:picChg chg="add mod">
          <ac:chgData name="Jervis LEE (IRAS)" userId="f5b4a8ae-594f-49a5-9990-0eb6ae48a4f9" providerId="ADAL" clId="{5BC9F464-DC04-46F4-8DA6-256EAADECE55}" dt="2026-05-04T10:05:03.435" v="4945" actId="1076"/>
          <ac:picMkLst>
            <pc:docMk/>
            <pc:sldMk cId="2842716539" sldId="258"/>
            <ac:picMk id="4" creationId="{013EA924-64EA-3893-136B-FEBC819A70A9}"/>
          </ac:picMkLst>
        </pc:picChg>
        <pc:picChg chg="add mod">
          <ac:chgData name="Jervis LEE (IRAS)" userId="f5b4a8ae-594f-49a5-9990-0eb6ae48a4f9" providerId="ADAL" clId="{5BC9F464-DC04-46F4-8DA6-256EAADECE55}" dt="2026-05-06T11:42:50.919" v="14455"/>
          <ac:picMkLst>
            <pc:docMk/>
            <pc:sldMk cId="2842716539" sldId="258"/>
            <ac:picMk id="6" creationId="{8C29DF2B-5C6B-12D9-A103-DDDDE99B2EF4}"/>
          </ac:picMkLst>
        </pc:picChg>
      </pc:sldChg>
      <pc:sldChg chg="addSp delSp modSp new mod ord modShow modNotesTx">
        <pc:chgData name="Jervis LEE (IRAS)" userId="f5b4a8ae-594f-49a5-9990-0eb6ae48a4f9" providerId="ADAL" clId="{5BC9F464-DC04-46F4-8DA6-256EAADECE55}" dt="2026-05-04T10:40:52.543" v="5685"/>
        <pc:sldMkLst>
          <pc:docMk/>
          <pc:sldMk cId="2477311426" sldId="259"/>
        </pc:sldMkLst>
        <pc:spChg chg="add mod">
          <ac:chgData name="Jervis LEE (IRAS)" userId="f5b4a8ae-594f-49a5-9990-0eb6ae48a4f9" providerId="ADAL" clId="{5BC9F464-DC04-46F4-8DA6-256EAADECE55}" dt="2026-04-28T04:25:01.953" v="1110" actId="208"/>
          <ac:spMkLst>
            <pc:docMk/>
            <pc:sldMk cId="2477311426" sldId="259"/>
            <ac:spMk id="2" creationId="{F110B6BF-B3A4-038F-A5D0-57835FCC2F1A}"/>
          </ac:spMkLst>
        </pc:spChg>
        <pc:spChg chg="add mod">
          <ac:chgData name="Jervis LEE (IRAS)" userId="f5b4a8ae-594f-49a5-9990-0eb6ae48a4f9" providerId="ADAL" clId="{5BC9F464-DC04-46F4-8DA6-256EAADECE55}" dt="2026-04-28T04:25:03.822" v="1111" actId="207"/>
          <ac:spMkLst>
            <pc:docMk/>
            <pc:sldMk cId="2477311426" sldId="259"/>
            <ac:spMk id="3" creationId="{F76EBE78-BF4D-B9C3-AB23-00BC051979C5}"/>
          </ac:spMkLst>
        </pc:spChg>
        <pc:spChg chg="add mod">
          <ac:chgData name="Jervis LEE (IRAS)" userId="f5b4a8ae-594f-49a5-9990-0eb6ae48a4f9" providerId="ADAL" clId="{5BC9F464-DC04-46F4-8DA6-256EAADECE55}" dt="2026-04-28T04:20:36.022" v="1048" actId="1076"/>
          <ac:spMkLst>
            <pc:docMk/>
            <pc:sldMk cId="2477311426" sldId="259"/>
            <ac:spMk id="4" creationId="{5C519D79-AB36-6310-D04C-4083DEC5029B}"/>
          </ac:spMkLst>
        </pc:spChg>
        <pc:spChg chg="add mod">
          <ac:chgData name="Jervis LEE (IRAS)" userId="f5b4a8ae-594f-49a5-9990-0eb6ae48a4f9" providerId="ADAL" clId="{5BC9F464-DC04-46F4-8DA6-256EAADECE55}" dt="2026-04-28T03:11:11.935" v="437" actId="1582"/>
          <ac:spMkLst>
            <pc:docMk/>
            <pc:sldMk cId="2477311426" sldId="259"/>
            <ac:spMk id="5" creationId="{A053B3F5-E63C-1C43-5392-BA93C996D84C}"/>
          </ac:spMkLst>
        </pc:spChg>
        <pc:spChg chg="add mod">
          <ac:chgData name="Jervis LEE (IRAS)" userId="f5b4a8ae-594f-49a5-9990-0eb6ae48a4f9" providerId="ADAL" clId="{5BC9F464-DC04-46F4-8DA6-256EAADECE55}" dt="2026-04-28T03:11:54.505" v="440" actId="1582"/>
          <ac:spMkLst>
            <pc:docMk/>
            <pc:sldMk cId="2477311426" sldId="259"/>
            <ac:spMk id="6" creationId="{2D6421BB-D94E-0951-7C15-F3E1371BD4EF}"/>
          </ac:spMkLst>
        </pc:spChg>
        <pc:spChg chg="add mod">
          <ac:chgData name="Jervis LEE (IRAS)" userId="f5b4a8ae-594f-49a5-9990-0eb6ae48a4f9" providerId="ADAL" clId="{5BC9F464-DC04-46F4-8DA6-256EAADECE55}" dt="2026-04-28T02:57:22.327" v="264" actId="1036"/>
          <ac:spMkLst>
            <pc:docMk/>
            <pc:sldMk cId="2477311426" sldId="259"/>
            <ac:spMk id="7" creationId="{2EB48851-A27B-C5CF-58D8-4A1278616AD3}"/>
          </ac:spMkLst>
        </pc:spChg>
        <pc:spChg chg="add mod">
          <ac:chgData name="Jervis LEE (IRAS)" userId="f5b4a8ae-594f-49a5-9990-0eb6ae48a4f9" providerId="ADAL" clId="{5BC9F464-DC04-46F4-8DA6-256EAADECE55}" dt="2026-04-28T03:11:54.505" v="440" actId="1582"/>
          <ac:spMkLst>
            <pc:docMk/>
            <pc:sldMk cId="2477311426" sldId="259"/>
            <ac:spMk id="8" creationId="{2ADC6C15-2C46-53DD-04D8-9D663B37747C}"/>
          </ac:spMkLst>
        </pc:spChg>
        <pc:spChg chg="add mod">
          <ac:chgData name="Jervis LEE (IRAS)" userId="f5b4a8ae-594f-49a5-9990-0eb6ae48a4f9" providerId="ADAL" clId="{5BC9F464-DC04-46F4-8DA6-256EAADECE55}" dt="2026-04-28T03:07:34.823" v="401" actId="1076"/>
          <ac:spMkLst>
            <pc:docMk/>
            <pc:sldMk cId="2477311426" sldId="259"/>
            <ac:spMk id="9" creationId="{723D04A0-C114-5535-7836-26A21517F1B7}"/>
          </ac:spMkLst>
        </pc:spChg>
        <pc:spChg chg="add mod">
          <ac:chgData name="Jervis LEE (IRAS)" userId="f5b4a8ae-594f-49a5-9990-0eb6ae48a4f9" providerId="ADAL" clId="{5BC9F464-DC04-46F4-8DA6-256EAADECE55}" dt="2026-04-28T03:11:11.935" v="437" actId="1582"/>
          <ac:spMkLst>
            <pc:docMk/>
            <pc:sldMk cId="2477311426" sldId="259"/>
            <ac:spMk id="10" creationId="{A3AA63DE-7707-F377-69B5-65CE7A2CDB19}"/>
          </ac:spMkLst>
        </pc:spChg>
        <pc:spChg chg="add mod">
          <ac:chgData name="Jervis LEE (IRAS)" userId="f5b4a8ae-594f-49a5-9990-0eb6ae48a4f9" providerId="ADAL" clId="{5BC9F464-DC04-46F4-8DA6-256EAADECE55}" dt="2026-04-28T02:14:56.123" v="69" actId="1076"/>
          <ac:spMkLst>
            <pc:docMk/>
            <pc:sldMk cId="2477311426" sldId="259"/>
            <ac:spMk id="11" creationId="{1EC24CD3-60EF-B8A8-9249-E4A3D305158C}"/>
          </ac:spMkLst>
        </pc:spChg>
        <pc:spChg chg="add mod">
          <ac:chgData name="Jervis LEE (IRAS)" userId="f5b4a8ae-594f-49a5-9990-0eb6ae48a4f9" providerId="ADAL" clId="{5BC9F464-DC04-46F4-8DA6-256EAADECE55}" dt="2026-04-28T02:14:59.526" v="71" actId="1076"/>
          <ac:spMkLst>
            <pc:docMk/>
            <pc:sldMk cId="2477311426" sldId="259"/>
            <ac:spMk id="12" creationId="{C8ADBB27-FD28-2DE8-8C02-1CC547022102}"/>
          </ac:spMkLst>
        </pc:spChg>
        <pc:spChg chg="add mod">
          <ac:chgData name="Jervis LEE (IRAS)" userId="f5b4a8ae-594f-49a5-9990-0eb6ae48a4f9" providerId="ADAL" clId="{5BC9F464-DC04-46F4-8DA6-256EAADECE55}" dt="2026-04-28T03:11:11.935" v="437" actId="1582"/>
          <ac:spMkLst>
            <pc:docMk/>
            <pc:sldMk cId="2477311426" sldId="259"/>
            <ac:spMk id="13" creationId="{356EDDDC-C9A9-D092-C7A4-6D3B4FEF01EF}"/>
          </ac:spMkLst>
        </pc:spChg>
        <pc:spChg chg="add mod">
          <ac:chgData name="Jervis LEE (IRAS)" userId="f5b4a8ae-594f-49a5-9990-0eb6ae48a4f9" providerId="ADAL" clId="{5BC9F464-DC04-46F4-8DA6-256EAADECE55}" dt="2026-04-28T03:11:11.935" v="437" actId="1582"/>
          <ac:spMkLst>
            <pc:docMk/>
            <pc:sldMk cId="2477311426" sldId="259"/>
            <ac:spMk id="16" creationId="{619B54AA-940B-C9E1-C622-9BE188EB3CCC}"/>
          </ac:spMkLst>
        </pc:spChg>
        <pc:spChg chg="add mod">
          <ac:chgData name="Jervis LEE (IRAS)" userId="f5b4a8ae-594f-49a5-9990-0eb6ae48a4f9" providerId="ADAL" clId="{5BC9F464-DC04-46F4-8DA6-256EAADECE55}" dt="2026-04-28T03:11:11.935" v="437" actId="1582"/>
          <ac:spMkLst>
            <pc:docMk/>
            <pc:sldMk cId="2477311426" sldId="259"/>
            <ac:spMk id="17" creationId="{54DA12C3-9220-9E58-A7F8-15DDF303854E}"/>
          </ac:spMkLst>
        </pc:spChg>
        <pc:spChg chg="add mod">
          <ac:chgData name="Jervis LEE (IRAS)" userId="f5b4a8ae-594f-49a5-9990-0eb6ae48a4f9" providerId="ADAL" clId="{5BC9F464-DC04-46F4-8DA6-256EAADECE55}" dt="2026-04-28T02:27:30.700" v="107" actId="1076"/>
          <ac:spMkLst>
            <pc:docMk/>
            <pc:sldMk cId="2477311426" sldId="259"/>
            <ac:spMk id="18" creationId="{A3C4797E-A662-AF37-39CF-2641033D302A}"/>
          </ac:spMkLst>
        </pc:spChg>
        <pc:spChg chg="add mod">
          <ac:chgData name="Jervis LEE (IRAS)" userId="f5b4a8ae-594f-49a5-9990-0eb6ae48a4f9" providerId="ADAL" clId="{5BC9F464-DC04-46F4-8DA6-256EAADECE55}" dt="2026-04-28T03:08:48.547" v="406" actId="1076"/>
          <ac:spMkLst>
            <pc:docMk/>
            <pc:sldMk cId="2477311426" sldId="259"/>
            <ac:spMk id="19" creationId="{187DAC11-AB3F-CC1F-C5B2-CEE49B4BFFCA}"/>
          </ac:spMkLst>
        </pc:spChg>
        <pc:spChg chg="add mod">
          <ac:chgData name="Jervis LEE (IRAS)" userId="f5b4a8ae-594f-49a5-9990-0eb6ae48a4f9" providerId="ADAL" clId="{5BC9F464-DC04-46F4-8DA6-256EAADECE55}" dt="2026-04-28T03:33:30.286" v="480" actId="14100"/>
          <ac:spMkLst>
            <pc:docMk/>
            <pc:sldMk cId="2477311426" sldId="259"/>
            <ac:spMk id="21" creationId="{53C4BA32-A035-4E15-D4F3-5C26AB1C4128}"/>
          </ac:spMkLst>
        </pc:spChg>
        <pc:spChg chg="add mod">
          <ac:chgData name="Jervis LEE (IRAS)" userId="f5b4a8ae-594f-49a5-9990-0eb6ae48a4f9" providerId="ADAL" clId="{5BC9F464-DC04-46F4-8DA6-256EAADECE55}" dt="2026-04-28T03:34:15.242" v="507" actId="1076"/>
          <ac:spMkLst>
            <pc:docMk/>
            <pc:sldMk cId="2477311426" sldId="259"/>
            <ac:spMk id="22" creationId="{84D48B4F-A41C-69F5-DA61-07121D0066A8}"/>
          </ac:spMkLst>
        </pc:spChg>
        <pc:spChg chg="add mod">
          <ac:chgData name="Jervis LEE (IRAS)" userId="f5b4a8ae-594f-49a5-9990-0eb6ae48a4f9" providerId="ADAL" clId="{5BC9F464-DC04-46F4-8DA6-256EAADECE55}" dt="2026-04-28T03:34:23.552" v="509" actId="1076"/>
          <ac:spMkLst>
            <pc:docMk/>
            <pc:sldMk cId="2477311426" sldId="259"/>
            <ac:spMk id="23" creationId="{EF0456E3-78E3-CA03-DCC4-71D837EF36AC}"/>
          </ac:spMkLst>
        </pc:spChg>
        <pc:spChg chg="add mod">
          <ac:chgData name="Jervis LEE (IRAS)" userId="f5b4a8ae-594f-49a5-9990-0eb6ae48a4f9" providerId="ADAL" clId="{5BC9F464-DC04-46F4-8DA6-256EAADECE55}" dt="2026-04-28T03:11:54.505" v="440" actId="1582"/>
          <ac:spMkLst>
            <pc:docMk/>
            <pc:sldMk cId="2477311426" sldId="259"/>
            <ac:spMk id="25" creationId="{82D55D8D-8DC8-A042-36FD-33E4C86512C5}"/>
          </ac:spMkLst>
        </pc:spChg>
        <pc:spChg chg="add mod">
          <ac:chgData name="Jervis LEE (IRAS)" userId="f5b4a8ae-594f-49a5-9990-0eb6ae48a4f9" providerId="ADAL" clId="{5BC9F464-DC04-46F4-8DA6-256EAADECE55}" dt="2026-04-28T02:57:31.452" v="271" actId="20577"/>
          <ac:spMkLst>
            <pc:docMk/>
            <pc:sldMk cId="2477311426" sldId="259"/>
            <ac:spMk id="26" creationId="{11243526-D107-9566-A3BE-16FC128EE8C0}"/>
          </ac:spMkLst>
        </pc:spChg>
        <pc:spChg chg="add mod">
          <ac:chgData name="Jervis LEE (IRAS)" userId="f5b4a8ae-594f-49a5-9990-0eb6ae48a4f9" providerId="ADAL" clId="{5BC9F464-DC04-46F4-8DA6-256EAADECE55}" dt="2026-04-28T03:08:48.547" v="406" actId="1076"/>
          <ac:spMkLst>
            <pc:docMk/>
            <pc:sldMk cId="2477311426" sldId="259"/>
            <ac:spMk id="27" creationId="{916F0540-87B6-7BD4-917C-A0B34EC3F17C}"/>
          </ac:spMkLst>
        </pc:spChg>
        <pc:spChg chg="add mod">
          <ac:chgData name="Jervis LEE (IRAS)" userId="f5b4a8ae-594f-49a5-9990-0eb6ae48a4f9" providerId="ADAL" clId="{5BC9F464-DC04-46F4-8DA6-256EAADECE55}" dt="2026-04-28T03:11:11.935" v="437" actId="1582"/>
          <ac:spMkLst>
            <pc:docMk/>
            <pc:sldMk cId="2477311426" sldId="259"/>
            <ac:spMk id="28" creationId="{EA22E379-A7D4-0991-CBE5-F4414C7543B3}"/>
          </ac:spMkLst>
        </pc:spChg>
        <pc:spChg chg="add mod">
          <ac:chgData name="Jervis LEE (IRAS)" userId="f5b4a8ae-594f-49a5-9990-0eb6ae48a4f9" providerId="ADAL" clId="{5BC9F464-DC04-46F4-8DA6-256EAADECE55}" dt="2026-04-28T03:11:11.935" v="437" actId="1582"/>
          <ac:spMkLst>
            <pc:docMk/>
            <pc:sldMk cId="2477311426" sldId="259"/>
            <ac:spMk id="29" creationId="{B3A9AE6E-DB0D-1B80-027A-879864E30C13}"/>
          </ac:spMkLst>
        </pc:spChg>
        <pc:spChg chg="add mod">
          <ac:chgData name="Jervis LEE (IRAS)" userId="f5b4a8ae-594f-49a5-9990-0eb6ae48a4f9" providerId="ADAL" clId="{5BC9F464-DC04-46F4-8DA6-256EAADECE55}" dt="2026-04-28T03:08:48.547" v="406" actId="1076"/>
          <ac:spMkLst>
            <pc:docMk/>
            <pc:sldMk cId="2477311426" sldId="259"/>
            <ac:spMk id="30" creationId="{CE1050A2-A0E6-96A4-4D5B-C5DA479772EE}"/>
          </ac:spMkLst>
        </pc:spChg>
        <pc:spChg chg="add mod">
          <ac:chgData name="Jervis LEE (IRAS)" userId="f5b4a8ae-594f-49a5-9990-0eb6ae48a4f9" providerId="ADAL" clId="{5BC9F464-DC04-46F4-8DA6-256EAADECE55}" dt="2026-04-28T03:11:30.318" v="438" actId="1582"/>
          <ac:spMkLst>
            <pc:docMk/>
            <pc:sldMk cId="2477311426" sldId="259"/>
            <ac:spMk id="32" creationId="{B41D5515-29A1-6013-0245-AF74954DC637}"/>
          </ac:spMkLst>
        </pc:spChg>
        <pc:spChg chg="add mod">
          <ac:chgData name="Jervis LEE (IRAS)" userId="f5b4a8ae-594f-49a5-9990-0eb6ae48a4f9" providerId="ADAL" clId="{5BC9F464-DC04-46F4-8DA6-256EAADECE55}" dt="2026-04-28T03:50:04.968" v="657" actId="14100"/>
          <ac:spMkLst>
            <pc:docMk/>
            <pc:sldMk cId="2477311426" sldId="259"/>
            <ac:spMk id="34" creationId="{2E1CA6FD-FBBE-85A0-D278-0F0A54C5963A}"/>
          </ac:spMkLst>
        </pc:spChg>
        <pc:spChg chg="add mod">
          <ac:chgData name="Jervis LEE (IRAS)" userId="f5b4a8ae-594f-49a5-9990-0eb6ae48a4f9" providerId="ADAL" clId="{5BC9F464-DC04-46F4-8DA6-256EAADECE55}" dt="2026-04-28T03:09:10.503" v="408" actId="1076"/>
          <ac:spMkLst>
            <pc:docMk/>
            <pc:sldMk cId="2477311426" sldId="259"/>
            <ac:spMk id="35" creationId="{57E5831C-0FB4-39A5-E0A8-584B72658897}"/>
          </ac:spMkLst>
        </pc:spChg>
        <pc:spChg chg="add mod">
          <ac:chgData name="Jervis LEE (IRAS)" userId="f5b4a8ae-594f-49a5-9990-0eb6ae48a4f9" providerId="ADAL" clId="{5BC9F464-DC04-46F4-8DA6-256EAADECE55}" dt="2026-04-28T03:54:14.569" v="735" actId="1035"/>
          <ac:spMkLst>
            <pc:docMk/>
            <pc:sldMk cId="2477311426" sldId="259"/>
            <ac:spMk id="41" creationId="{58C2E137-7610-1130-DCE8-C693060FBF3C}"/>
          </ac:spMkLst>
        </pc:spChg>
        <pc:spChg chg="add mod">
          <ac:chgData name="Jervis LEE (IRAS)" userId="f5b4a8ae-594f-49a5-9990-0eb6ae48a4f9" providerId="ADAL" clId="{5BC9F464-DC04-46F4-8DA6-256EAADECE55}" dt="2026-04-28T03:55:21.735" v="838" actId="1076"/>
          <ac:spMkLst>
            <pc:docMk/>
            <pc:sldMk cId="2477311426" sldId="259"/>
            <ac:spMk id="42" creationId="{16F1D551-1B09-E188-2A46-4C4C8C76B283}"/>
          </ac:spMkLst>
        </pc:spChg>
        <pc:spChg chg="add mod">
          <ac:chgData name="Jervis LEE (IRAS)" userId="f5b4a8ae-594f-49a5-9990-0eb6ae48a4f9" providerId="ADAL" clId="{5BC9F464-DC04-46F4-8DA6-256EAADECE55}" dt="2026-04-28T03:49:53.434" v="653" actId="14100"/>
          <ac:spMkLst>
            <pc:docMk/>
            <pc:sldMk cId="2477311426" sldId="259"/>
            <ac:spMk id="63" creationId="{A2CDBB8C-2979-16DE-213F-ABD8EB6F9BCC}"/>
          </ac:spMkLst>
        </pc:spChg>
        <pc:spChg chg="add mod">
          <ac:chgData name="Jervis LEE (IRAS)" userId="f5b4a8ae-594f-49a5-9990-0eb6ae48a4f9" providerId="ADAL" clId="{5BC9F464-DC04-46F4-8DA6-256EAADECE55}" dt="2026-04-28T03:34:58.600" v="532" actId="1038"/>
          <ac:spMkLst>
            <pc:docMk/>
            <pc:sldMk cId="2477311426" sldId="259"/>
            <ac:spMk id="1024" creationId="{F3B8675D-A8F6-6C29-59B7-5B5B5526CA0A}"/>
          </ac:spMkLst>
        </pc:spChg>
        <pc:spChg chg="add mod">
          <ac:chgData name="Jervis LEE (IRAS)" userId="f5b4a8ae-594f-49a5-9990-0eb6ae48a4f9" providerId="ADAL" clId="{5BC9F464-DC04-46F4-8DA6-256EAADECE55}" dt="2026-04-28T06:23:39.158" v="2430" actId="1038"/>
          <ac:spMkLst>
            <pc:docMk/>
            <pc:sldMk cId="2477311426" sldId="259"/>
            <ac:spMk id="1047" creationId="{2EE8FA9C-5250-B214-BAF3-97F1566C8A20}"/>
          </ac:spMkLst>
        </pc:spChg>
        <pc:spChg chg="add mod">
          <ac:chgData name="Jervis LEE (IRAS)" userId="f5b4a8ae-594f-49a5-9990-0eb6ae48a4f9" providerId="ADAL" clId="{5BC9F464-DC04-46F4-8DA6-256EAADECE55}" dt="2026-04-28T05:46:37.534" v="2052" actId="1076"/>
          <ac:spMkLst>
            <pc:docMk/>
            <pc:sldMk cId="2477311426" sldId="259"/>
            <ac:spMk id="1050" creationId="{60ED5E5A-DD1C-939A-2064-E45988C16342}"/>
          </ac:spMkLst>
        </pc:spChg>
        <pc:spChg chg="add mod">
          <ac:chgData name="Jervis LEE (IRAS)" userId="f5b4a8ae-594f-49a5-9990-0eb6ae48a4f9" providerId="ADAL" clId="{5BC9F464-DC04-46F4-8DA6-256EAADECE55}" dt="2026-04-28T05:46:37.534" v="2052" actId="1076"/>
          <ac:spMkLst>
            <pc:docMk/>
            <pc:sldMk cId="2477311426" sldId="259"/>
            <ac:spMk id="1051" creationId="{66BFAF6D-DF37-61DF-DBC7-FDC456F70BB5}"/>
          </ac:spMkLst>
        </pc:spChg>
        <pc:spChg chg="add mod">
          <ac:chgData name="Jervis LEE (IRAS)" userId="f5b4a8ae-594f-49a5-9990-0eb6ae48a4f9" providerId="ADAL" clId="{5BC9F464-DC04-46F4-8DA6-256EAADECE55}" dt="2026-04-28T03:53:20.031" v="676" actId="1076"/>
          <ac:spMkLst>
            <pc:docMk/>
            <pc:sldMk cId="2477311426" sldId="259"/>
            <ac:spMk id="1056" creationId="{05EF6458-91F5-A460-7010-EBDFF75EE654}"/>
          </ac:spMkLst>
        </pc:spChg>
        <pc:spChg chg="add mod">
          <ac:chgData name="Jervis LEE (IRAS)" userId="f5b4a8ae-594f-49a5-9990-0eb6ae48a4f9" providerId="ADAL" clId="{5BC9F464-DC04-46F4-8DA6-256EAADECE55}" dt="2026-04-28T03:53:20.031" v="676" actId="1076"/>
          <ac:spMkLst>
            <pc:docMk/>
            <pc:sldMk cId="2477311426" sldId="259"/>
            <ac:spMk id="1057" creationId="{BB90E9D4-D2F9-BEA6-F914-B23AB40626DF}"/>
          </ac:spMkLst>
        </pc:spChg>
        <pc:spChg chg="add mod">
          <ac:chgData name="Jervis LEE (IRAS)" userId="f5b4a8ae-594f-49a5-9990-0eb6ae48a4f9" providerId="ADAL" clId="{5BC9F464-DC04-46F4-8DA6-256EAADECE55}" dt="2026-04-28T04:16:48.443" v="930" actId="207"/>
          <ac:spMkLst>
            <pc:docMk/>
            <pc:sldMk cId="2477311426" sldId="259"/>
            <ac:spMk id="1097" creationId="{402CFD93-FDD6-3FB4-12B4-4907D32008FE}"/>
          </ac:spMkLst>
        </pc:spChg>
        <pc:spChg chg="add mod">
          <ac:chgData name="Jervis LEE (IRAS)" userId="f5b4a8ae-594f-49a5-9990-0eb6ae48a4f9" providerId="ADAL" clId="{5BC9F464-DC04-46F4-8DA6-256EAADECE55}" dt="2026-04-28T04:16:27.746" v="927" actId="1038"/>
          <ac:spMkLst>
            <pc:docMk/>
            <pc:sldMk cId="2477311426" sldId="259"/>
            <ac:spMk id="1098" creationId="{21D8BF96-DDE8-3A1F-96DB-2D0ECFAF0AE4}"/>
          </ac:spMkLst>
        </pc:spChg>
        <pc:spChg chg="add mod">
          <ac:chgData name="Jervis LEE (IRAS)" userId="f5b4a8ae-594f-49a5-9990-0eb6ae48a4f9" providerId="ADAL" clId="{5BC9F464-DC04-46F4-8DA6-256EAADECE55}" dt="2026-04-28T04:17:02.865" v="936" actId="1076"/>
          <ac:spMkLst>
            <pc:docMk/>
            <pc:sldMk cId="2477311426" sldId="259"/>
            <ac:spMk id="1102" creationId="{0CA8EDAE-A72D-67A8-A7A6-AAC906603C45}"/>
          </ac:spMkLst>
        </pc:spChg>
        <pc:spChg chg="add mod">
          <ac:chgData name="Jervis LEE (IRAS)" userId="f5b4a8ae-594f-49a5-9990-0eb6ae48a4f9" providerId="ADAL" clId="{5BC9F464-DC04-46F4-8DA6-256EAADECE55}" dt="2026-04-28T05:43:31.253" v="1797" actId="1035"/>
          <ac:spMkLst>
            <pc:docMk/>
            <pc:sldMk cId="2477311426" sldId="259"/>
            <ac:spMk id="1103" creationId="{016210DA-6C10-643F-8887-4CD1041BF75D}"/>
          </ac:spMkLst>
        </pc:spChg>
        <pc:spChg chg="add mod">
          <ac:chgData name="Jervis LEE (IRAS)" userId="f5b4a8ae-594f-49a5-9990-0eb6ae48a4f9" providerId="ADAL" clId="{5BC9F464-DC04-46F4-8DA6-256EAADECE55}" dt="2026-04-28T04:29:37.640" v="1285" actId="207"/>
          <ac:spMkLst>
            <pc:docMk/>
            <pc:sldMk cId="2477311426" sldId="259"/>
            <ac:spMk id="1104" creationId="{65CB0B39-CCDB-D43E-1E89-60FE0B275DE0}"/>
          </ac:spMkLst>
        </pc:spChg>
        <pc:spChg chg="add mod">
          <ac:chgData name="Jervis LEE (IRAS)" userId="f5b4a8ae-594f-49a5-9990-0eb6ae48a4f9" providerId="ADAL" clId="{5BC9F464-DC04-46F4-8DA6-256EAADECE55}" dt="2026-04-28T04:21:38.458" v="1057" actId="1076"/>
          <ac:spMkLst>
            <pc:docMk/>
            <pc:sldMk cId="2477311426" sldId="259"/>
            <ac:spMk id="1106" creationId="{BD39BBDD-14B7-795E-F7A9-A13AF222D2B0}"/>
          </ac:spMkLst>
        </pc:spChg>
        <pc:spChg chg="add mod">
          <ac:chgData name="Jervis LEE (IRAS)" userId="f5b4a8ae-594f-49a5-9990-0eb6ae48a4f9" providerId="ADAL" clId="{5BC9F464-DC04-46F4-8DA6-256EAADECE55}" dt="2026-04-28T04:21:38.458" v="1057" actId="1076"/>
          <ac:spMkLst>
            <pc:docMk/>
            <pc:sldMk cId="2477311426" sldId="259"/>
            <ac:spMk id="1107" creationId="{1BEC53DF-63A2-59F5-9A19-2CB4A20E9701}"/>
          </ac:spMkLst>
        </pc:spChg>
        <pc:spChg chg="add mod">
          <ac:chgData name="Jervis LEE (IRAS)" userId="f5b4a8ae-594f-49a5-9990-0eb6ae48a4f9" providerId="ADAL" clId="{5BC9F464-DC04-46F4-8DA6-256EAADECE55}" dt="2026-04-28T05:51:23.160" v="2327" actId="1036"/>
          <ac:spMkLst>
            <pc:docMk/>
            <pc:sldMk cId="2477311426" sldId="259"/>
            <ac:spMk id="1112" creationId="{69386C90-88F4-3FC0-2F10-1C6C008D6FAB}"/>
          </ac:spMkLst>
        </pc:spChg>
        <pc:spChg chg="add mod">
          <ac:chgData name="Jervis LEE (IRAS)" userId="f5b4a8ae-594f-49a5-9990-0eb6ae48a4f9" providerId="ADAL" clId="{5BC9F464-DC04-46F4-8DA6-256EAADECE55}" dt="2026-04-28T05:51:23.160" v="2327" actId="1036"/>
          <ac:spMkLst>
            <pc:docMk/>
            <pc:sldMk cId="2477311426" sldId="259"/>
            <ac:spMk id="1113" creationId="{5C4964EA-78D0-2B4F-38BF-3FA463E3818B}"/>
          </ac:spMkLst>
        </pc:spChg>
        <pc:spChg chg="add mod">
          <ac:chgData name="Jervis LEE (IRAS)" userId="f5b4a8ae-594f-49a5-9990-0eb6ae48a4f9" providerId="ADAL" clId="{5BC9F464-DC04-46F4-8DA6-256EAADECE55}" dt="2026-04-28T05:33:21.533" v="1456" actId="1036"/>
          <ac:spMkLst>
            <pc:docMk/>
            <pc:sldMk cId="2477311426" sldId="259"/>
            <ac:spMk id="1114" creationId="{0348D6D4-88A6-D271-79B4-98693412B4F1}"/>
          </ac:spMkLst>
        </pc:spChg>
        <pc:spChg chg="add mod">
          <ac:chgData name="Jervis LEE (IRAS)" userId="f5b4a8ae-594f-49a5-9990-0eb6ae48a4f9" providerId="ADAL" clId="{5BC9F464-DC04-46F4-8DA6-256EAADECE55}" dt="2026-04-28T05:35:01.598" v="1480" actId="1076"/>
          <ac:spMkLst>
            <pc:docMk/>
            <pc:sldMk cId="2477311426" sldId="259"/>
            <ac:spMk id="1115" creationId="{5F1F2864-D13F-EA0B-61EA-A3DB2105A507}"/>
          </ac:spMkLst>
        </pc:spChg>
        <pc:spChg chg="add mod">
          <ac:chgData name="Jervis LEE (IRAS)" userId="f5b4a8ae-594f-49a5-9990-0eb6ae48a4f9" providerId="ADAL" clId="{5BC9F464-DC04-46F4-8DA6-256EAADECE55}" dt="2026-04-28T05:35:06.323" v="1481" actId="1076"/>
          <ac:spMkLst>
            <pc:docMk/>
            <pc:sldMk cId="2477311426" sldId="259"/>
            <ac:spMk id="1116" creationId="{3A1F12E5-5BBB-F8A0-A1DB-0C3A3FCFDD08}"/>
          </ac:spMkLst>
        </pc:spChg>
        <pc:spChg chg="add mod">
          <ac:chgData name="Jervis LEE (IRAS)" userId="f5b4a8ae-594f-49a5-9990-0eb6ae48a4f9" providerId="ADAL" clId="{5BC9F464-DC04-46F4-8DA6-256EAADECE55}" dt="2026-04-28T06:23:39.158" v="2430" actId="1038"/>
          <ac:spMkLst>
            <pc:docMk/>
            <pc:sldMk cId="2477311426" sldId="259"/>
            <ac:spMk id="1120" creationId="{2CC8F5B7-3646-86AB-FBD6-13BEA908C6EA}"/>
          </ac:spMkLst>
        </pc:spChg>
        <pc:spChg chg="add mod">
          <ac:chgData name="Jervis LEE (IRAS)" userId="f5b4a8ae-594f-49a5-9990-0eb6ae48a4f9" providerId="ADAL" clId="{5BC9F464-DC04-46F4-8DA6-256EAADECE55}" dt="2026-04-28T05:31:26.190" v="1421" actId="20577"/>
          <ac:spMkLst>
            <pc:docMk/>
            <pc:sldMk cId="2477311426" sldId="259"/>
            <ac:spMk id="1127" creationId="{9D25AD68-14CF-D7E2-6FC1-B63F7BC06F6B}"/>
          </ac:spMkLst>
        </pc:spChg>
        <pc:spChg chg="add mod">
          <ac:chgData name="Jervis LEE (IRAS)" userId="f5b4a8ae-594f-49a5-9990-0eb6ae48a4f9" providerId="ADAL" clId="{5BC9F464-DC04-46F4-8DA6-256EAADECE55}" dt="2026-04-28T05:37:19.978" v="1634" actId="1035"/>
          <ac:spMkLst>
            <pc:docMk/>
            <pc:sldMk cId="2477311426" sldId="259"/>
            <ac:spMk id="1128" creationId="{B5C10318-969D-9761-EA7F-6913CF26ACEA}"/>
          </ac:spMkLst>
        </pc:spChg>
        <pc:spChg chg="add mod">
          <ac:chgData name="Jervis LEE (IRAS)" userId="f5b4a8ae-594f-49a5-9990-0eb6ae48a4f9" providerId="ADAL" clId="{5BC9F464-DC04-46F4-8DA6-256EAADECE55}" dt="2026-04-28T05:37:25.321" v="1643" actId="1036"/>
          <ac:spMkLst>
            <pc:docMk/>
            <pc:sldMk cId="2477311426" sldId="259"/>
            <ac:spMk id="1140" creationId="{C2C22502-C298-B553-1ED9-590EB83793EB}"/>
          </ac:spMkLst>
        </pc:spChg>
        <pc:spChg chg="add mod">
          <ac:chgData name="Jervis LEE (IRAS)" userId="f5b4a8ae-594f-49a5-9990-0eb6ae48a4f9" providerId="ADAL" clId="{5BC9F464-DC04-46F4-8DA6-256EAADECE55}" dt="2026-04-28T05:37:19.978" v="1634" actId="1035"/>
          <ac:spMkLst>
            <pc:docMk/>
            <pc:sldMk cId="2477311426" sldId="259"/>
            <ac:spMk id="1141" creationId="{0FC480E6-8B04-1970-6800-7B9F4A9FF8EE}"/>
          </ac:spMkLst>
        </pc:spChg>
        <pc:spChg chg="add mod">
          <ac:chgData name="Jervis LEE (IRAS)" userId="f5b4a8ae-594f-49a5-9990-0eb6ae48a4f9" providerId="ADAL" clId="{5BC9F464-DC04-46F4-8DA6-256EAADECE55}" dt="2026-04-28T05:58:16.742" v="2422" actId="20577"/>
          <ac:spMkLst>
            <pc:docMk/>
            <pc:sldMk cId="2477311426" sldId="259"/>
            <ac:spMk id="1142" creationId="{940A7298-2CDF-6A4A-4AB2-21EF8E8BF39B}"/>
          </ac:spMkLst>
        </pc:spChg>
        <pc:spChg chg="add mod">
          <ac:chgData name="Jervis LEE (IRAS)" userId="f5b4a8ae-594f-49a5-9990-0eb6ae48a4f9" providerId="ADAL" clId="{5BC9F464-DC04-46F4-8DA6-256EAADECE55}" dt="2026-04-28T05:40:04.700" v="1740" actId="20577"/>
          <ac:spMkLst>
            <pc:docMk/>
            <pc:sldMk cId="2477311426" sldId="259"/>
            <ac:spMk id="1143" creationId="{961B3CC0-19DC-7A18-9473-492D9B87D1D5}"/>
          </ac:spMkLst>
        </pc:spChg>
        <pc:spChg chg="add mod">
          <ac:chgData name="Jervis LEE (IRAS)" userId="f5b4a8ae-594f-49a5-9990-0eb6ae48a4f9" providerId="ADAL" clId="{5BC9F464-DC04-46F4-8DA6-256EAADECE55}" dt="2026-04-28T05:48:05.940" v="2131" actId="20577"/>
          <ac:spMkLst>
            <pc:docMk/>
            <pc:sldMk cId="2477311426" sldId="259"/>
            <ac:spMk id="1145" creationId="{26DAA4D2-4E34-2796-DE55-552198817936}"/>
          </ac:spMkLst>
        </pc:spChg>
        <pc:spChg chg="add mod">
          <ac:chgData name="Jervis LEE (IRAS)" userId="f5b4a8ae-594f-49a5-9990-0eb6ae48a4f9" providerId="ADAL" clId="{5BC9F464-DC04-46F4-8DA6-256EAADECE55}" dt="2026-04-28T05:45:35.721" v="2036" actId="1035"/>
          <ac:spMkLst>
            <pc:docMk/>
            <pc:sldMk cId="2477311426" sldId="259"/>
            <ac:spMk id="1146" creationId="{5DF47168-2CC5-5BF4-6293-12CBAA2C5D3B}"/>
          </ac:spMkLst>
        </pc:spChg>
        <pc:spChg chg="add mod">
          <ac:chgData name="Jervis LEE (IRAS)" userId="f5b4a8ae-594f-49a5-9990-0eb6ae48a4f9" providerId="ADAL" clId="{5BC9F464-DC04-46F4-8DA6-256EAADECE55}" dt="2026-04-28T05:45:35.721" v="2036" actId="1035"/>
          <ac:spMkLst>
            <pc:docMk/>
            <pc:sldMk cId="2477311426" sldId="259"/>
            <ac:spMk id="1147" creationId="{1353D583-A30D-86B1-3A5A-8D552FA13FD4}"/>
          </ac:spMkLst>
        </pc:spChg>
        <pc:spChg chg="add mod">
          <ac:chgData name="Jervis LEE (IRAS)" userId="f5b4a8ae-594f-49a5-9990-0eb6ae48a4f9" providerId="ADAL" clId="{5BC9F464-DC04-46F4-8DA6-256EAADECE55}" dt="2026-04-28T05:53:30.637" v="2395" actId="1076"/>
          <ac:spMkLst>
            <pc:docMk/>
            <pc:sldMk cId="2477311426" sldId="259"/>
            <ac:spMk id="1157" creationId="{9A531E13-4E6D-F9A2-80B4-5707137BB939}"/>
          </ac:spMkLst>
        </pc:spChg>
        <pc:spChg chg="add mod">
          <ac:chgData name="Jervis LEE (IRAS)" userId="f5b4a8ae-594f-49a5-9990-0eb6ae48a4f9" providerId="ADAL" clId="{5BC9F464-DC04-46F4-8DA6-256EAADECE55}" dt="2026-04-28T05:53:30.637" v="2395" actId="1076"/>
          <ac:spMkLst>
            <pc:docMk/>
            <pc:sldMk cId="2477311426" sldId="259"/>
            <ac:spMk id="1158" creationId="{21292213-4BD9-4DF4-6E60-0628B88717AB}"/>
          </ac:spMkLst>
        </pc:spChg>
        <pc:spChg chg="add mod">
          <ac:chgData name="Jervis LEE (IRAS)" userId="f5b4a8ae-594f-49a5-9990-0eb6ae48a4f9" providerId="ADAL" clId="{5BC9F464-DC04-46F4-8DA6-256EAADECE55}" dt="2026-04-28T05:53:37.210" v="2407" actId="20577"/>
          <ac:spMkLst>
            <pc:docMk/>
            <pc:sldMk cId="2477311426" sldId="259"/>
            <ac:spMk id="1159" creationId="{7C800D56-6358-09FD-B673-D371C8BB686C}"/>
          </ac:spMkLst>
        </pc:spChg>
        <pc:spChg chg="add mod">
          <ac:chgData name="Jervis LEE (IRAS)" userId="f5b4a8ae-594f-49a5-9990-0eb6ae48a4f9" providerId="ADAL" clId="{5BC9F464-DC04-46F4-8DA6-256EAADECE55}" dt="2026-04-28T05:50:00.170" v="2222" actId="1038"/>
          <ac:spMkLst>
            <pc:docMk/>
            <pc:sldMk cId="2477311426" sldId="259"/>
            <ac:spMk id="1162" creationId="{4975EFAA-7E09-9208-A62B-5E247FDD785E}"/>
          </ac:spMkLst>
        </pc:spChg>
        <pc:spChg chg="add mod">
          <ac:chgData name="Jervis LEE (IRAS)" userId="f5b4a8ae-594f-49a5-9990-0eb6ae48a4f9" providerId="ADAL" clId="{5BC9F464-DC04-46F4-8DA6-256EAADECE55}" dt="2026-04-28T05:50:11.286" v="2261" actId="20577"/>
          <ac:spMkLst>
            <pc:docMk/>
            <pc:sldMk cId="2477311426" sldId="259"/>
            <ac:spMk id="1164" creationId="{8BA7C978-A84C-ACBD-4A91-7E5D5E7044EF}"/>
          </ac:spMkLst>
        </pc:spChg>
        <pc:spChg chg="add mod">
          <ac:chgData name="Jervis LEE (IRAS)" userId="f5b4a8ae-594f-49a5-9990-0eb6ae48a4f9" providerId="ADAL" clId="{5BC9F464-DC04-46F4-8DA6-256EAADECE55}" dt="2026-04-28T05:52:35.554" v="2394" actId="20577"/>
          <ac:spMkLst>
            <pc:docMk/>
            <pc:sldMk cId="2477311426" sldId="259"/>
            <ac:spMk id="1165" creationId="{7BF57473-40B8-FC8D-3A14-7A64B7160EB7}"/>
          </ac:spMkLst>
        </pc:spChg>
        <pc:picChg chg="add mod">
          <ac:chgData name="Jervis LEE (IRAS)" userId="f5b4a8ae-594f-49a5-9990-0eb6ae48a4f9" providerId="ADAL" clId="{5BC9F464-DC04-46F4-8DA6-256EAADECE55}" dt="2026-04-28T03:08:55.735" v="407" actId="1076"/>
          <ac:picMkLst>
            <pc:docMk/>
            <pc:sldMk cId="2477311426" sldId="259"/>
            <ac:picMk id="20" creationId="{43077C6C-AA2E-0895-4D87-CAF828D2370A}"/>
          </ac:picMkLst>
        </pc:picChg>
        <pc:picChg chg="add mod">
          <ac:chgData name="Jervis LEE (IRAS)" userId="f5b4a8ae-594f-49a5-9990-0eb6ae48a4f9" providerId="ADAL" clId="{5BC9F464-DC04-46F4-8DA6-256EAADECE55}" dt="2026-04-28T03:34:58.600" v="532" actId="1038"/>
          <ac:picMkLst>
            <pc:docMk/>
            <pc:sldMk cId="2477311426" sldId="259"/>
            <ac:picMk id="62" creationId="{52CCDC5F-4766-6324-5C82-2E8E43745408}"/>
          </ac:picMkLst>
        </pc:picChg>
        <pc:picChg chg="add mod">
          <ac:chgData name="Jervis LEE (IRAS)" userId="f5b4a8ae-594f-49a5-9990-0eb6ae48a4f9" providerId="ADAL" clId="{5BC9F464-DC04-46F4-8DA6-256EAADECE55}" dt="2026-04-28T02:27:30.700" v="107" actId="1076"/>
          <ac:picMkLst>
            <pc:docMk/>
            <pc:sldMk cId="2477311426" sldId="259"/>
            <ac:picMk id="1026" creationId="{E6726AA0-5DD1-9C36-AA54-7377194862FC}"/>
          </ac:picMkLst>
        </pc:picChg>
        <pc:picChg chg="add mod">
          <ac:chgData name="Jervis LEE (IRAS)" userId="f5b4a8ae-594f-49a5-9990-0eb6ae48a4f9" providerId="ADAL" clId="{5BC9F464-DC04-46F4-8DA6-256EAADECE55}" dt="2026-04-28T03:08:48.547" v="406" actId="1076"/>
          <ac:picMkLst>
            <pc:docMk/>
            <pc:sldMk cId="2477311426" sldId="259"/>
            <ac:picMk id="1028" creationId="{21725DFD-4DE8-23EF-662B-3E4F8ED5AE6F}"/>
          </ac:picMkLst>
        </pc:picChg>
        <pc:picChg chg="add mod">
          <ac:chgData name="Jervis LEE (IRAS)" userId="f5b4a8ae-594f-49a5-9990-0eb6ae48a4f9" providerId="ADAL" clId="{5BC9F464-DC04-46F4-8DA6-256EAADECE55}" dt="2026-04-28T03:09:10.503" v="408" actId="1076"/>
          <ac:picMkLst>
            <pc:docMk/>
            <pc:sldMk cId="2477311426" sldId="259"/>
            <ac:picMk id="1032" creationId="{6F584C1D-C78C-FC4B-0767-FF32EF72E6D7}"/>
          </ac:picMkLst>
        </pc:picChg>
        <pc:picChg chg="add mod">
          <ac:chgData name="Jervis LEE (IRAS)" userId="f5b4a8ae-594f-49a5-9990-0eb6ae48a4f9" providerId="ADAL" clId="{5BC9F464-DC04-46F4-8DA6-256EAADECE55}" dt="2026-04-28T06:23:39.158" v="2430" actId="1038"/>
          <ac:picMkLst>
            <pc:docMk/>
            <pc:sldMk cId="2477311426" sldId="259"/>
            <ac:picMk id="1046" creationId="{1F3B9A09-C22F-E677-B8AA-B6B3F5BE9C2F}"/>
          </ac:picMkLst>
        </pc:picChg>
        <pc:cxnChg chg="add mod">
          <ac:chgData name="Jervis LEE (IRAS)" userId="f5b4a8ae-594f-49a5-9990-0eb6ae48a4f9" providerId="ADAL" clId="{5BC9F464-DC04-46F4-8DA6-256EAADECE55}" dt="2026-04-28T04:21:03.330" v="1052" actId="208"/>
          <ac:cxnSpMkLst>
            <pc:docMk/>
            <pc:sldMk cId="2477311426" sldId="259"/>
            <ac:cxnSpMk id="37" creationId="{87590034-4F70-265E-9AC7-DEBECF4CD4FB}"/>
          </ac:cxnSpMkLst>
        </pc:cxnChg>
        <pc:cxnChg chg="add mod">
          <ac:chgData name="Jervis LEE (IRAS)" userId="f5b4a8ae-594f-49a5-9990-0eb6ae48a4f9" providerId="ADAL" clId="{5BC9F464-DC04-46F4-8DA6-256EAADECE55}" dt="2026-04-28T04:20:59.956" v="1051" actId="208"/>
          <ac:cxnSpMkLst>
            <pc:docMk/>
            <pc:sldMk cId="2477311426" sldId="259"/>
            <ac:cxnSpMk id="38" creationId="{D844EE1D-9742-236B-D975-329DD331F40F}"/>
          </ac:cxnSpMkLst>
        </pc:cxnChg>
        <pc:cxnChg chg="add mod">
          <ac:chgData name="Jervis LEE (IRAS)" userId="f5b4a8ae-594f-49a5-9990-0eb6ae48a4f9" providerId="ADAL" clId="{5BC9F464-DC04-46F4-8DA6-256EAADECE55}" dt="2026-04-28T03:11:30.318" v="438" actId="1582"/>
          <ac:cxnSpMkLst>
            <pc:docMk/>
            <pc:sldMk cId="2477311426" sldId="259"/>
            <ac:cxnSpMk id="48" creationId="{74CCDC97-E536-B989-B1CF-445A2B79E110}"/>
          </ac:cxnSpMkLst>
        </pc:cxnChg>
        <pc:cxnChg chg="add mod">
          <ac:chgData name="Jervis LEE (IRAS)" userId="f5b4a8ae-594f-49a5-9990-0eb6ae48a4f9" providerId="ADAL" clId="{5BC9F464-DC04-46F4-8DA6-256EAADECE55}" dt="2026-04-28T03:54:14.569" v="735" actId="1035"/>
          <ac:cxnSpMkLst>
            <pc:docMk/>
            <pc:sldMk cId="2477311426" sldId="259"/>
            <ac:cxnSpMk id="50" creationId="{5CF6175F-264C-72CD-F184-7D58F4F56E3E}"/>
          </ac:cxnSpMkLst>
        </pc:cxnChg>
        <pc:cxnChg chg="add mod">
          <ac:chgData name="Jervis LEE (IRAS)" userId="f5b4a8ae-594f-49a5-9990-0eb6ae48a4f9" providerId="ADAL" clId="{5BC9F464-DC04-46F4-8DA6-256EAADECE55}" dt="2026-04-28T04:20:54.947" v="1050" actId="208"/>
          <ac:cxnSpMkLst>
            <pc:docMk/>
            <pc:sldMk cId="2477311426" sldId="259"/>
            <ac:cxnSpMk id="1040" creationId="{2817EBBB-4B9D-5F53-D759-FFF12631222C}"/>
          </ac:cxnSpMkLst>
        </pc:cxnChg>
        <pc:cxnChg chg="add mod">
          <ac:chgData name="Jervis LEE (IRAS)" userId="f5b4a8ae-594f-49a5-9990-0eb6ae48a4f9" providerId="ADAL" clId="{5BC9F464-DC04-46F4-8DA6-256EAADECE55}" dt="2026-04-28T05:46:37.534" v="2052" actId="1076"/>
          <ac:cxnSpMkLst>
            <pc:docMk/>
            <pc:sldMk cId="2477311426" sldId="259"/>
            <ac:cxnSpMk id="1052" creationId="{FB7CE48B-D5D2-1082-CC47-088ACED1CCD7}"/>
          </ac:cxnSpMkLst>
        </pc:cxnChg>
        <pc:cxnChg chg="add mod">
          <ac:chgData name="Jervis LEE (IRAS)" userId="f5b4a8ae-594f-49a5-9990-0eb6ae48a4f9" providerId="ADAL" clId="{5BC9F464-DC04-46F4-8DA6-256EAADECE55}" dt="2026-04-28T06:23:29.179" v="2424" actId="1076"/>
          <ac:cxnSpMkLst>
            <pc:docMk/>
            <pc:sldMk cId="2477311426" sldId="259"/>
            <ac:cxnSpMk id="1058" creationId="{2B4B7FDF-9CAD-1F75-638A-47E2F675A4CC}"/>
          </ac:cxnSpMkLst>
        </pc:cxnChg>
        <pc:cxnChg chg="add mod">
          <ac:chgData name="Jervis LEE (IRAS)" userId="f5b4a8ae-594f-49a5-9990-0eb6ae48a4f9" providerId="ADAL" clId="{5BC9F464-DC04-46F4-8DA6-256EAADECE55}" dt="2026-04-28T05:31:05.620" v="1402" actId="1037"/>
          <ac:cxnSpMkLst>
            <pc:docMk/>
            <pc:sldMk cId="2477311426" sldId="259"/>
            <ac:cxnSpMk id="1077" creationId="{A1D2BA84-0834-461D-D57B-55EBB79D099D}"/>
          </ac:cxnSpMkLst>
        </pc:cxnChg>
        <pc:cxnChg chg="add mod">
          <ac:chgData name="Jervis LEE (IRAS)" userId="f5b4a8ae-594f-49a5-9990-0eb6ae48a4f9" providerId="ADAL" clId="{5BC9F464-DC04-46F4-8DA6-256EAADECE55}" dt="2026-04-28T04:12:01.911" v="853" actId="14100"/>
          <ac:cxnSpMkLst>
            <pc:docMk/>
            <pc:sldMk cId="2477311426" sldId="259"/>
            <ac:cxnSpMk id="1088" creationId="{81ABA780-9672-2D3D-E999-AF600D8747EE}"/>
          </ac:cxnSpMkLst>
        </pc:cxnChg>
        <pc:cxnChg chg="add mod">
          <ac:chgData name="Jervis LEE (IRAS)" userId="f5b4a8ae-594f-49a5-9990-0eb6ae48a4f9" providerId="ADAL" clId="{5BC9F464-DC04-46F4-8DA6-256EAADECE55}" dt="2026-04-28T05:33:27.532" v="1457" actId="14100"/>
          <ac:cxnSpMkLst>
            <pc:docMk/>
            <pc:sldMk cId="2477311426" sldId="259"/>
            <ac:cxnSpMk id="1092" creationId="{6BAEAD2E-E427-5E8D-683E-999BE2494BF7}"/>
          </ac:cxnSpMkLst>
        </pc:cxnChg>
        <pc:cxnChg chg="add mod">
          <ac:chgData name="Jervis LEE (IRAS)" userId="f5b4a8ae-594f-49a5-9990-0eb6ae48a4f9" providerId="ADAL" clId="{5BC9F464-DC04-46F4-8DA6-256EAADECE55}" dt="2026-04-28T04:16:23.520" v="924" actId="208"/>
          <ac:cxnSpMkLst>
            <pc:docMk/>
            <pc:sldMk cId="2477311426" sldId="259"/>
            <ac:cxnSpMk id="1099" creationId="{97E4AF23-0904-9998-6F8A-C85B7FD7EEC0}"/>
          </ac:cxnSpMkLst>
        </pc:cxnChg>
        <pc:cxnChg chg="add mod">
          <ac:chgData name="Jervis LEE (IRAS)" userId="f5b4a8ae-594f-49a5-9990-0eb6ae48a4f9" providerId="ADAL" clId="{5BC9F464-DC04-46F4-8DA6-256EAADECE55}" dt="2026-04-28T04:21:32.697" v="1056" actId="14100"/>
          <ac:cxnSpMkLst>
            <pc:docMk/>
            <pc:sldMk cId="2477311426" sldId="259"/>
            <ac:cxnSpMk id="1108" creationId="{205EC065-1B52-526F-E8BA-561F12B6A9EC}"/>
          </ac:cxnSpMkLst>
        </pc:cxnChg>
        <pc:cxnChg chg="add mod">
          <ac:chgData name="Jervis LEE (IRAS)" userId="f5b4a8ae-594f-49a5-9990-0eb6ae48a4f9" providerId="ADAL" clId="{5BC9F464-DC04-46F4-8DA6-256EAADECE55}" dt="2026-04-28T06:23:39.158" v="2430" actId="1038"/>
          <ac:cxnSpMkLst>
            <pc:docMk/>
            <pc:sldMk cId="2477311426" sldId="259"/>
            <ac:cxnSpMk id="1117" creationId="{D27D5831-A280-7808-88EA-20C9008FC008}"/>
          </ac:cxnSpMkLst>
        </pc:cxnChg>
        <pc:cxnChg chg="add mod">
          <ac:chgData name="Jervis LEE (IRAS)" userId="f5b4a8ae-594f-49a5-9990-0eb6ae48a4f9" providerId="ADAL" clId="{5BC9F464-DC04-46F4-8DA6-256EAADECE55}" dt="2026-04-28T05:31:17.131" v="1414" actId="1037"/>
          <ac:cxnSpMkLst>
            <pc:docMk/>
            <pc:sldMk cId="2477311426" sldId="259"/>
            <ac:cxnSpMk id="1124" creationId="{A99D3462-B510-70DA-0073-6254DA140DAD}"/>
          </ac:cxnSpMkLst>
        </pc:cxnChg>
        <pc:cxnChg chg="add mod">
          <ac:chgData name="Jervis LEE (IRAS)" userId="f5b4a8ae-594f-49a5-9990-0eb6ae48a4f9" providerId="ADAL" clId="{5BC9F464-DC04-46F4-8DA6-256EAADECE55}" dt="2026-04-28T05:30:54.891" v="1378" actId="14100"/>
          <ac:cxnSpMkLst>
            <pc:docMk/>
            <pc:sldMk cId="2477311426" sldId="259"/>
            <ac:cxnSpMk id="1132" creationId="{01CF06DE-6EE6-3B1A-E115-5AA4E9C473CE}"/>
          </ac:cxnSpMkLst>
        </pc:cxnChg>
        <pc:cxnChg chg="add mod">
          <ac:chgData name="Jervis LEE (IRAS)" userId="f5b4a8ae-594f-49a5-9990-0eb6ae48a4f9" providerId="ADAL" clId="{5BC9F464-DC04-46F4-8DA6-256EAADECE55}" dt="2026-04-28T05:50:08.744" v="2260" actId="1038"/>
          <ac:cxnSpMkLst>
            <pc:docMk/>
            <pc:sldMk cId="2477311426" sldId="259"/>
            <ac:cxnSpMk id="1160" creationId="{D457277D-FEA7-A38A-9A10-394B63680FA4}"/>
          </ac:cxnSpMkLst>
        </pc:cxnChg>
        <pc:cxnChg chg="add mod">
          <ac:chgData name="Jervis LEE (IRAS)" userId="f5b4a8ae-594f-49a5-9990-0eb6ae48a4f9" providerId="ADAL" clId="{5BC9F464-DC04-46F4-8DA6-256EAADECE55}" dt="2026-04-28T05:50:00.170" v="2222" actId="1038"/>
          <ac:cxnSpMkLst>
            <pc:docMk/>
            <pc:sldMk cId="2477311426" sldId="259"/>
            <ac:cxnSpMk id="1163" creationId="{1AC4C69D-3306-6075-82BE-3CE3CFA68E3B}"/>
          </ac:cxnSpMkLst>
        </pc:cxnChg>
      </pc:sldChg>
      <pc:sldChg chg="addSp delSp modSp add mod">
        <pc:chgData name="Jervis LEE (IRAS)" userId="f5b4a8ae-594f-49a5-9990-0eb6ae48a4f9" providerId="ADAL" clId="{5BC9F464-DC04-46F4-8DA6-256EAADECE55}" dt="2026-05-08T05:39:13.988" v="19399" actId="20577"/>
        <pc:sldMkLst>
          <pc:docMk/>
          <pc:sldMk cId="526911526" sldId="273"/>
        </pc:sldMkLst>
        <pc:spChg chg="mod">
          <ac:chgData name="Jervis LEE (IRAS)" userId="f5b4a8ae-594f-49a5-9990-0eb6ae48a4f9" providerId="ADAL" clId="{5BC9F464-DC04-46F4-8DA6-256EAADECE55}" dt="2026-05-04T11:15:30.085" v="5792"/>
          <ac:spMkLst>
            <pc:docMk/>
            <pc:sldMk cId="526911526" sldId="273"/>
            <ac:spMk id="2" creationId="{0214C1A7-A0AB-23D3-BC2F-CDF95BEDE307}"/>
          </ac:spMkLst>
        </pc:spChg>
        <pc:spChg chg="add mod">
          <ac:chgData name="Jervis LEE (IRAS)" userId="f5b4a8ae-594f-49a5-9990-0eb6ae48a4f9" providerId="ADAL" clId="{5BC9F464-DC04-46F4-8DA6-256EAADECE55}" dt="2026-05-08T05:39:13.988" v="19399" actId="20577"/>
          <ac:spMkLst>
            <pc:docMk/>
            <pc:sldMk cId="526911526" sldId="273"/>
            <ac:spMk id="8" creationId="{F21FC275-42C0-0FB3-D8AB-D9CB1CFEF0AD}"/>
          </ac:spMkLst>
        </pc:spChg>
        <pc:spChg chg="add mod">
          <ac:chgData name="Jervis LEE (IRAS)" userId="f5b4a8ae-594f-49a5-9990-0eb6ae48a4f9" providerId="ADAL" clId="{5BC9F464-DC04-46F4-8DA6-256EAADECE55}" dt="2026-05-04T11:27:32.206" v="6108"/>
          <ac:spMkLst>
            <pc:docMk/>
            <pc:sldMk cId="526911526" sldId="273"/>
            <ac:spMk id="11" creationId="{A60813CA-894F-FFB5-CA05-93163F9A1DD9}"/>
          </ac:spMkLst>
        </pc:spChg>
        <pc:spChg chg="add mod">
          <ac:chgData name="Jervis LEE (IRAS)" userId="f5b4a8ae-594f-49a5-9990-0eb6ae48a4f9" providerId="ADAL" clId="{5BC9F464-DC04-46F4-8DA6-256EAADECE55}" dt="2026-05-05T07:33:54.016" v="7122" actId="208"/>
          <ac:spMkLst>
            <pc:docMk/>
            <pc:sldMk cId="526911526" sldId="273"/>
            <ac:spMk id="12" creationId="{CA47F018-0600-5B22-AF33-609B16E70533}"/>
          </ac:spMkLst>
        </pc:spChg>
        <pc:graphicFrameChg chg="add mod modGraphic">
          <ac:chgData name="Jervis LEE (IRAS)" userId="f5b4a8ae-594f-49a5-9990-0eb6ae48a4f9" providerId="ADAL" clId="{5BC9F464-DC04-46F4-8DA6-256EAADECE55}" dt="2026-05-05T08:57:42.586" v="7924" actId="20577"/>
          <ac:graphicFrameMkLst>
            <pc:docMk/>
            <pc:sldMk cId="526911526" sldId="273"/>
            <ac:graphicFrameMk id="6" creationId="{043A1B82-8CF8-D0FE-754F-6AF38A434434}"/>
          </ac:graphicFrameMkLst>
        </pc:graphicFrameChg>
        <pc:picChg chg="add mod">
          <ac:chgData name="Jervis LEE (IRAS)" userId="f5b4a8ae-594f-49a5-9990-0eb6ae48a4f9" providerId="ADAL" clId="{5BC9F464-DC04-46F4-8DA6-256EAADECE55}" dt="2026-05-04T11:24:45.814" v="6015" actId="1076"/>
          <ac:picMkLst>
            <pc:docMk/>
            <pc:sldMk cId="526911526" sldId="273"/>
            <ac:picMk id="10" creationId="{6631CD85-C545-9023-5E59-0F9273D8B3CF}"/>
          </ac:picMkLst>
        </pc:picChg>
      </pc:sldChg>
      <pc:sldChg chg="addSp delSp modSp add mod">
        <pc:chgData name="Jervis LEE (IRAS)" userId="f5b4a8ae-594f-49a5-9990-0eb6ae48a4f9" providerId="ADAL" clId="{5BC9F464-DC04-46F4-8DA6-256EAADECE55}" dt="2026-05-08T09:44:01.717" v="28242" actId="14100"/>
        <pc:sldMkLst>
          <pc:docMk/>
          <pc:sldMk cId="911620904" sldId="274"/>
        </pc:sldMkLst>
        <pc:spChg chg="mod">
          <ac:chgData name="Jervis LEE (IRAS)" userId="f5b4a8ae-594f-49a5-9990-0eb6ae48a4f9" providerId="ADAL" clId="{5BC9F464-DC04-46F4-8DA6-256EAADECE55}" dt="2026-05-06T09:35:15.434" v="12170" actId="20577"/>
          <ac:spMkLst>
            <pc:docMk/>
            <pc:sldMk cId="911620904" sldId="274"/>
            <ac:spMk id="2" creationId="{D30C1EAE-14FC-7B3B-A6CE-5E8675D174B8}"/>
          </ac:spMkLst>
        </pc:spChg>
        <pc:spChg chg="add mod">
          <ac:chgData name="Jervis LEE (IRAS)" userId="f5b4a8ae-594f-49a5-9990-0eb6ae48a4f9" providerId="ADAL" clId="{5BC9F464-DC04-46F4-8DA6-256EAADECE55}" dt="2026-05-08T09:44:01.717" v="28242" actId="14100"/>
          <ac:spMkLst>
            <pc:docMk/>
            <pc:sldMk cId="911620904" sldId="274"/>
            <ac:spMk id="5" creationId="{90DEF11B-E368-66DF-44C5-F8FD616F7C7E}"/>
          </ac:spMkLst>
        </pc:spChg>
        <pc:graphicFrameChg chg="add mod modGraphic">
          <ac:chgData name="Jervis LEE (IRAS)" userId="f5b4a8ae-594f-49a5-9990-0eb6ae48a4f9" providerId="ADAL" clId="{5BC9F464-DC04-46F4-8DA6-256EAADECE55}" dt="2026-05-08T09:42:40.078" v="28056" actId="1036"/>
          <ac:graphicFrameMkLst>
            <pc:docMk/>
            <pc:sldMk cId="911620904" sldId="274"/>
            <ac:graphicFrameMk id="3" creationId="{0B7DC063-82E3-740C-9425-AC842E49139A}"/>
          </ac:graphicFrameMkLst>
        </pc:graphicFrameChg>
      </pc:sldChg>
      <pc:sldChg chg="addSp delSp modSp add mod">
        <pc:chgData name="Jervis LEE (IRAS)" userId="f5b4a8ae-594f-49a5-9990-0eb6ae48a4f9" providerId="ADAL" clId="{5BC9F464-DC04-46F4-8DA6-256EAADECE55}" dt="2026-05-08T07:33:57.016" v="23137" actId="20577"/>
        <pc:sldMkLst>
          <pc:docMk/>
          <pc:sldMk cId="1815683938" sldId="275"/>
        </pc:sldMkLst>
        <pc:spChg chg="mod">
          <ac:chgData name="Jervis LEE (IRAS)" userId="f5b4a8ae-594f-49a5-9990-0eb6ae48a4f9" providerId="ADAL" clId="{5BC9F464-DC04-46F4-8DA6-256EAADECE55}" dt="2026-05-07T06:11:23.821" v="15401" actId="20577"/>
          <ac:spMkLst>
            <pc:docMk/>
            <pc:sldMk cId="1815683938" sldId="275"/>
            <ac:spMk id="2" creationId="{92AA8EA7-45D2-EA60-53A8-8F46C8137B51}"/>
          </ac:spMkLst>
        </pc:spChg>
        <pc:spChg chg="add mod">
          <ac:chgData name="Jervis LEE (IRAS)" userId="f5b4a8ae-594f-49a5-9990-0eb6ae48a4f9" providerId="ADAL" clId="{5BC9F464-DC04-46F4-8DA6-256EAADECE55}" dt="2026-05-08T07:33:57.016" v="23137" actId="20577"/>
          <ac:spMkLst>
            <pc:docMk/>
            <pc:sldMk cId="1815683938" sldId="275"/>
            <ac:spMk id="6" creationId="{B15F4B43-F71D-6B61-C8E2-B78652E0FB80}"/>
          </ac:spMkLst>
        </pc:spChg>
        <pc:graphicFrameChg chg="add mod">
          <ac:chgData name="Jervis LEE (IRAS)" userId="f5b4a8ae-594f-49a5-9990-0eb6ae48a4f9" providerId="ADAL" clId="{5BC9F464-DC04-46F4-8DA6-256EAADECE55}" dt="2026-05-07T06:11:44.592" v="15450"/>
          <ac:graphicFrameMkLst>
            <pc:docMk/>
            <pc:sldMk cId="1815683938" sldId="275"/>
            <ac:graphicFrameMk id="3" creationId="{EF4C097E-D09A-045A-5C2B-952D5D7BBE7A}"/>
          </ac:graphicFrameMkLst>
        </pc:graphicFrameChg>
        <pc:graphicFrameChg chg="add mod modGraphic">
          <ac:chgData name="Jervis LEE (IRAS)" userId="f5b4a8ae-594f-49a5-9990-0eb6ae48a4f9" providerId="ADAL" clId="{5BC9F464-DC04-46F4-8DA6-256EAADECE55}" dt="2026-05-08T05:55:35.768" v="19779" actId="20577"/>
          <ac:graphicFrameMkLst>
            <pc:docMk/>
            <pc:sldMk cId="1815683938" sldId="275"/>
            <ac:graphicFrameMk id="5" creationId="{B5371B82-6BDA-E622-ED5B-20B2A5C6A339}"/>
          </ac:graphicFrameMkLst>
        </pc:graphicFrameChg>
        <pc:cxnChg chg="add mod">
          <ac:chgData name="Jervis LEE (IRAS)" userId="f5b4a8ae-594f-49a5-9990-0eb6ae48a4f9" providerId="ADAL" clId="{5BC9F464-DC04-46F4-8DA6-256EAADECE55}" dt="2026-05-08T07:33:56.804" v="23136" actId="20577"/>
          <ac:cxnSpMkLst>
            <pc:docMk/>
            <pc:sldMk cId="1815683938" sldId="275"/>
            <ac:cxnSpMk id="7" creationId="{5B9B73FA-B921-BBE8-A032-C7ECCF8530FA}"/>
          </ac:cxnSpMkLst>
        </pc:cxnChg>
      </pc:sldChg>
      <pc:sldChg chg="addSp modSp add del mod">
        <pc:chgData name="Jervis LEE (IRAS)" userId="f5b4a8ae-594f-49a5-9990-0eb6ae48a4f9" providerId="ADAL" clId="{5BC9F464-DC04-46F4-8DA6-256EAADECE55}" dt="2026-05-08T06:46:32.469" v="21913" actId="20577"/>
        <pc:sldMkLst>
          <pc:docMk/>
          <pc:sldMk cId="266111016" sldId="276"/>
        </pc:sldMkLst>
        <pc:spChg chg="mod">
          <ac:chgData name="Jervis LEE (IRAS)" userId="f5b4a8ae-594f-49a5-9990-0eb6ae48a4f9" providerId="ADAL" clId="{5BC9F464-DC04-46F4-8DA6-256EAADECE55}" dt="2026-05-04T10:14:37.547" v="5045"/>
          <ac:spMkLst>
            <pc:docMk/>
            <pc:sldMk cId="266111016" sldId="276"/>
            <ac:spMk id="2" creationId="{2095CCD6-04A4-8C53-1494-DA0D7707F4FD}"/>
          </ac:spMkLst>
        </pc:spChg>
        <pc:spChg chg="mod">
          <ac:chgData name="Jervis LEE (IRAS)" userId="f5b4a8ae-594f-49a5-9990-0eb6ae48a4f9" providerId="ADAL" clId="{5BC9F464-DC04-46F4-8DA6-256EAADECE55}" dt="2026-05-08T06:46:32.469" v="21913" actId="20577"/>
          <ac:spMkLst>
            <pc:docMk/>
            <pc:sldMk cId="266111016" sldId="276"/>
            <ac:spMk id="3" creationId="{C29EEA22-F71C-B7C4-48EB-7FE6D930F47A}"/>
          </ac:spMkLst>
        </pc:spChg>
        <pc:spChg chg="add mod">
          <ac:chgData name="Jervis LEE (IRAS)" userId="f5b4a8ae-594f-49a5-9990-0eb6ae48a4f9" providerId="ADAL" clId="{5BC9F464-DC04-46F4-8DA6-256EAADECE55}" dt="2026-05-04T10:14:52.326" v="5048"/>
          <ac:spMkLst>
            <pc:docMk/>
            <pc:sldMk cId="266111016" sldId="276"/>
            <ac:spMk id="4" creationId="{8C134BB0-1CEF-A60F-25F9-C795E4176039}"/>
          </ac:spMkLst>
        </pc:spChg>
      </pc:sldChg>
      <pc:sldChg chg="addSp delSp modSp add mod modCm">
        <pc:chgData name="Jervis LEE (IRAS)" userId="f5b4a8ae-594f-49a5-9990-0eb6ae48a4f9" providerId="ADAL" clId="{5BC9F464-DC04-46F4-8DA6-256EAADECE55}" dt="2026-05-08T10:10:46.680" v="29190" actId="20577"/>
        <pc:sldMkLst>
          <pc:docMk/>
          <pc:sldMk cId="2145482424" sldId="278"/>
        </pc:sldMkLst>
        <pc:spChg chg="mod">
          <ac:chgData name="Jervis LEE (IRAS)" userId="f5b4a8ae-594f-49a5-9990-0eb6ae48a4f9" providerId="ADAL" clId="{5BC9F464-DC04-46F4-8DA6-256EAADECE55}" dt="2026-05-08T10:10:46.680" v="29190" actId="20577"/>
          <ac:spMkLst>
            <pc:docMk/>
            <pc:sldMk cId="2145482424" sldId="278"/>
            <ac:spMk id="2" creationId="{08415531-03F3-6520-506E-4D1EF639B95D}"/>
          </ac:spMkLst>
        </pc:spChg>
        <pc:spChg chg="add mod">
          <ac:chgData name="Jervis LEE (IRAS)" userId="f5b4a8ae-594f-49a5-9990-0eb6ae48a4f9" providerId="ADAL" clId="{5BC9F464-DC04-46F4-8DA6-256EAADECE55}" dt="2026-05-05T09:13:12.745" v="8521" actId="1036"/>
          <ac:spMkLst>
            <pc:docMk/>
            <pc:sldMk cId="2145482424" sldId="278"/>
            <ac:spMk id="7" creationId="{DB09AD43-93DF-0044-4309-8204D23C1D36}"/>
          </ac:spMkLst>
        </pc:spChg>
        <pc:spChg chg="add mod">
          <ac:chgData name="Jervis LEE (IRAS)" userId="f5b4a8ae-594f-49a5-9990-0eb6ae48a4f9" providerId="ADAL" clId="{5BC9F464-DC04-46F4-8DA6-256EAADECE55}" dt="2026-05-05T09:17:26.712" v="8549" actId="1076"/>
          <ac:spMkLst>
            <pc:docMk/>
            <pc:sldMk cId="2145482424" sldId="278"/>
            <ac:spMk id="8" creationId="{A84C315D-DF61-906F-24ED-861AA0FA5D3C}"/>
          </ac:spMkLst>
        </pc:spChg>
        <pc:spChg chg="add mod">
          <ac:chgData name="Jervis LEE (IRAS)" userId="f5b4a8ae-594f-49a5-9990-0eb6ae48a4f9" providerId="ADAL" clId="{5BC9F464-DC04-46F4-8DA6-256EAADECE55}" dt="2026-05-04T11:26:25.156" v="6040"/>
          <ac:spMkLst>
            <pc:docMk/>
            <pc:sldMk cId="2145482424" sldId="278"/>
            <ac:spMk id="9" creationId="{7FD9303C-7F69-D2F2-7945-28F45DF379B8}"/>
          </ac:spMkLst>
        </pc:spChg>
        <pc:spChg chg="add mod">
          <ac:chgData name="Jervis LEE (IRAS)" userId="f5b4a8ae-594f-49a5-9990-0eb6ae48a4f9" providerId="ADAL" clId="{5BC9F464-DC04-46F4-8DA6-256EAADECE55}" dt="2026-05-04T11:26:25.156" v="6040"/>
          <ac:spMkLst>
            <pc:docMk/>
            <pc:sldMk cId="2145482424" sldId="278"/>
            <ac:spMk id="10" creationId="{F60972E9-2962-3D58-0DE5-168A2EB6298F}"/>
          </ac:spMkLst>
        </pc:spChg>
        <pc:graphicFrameChg chg="add mod modGraphic">
          <ac:chgData name="Jervis LEE (IRAS)" userId="f5b4a8ae-594f-49a5-9990-0eb6ae48a4f9" providerId="ADAL" clId="{5BC9F464-DC04-46F4-8DA6-256EAADECE55}" dt="2026-05-07T08:42:53.926" v="16000" actId="20577"/>
          <ac:graphicFrameMkLst>
            <pc:docMk/>
            <pc:sldMk cId="2145482424" sldId="278"/>
            <ac:graphicFrameMk id="3" creationId="{739E263B-D138-EC40-DD76-B2896D6459AD}"/>
          </ac:graphicFrameMkLst>
        </pc:graphicFrameChg>
        <pc:extLst>
          <p:ext xmlns:p="http://schemas.openxmlformats.org/presentationml/2006/main" uri="{D6D511B9-2390-475A-947B-AFAB55BFBCF1}">
            <pc226:cmChg xmlns:pc226="http://schemas.microsoft.com/office/powerpoint/2022/06/main/command" chg="mod">
              <pc226:chgData name="Jervis LEE (IRAS)" userId="f5b4a8ae-594f-49a5-9990-0eb6ae48a4f9" providerId="ADAL" clId="{5BC9F464-DC04-46F4-8DA6-256EAADECE55}" dt="2026-05-07T08:42:53.926" v="16000" actId="20577"/>
              <pc2:cmMkLst xmlns:pc2="http://schemas.microsoft.com/office/powerpoint/2019/9/main/command">
                <pc:docMk/>
                <pc:sldMk cId="2145482424" sldId="278"/>
                <pc2:cmMk id="{0548A9EA-9232-4C7C-AECD-2BFB428DCCE3}"/>
              </pc2:cmMkLst>
            </pc226:cmChg>
          </p:ext>
        </pc:extLst>
      </pc:sldChg>
      <pc:sldChg chg="addSp delSp modSp add mod ord modShow">
        <pc:chgData name="Jervis LEE (IRAS)" userId="f5b4a8ae-594f-49a5-9990-0eb6ae48a4f9" providerId="ADAL" clId="{5BC9F464-DC04-46F4-8DA6-256EAADECE55}" dt="2026-05-05T07:41:58.172" v="7142"/>
        <pc:sldMkLst>
          <pc:docMk/>
          <pc:sldMk cId="1025952898" sldId="279"/>
        </pc:sldMkLst>
        <pc:spChg chg="mod">
          <ac:chgData name="Jervis LEE (IRAS)" userId="f5b4a8ae-594f-49a5-9990-0eb6ae48a4f9" providerId="ADAL" clId="{5BC9F464-DC04-46F4-8DA6-256EAADECE55}" dt="2026-05-04T11:28:34.600" v="6120" actId="20577"/>
          <ac:spMkLst>
            <pc:docMk/>
            <pc:sldMk cId="1025952898" sldId="279"/>
            <ac:spMk id="2" creationId="{ADDC0C29-83CA-0C6F-0E7D-97C989BE9DC7}"/>
          </ac:spMkLst>
        </pc:spChg>
        <pc:spChg chg="add mod">
          <ac:chgData name="Jervis LEE (IRAS)" userId="f5b4a8ae-594f-49a5-9990-0eb6ae48a4f9" providerId="ADAL" clId="{5BC9F464-DC04-46F4-8DA6-256EAADECE55}" dt="2026-05-04T11:26:13.955" v="6036" actId="1037"/>
          <ac:spMkLst>
            <pc:docMk/>
            <pc:sldMk cId="1025952898" sldId="279"/>
            <ac:spMk id="3" creationId="{C944B739-8751-0377-FCC5-0D0B0C016199}"/>
          </ac:spMkLst>
        </pc:spChg>
        <pc:spChg chg="add mod">
          <ac:chgData name="Jervis LEE (IRAS)" userId="f5b4a8ae-594f-49a5-9990-0eb6ae48a4f9" providerId="ADAL" clId="{5BC9F464-DC04-46F4-8DA6-256EAADECE55}" dt="2026-05-04T11:25:31.751" v="6024" actId="208"/>
          <ac:spMkLst>
            <pc:docMk/>
            <pc:sldMk cId="1025952898" sldId="279"/>
            <ac:spMk id="5" creationId="{5EADD723-3A28-BD2E-CED1-A2B295FA1F4D}"/>
          </ac:spMkLst>
        </pc:spChg>
        <pc:spChg chg="add mod">
          <ac:chgData name="Jervis LEE (IRAS)" userId="f5b4a8ae-594f-49a5-9990-0eb6ae48a4f9" providerId="ADAL" clId="{5BC9F464-DC04-46F4-8DA6-256EAADECE55}" dt="2026-05-04T10:22:14.939" v="5314" actId="255"/>
          <ac:spMkLst>
            <pc:docMk/>
            <pc:sldMk cId="1025952898" sldId="279"/>
            <ac:spMk id="6" creationId="{238ABC1C-D1EC-C160-2AFE-C8E818C19303}"/>
          </ac:spMkLst>
        </pc:spChg>
        <pc:spChg chg="add mod">
          <ac:chgData name="Jervis LEE (IRAS)" userId="f5b4a8ae-594f-49a5-9990-0eb6ae48a4f9" providerId="ADAL" clId="{5BC9F464-DC04-46F4-8DA6-256EAADECE55}" dt="2026-05-04T10:22:24.147" v="5316"/>
          <ac:spMkLst>
            <pc:docMk/>
            <pc:sldMk cId="1025952898" sldId="279"/>
            <ac:spMk id="9" creationId="{D6F7CEF0-8228-FBF5-27EE-D6FA97F77F68}"/>
          </ac:spMkLst>
        </pc:spChg>
        <pc:graphicFrameChg chg="add mod modGraphic">
          <ac:chgData name="Jervis LEE (IRAS)" userId="f5b4a8ae-594f-49a5-9990-0eb6ae48a4f9" providerId="ADAL" clId="{5BC9F464-DC04-46F4-8DA6-256EAADECE55}" dt="2026-05-04T10:22:28.446" v="5317" actId="207"/>
          <ac:graphicFrameMkLst>
            <pc:docMk/>
            <pc:sldMk cId="1025952898" sldId="279"/>
            <ac:graphicFrameMk id="7" creationId="{9122BE71-9A0D-FC5C-DAC8-D84C177F99E4}"/>
          </ac:graphicFrameMkLst>
        </pc:graphicFrameChg>
      </pc:sldChg>
      <pc:sldChg chg="addSp delSp modSp add mod modShow">
        <pc:chgData name="Jervis LEE (IRAS)" userId="f5b4a8ae-594f-49a5-9990-0eb6ae48a4f9" providerId="ADAL" clId="{5BC9F464-DC04-46F4-8DA6-256EAADECE55}" dt="2026-05-06T09:34:57.648" v="12158" actId="729"/>
        <pc:sldMkLst>
          <pc:docMk/>
          <pc:sldMk cId="614267132" sldId="280"/>
        </pc:sldMkLst>
        <pc:spChg chg="mod">
          <ac:chgData name="Jervis LEE (IRAS)" userId="f5b4a8ae-594f-49a5-9990-0eb6ae48a4f9" providerId="ADAL" clId="{5BC9F464-DC04-46F4-8DA6-256EAADECE55}" dt="2026-05-04T11:28:49.269" v="6133" actId="20577"/>
          <ac:spMkLst>
            <pc:docMk/>
            <pc:sldMk cId="614267132" sldId="280"/>
            <ac:spMk id="2" creationId="{BA70E9D4-620D-C6E0-7920-6E476D7CBC51}"/>
          </ac:spMkLst>
        </pc:spChg>
        <pc:spChg chg="mod">
          <ac:chgData name="Jervis LEE (IRAS)" userId="f5b4a8ae-594f-49a5-9990-0eb6ae48a4f9" providerId="ADAL" clId="{5BC9F464-DC04-46F4-8DA6-256EAADECE55}" dt="2026-05-04T10:25:29.439" v="5337"/>
          <ac:spMkLst>
            <pc:docMk/>
            <pc:sldMk cId="614267132" sldId="280"/>
            <ac:spMk id="6" creationId="{66D38FAA-7DAB-AA5F-3C97-81D9521A39EC}"/>
          </ac:spMkLst>
        </pc:spChg>
        <pc:spChg chg="add mod">
          <ac:chgData name="Jervis LEE (IRAS)" userId="f5b4a8ae-594f-49a5-9990-0eb6ae48a4f9" providerId="ADAL" clId="{5BC9F464-DC04-46F4-8DA6-256EAADECE55}" dt="2026-05-04T11:26:21.011" v="6038"/>
          <ac:spMkLst>
            <pc:docMk/>
            <pc:sldMk cId="614267132" sldId="280"/>
            <ac:spMk id="11" creationId="{51BCDC33-E0D3-0AAD-4DD1-D3F00E732382}"/>
          </ac:spMkLst>
        </pc:spChg>
        <pc:spChg chg="add mod">
          <ac:chgData name="Jervis LEE (IRAS)" userId="f5b4a8ae-594f-49a5-9990-0eb6ae48a4f9" providerId="ADAL" clId="{5BC9F464-DC04-46F4-8DA6-256EAADECE55}" dt="2026-05-04T11:26:21.011" v="6038"/>
          <ac:spMkLst>
            <pc:docMk/>
            <pc:sldMk cId="614267132" sldId="280"/>
            <ac:spMk id="12" creationId="{6279FB0D-A491-9274-AA57-C837DE439E7C}"/>
          </ac:spMkLst>
        </pc:spChg>
        <pc:graphicFrameChg chg="add mod modGraphic">
          <ac:chgData name="Jervis LEE (IRAS)" userId="f5b4a8ae-594f-49a5-9990-0eb6ae48a4f9" providerId="ADAL" clId="{5BC9F464-DC04-46F4-8DA6-256EAADECE55}" dt="2026-05-04T10:39:46.441" v="5661" actId="1035"/>
          <ac:graphicFrameMkLst>
            <pc:docMk/>
            <pc:sldMk cId="614267132" sldId="280"/>
            <ac:graphicFrameMk id="5" creationId="{8F1322A0-1D4E-EE04-7064-84528A8D5C81}"/>
          </ac:graphicFrameMkLst>
        </pc:graphicFrameChg>
        <pc:graphicFrameChg chg="mod modGraphic">
          <ac:chgData name="Jervis LEE (IRAS)" userId="f5b4a8ae-594f-49a5-9990-0eb6ae48a4f9" providerId="ADAL" clId="{5BC9F464-DC04-46F4-8DA6-256EAADECE55}" dt="2026-05-04T10:39:46.441" v="5661" actId="1035"/>
          <ac:graphicFrameMkLst>
            <pc:docMk/>
            <pc:sldMk cId="614267132" sldId="280"/>
            <ac:graphicFrameMk id="7" creationId="{3D70D69D-1B6C-7C69-3B70-E7AF6035802E}"/>
          </ac:graphicFrameMkLst>
        </pc:graphicFrameChg>
      </pc:sldChg>
      <pc:sldChg chg="addSp delSp modSp add mod ord">
        <pc:chgData name="Jervis LEE (IRAS)" userId="f5b4a8ae-594f-49a5-9990-0eb6ae48a4f9" providerId="ADAL" clId="{5BC9F464-DC04-46F4-8DA6-256EAADECE55}" dt="2026-05-08T09:41:16.868" v="27890"/>
        <pc:sldMkLst>
          <pc:docMk/>
          <pc:sldMk cId="220455675" sldId="281"/>
        </pc:sldMkLst>
        <pc:spChg chg="mod">
          <ac:chgData name="Jervis LEE (IRAS)" userId="f5b4a8ae-594f-49a5-9990-0eb6ae48a4f9" providerId="ADAL" clId="{5BC9F464-DC04-46F4-8DA6-256EAADECE55}" dt="2026-05-06T11:27:14.572" v="13747" actId="20577"/>
          <ac:spMkLst>
            <pc:docMk/>
            <pc:sldMk cId="220455675" sldId="281"/>
            <ac:spMk id="2" creationId="{1001F80D-2481-0E76-F42D-22894E72398A}"/>
          </ac:spMkLst>
        </pc:spChg>
        <pc:spChg chg="add mod">
          <ac:chgData name="Jervis LEE (IRAS)" userId="f5b4a8ae-594f-49a5-9990-0eb6ae48a4f9" providerId="ADAL" clId="{5BC9F464-DC04-46F4-8DA6-256EAADECE55}" dt="2026-05-08T09:02:37.312" v="26244" actId="20577"/>
          <ac:spMkLst>
            <pc:docMk/>
            <pc:sldMk cId="220455675" sldId="281"/>
            <ac:spMk id="3" creationId="{26F2A0E7-FDA8-4BE8-8656-9A38F3530244}"/>
          </ac:spMkLst>
        </pc:spChg>
        <pc:graphicFrameChg chg="del mod modGraphic">
          <ac:chgData name="Jervis LEE (IRAS)" userId="f5b4a8ae-594f-49a5-9990-0eb6ae48a4f9" providerId="ADAL" clId="{5BC9F464-DC04-46F4-8DA6-256EAADECE55}" dt="2026-05-08T09:39:48.092" v="27845" actId="478"/>
          <ac:graphicFrameMkLst>
            <pc:docMk/>
            <pc:sldMk cId="220455675" sldId="281"/>
            <ac:graphicFrameMk id="9" creationId="{7F49E906-4AE9-0A4A-8B2F-D889A011662F}"/>
          </ac:graphicFrameMkLst>
        </pc:graphicFrameChg>
      </pc:sldChg>
      <pc:sldChg chg="addSp delSp modSp new mod">
        <pc:chgData name="Jervis LEE (IRAS)" userId="f5b4a8ae-594f-49a5-9990-0eb6ae48a4f9" providerId="ADAL" clId="{5BC9F464-DC04-46F4-8DA6-256EAADECE55}" dt="2026-05-06T11:43:47.928" v="14502" actId="20577"/>
        <pc:sldMkLst>
          <pc:docMk/>
          <pc:sldMk cId="1651131625" sldId="282"/>
        </pc:sldMkLst>
        <pc:spChg chg="mod">
          <ac:chgData name="Jervis LEE (IRAS)" userId="f5b4a8ae-594f-49a5-9990-0eb6ae48a4f9" providerId="ADAL" clId="{5BC9F464-DC04-46F4-8DA6-256EAADECE55}" dt="2026-05-05T07:06:53.714" v="6716" actId="1076"/>
          <ac:spMkLst>
            <pc:docMk/>
            <pc:sldMk cId="1651131625" sldId="282"/>
            <ac:spMk id="4" creationId="{18AC32F2-8778-9076-4967-9D5E4F576153}"/>
          </ac:spMkLst>
        </pc:spChg>
        <pc:spChg chg="add mod">
          <ac:chgData name="Jervis LEE (IRAS)" userId="f5b4a8ae-594f-49a5-9990-0eb6ae48a4f9" providerId="ADAL" clId="{5BC9F464-DC04-46F4-8DA6-256EAADECE55}" dt="2026-05-05T07:06:53.714" v="6716" actId="1076"/>
          <ac:spMkLst>
            <pc:docMk/>
            <pc:sldMk cId="1651131625" sldId="282"/>
            <ac:spMk id="5" creationId="{72C6D2EF-076A-8746-A181-FF4F1BB77BDB}"/>
          </ac:spMkLst>
        </pc:spChg>
        <pc:spChg chg="add mod">
          <ac:chgData name="Jervis LEE (IRAS)" userId="f5b4a8ae-594f-49a5-9990-0eb6ae48a4f9" providerId="ADAL" clId="{5BC9F464-DC04-46F4-8DA6-256EAADECE55}" dt="2026-05-06T11:43:47.928" v="14502" actId="20577"/>
          <ac:spMkLst>
            <pc:docMk/>
            <pc:sldMk cId="1651131625" sldId="282"/>
            <ac:spMk id="6" creationId="{1C7F3BE6-AEE5-49CA-E5D2-821458A0AC7D}"/>
          </ac:spMkLst>
        </pc:spChg>
        <pc:spChg chg="add mod">
          <ac:chgData name="Jervis LEE (IRAS)" userId="f5b4a8ae-594f-49a5-9990-0eb6ae48a4f9" providerId="ADAL" clId="{5BC9F464-DC04-46F4-8DA6-256EAADECE55}" dt="2026-05-05T07:41:17.207" v="7128" actId="207"/>
          <ac:spMkLst>
            <pc:docMk/>
            <pc:sldMk cId="1651131625" sldId="282"/>
            <ac:spMk id="10" creationId="{483BD5F6-AB3B-ED7A-8AC2-2609F49EC5DD}"/>
          </ac:spMkLst>
        </pc:spChg>
        <pc:spChg chg="add mod">
          <ac:chgData name="Jervis LEE (IRAS)" userId="f5b4a8ae-594f-49a5-9990-0eb6ae48a4f9" providerId="ADAL" clId="{5BC9F464-DC04-46F4-8DA6-256EAADECE55}" dt="2026-05-05T07:34:42.666" v="7127" actId="1582"/>
          <ac:spMkLst>
            <pc:docMk/>
            <pc:sldMk cId="1651131625" sldId="282"/>
            <ac:spMk id="11" creationId="{B587F5BD-E46A-CE70-AB6E-C0011BD3C43A}"/>
          </ac:spMkLst>
        </pc:spChg>
        <pc:spChg chg="add mod">
          <ac:chgData name="Jervis LEE (IRAS)" userId="f5b4a8ae-594f-49a5-9990-0eb6ae48a4f9" providerId="ADAL" clId="{5BC9F464-DC04-46F4-8DA6-256EAADECE55}" dt="2026-05-05T07:43:08.951" v="7259" actId="1076"/>
          <ac:spMkLst>
            <pc:docMk/>
            <pc:sldMk cId="1651131625" sldId="282"/>
            <ac:spMk id="13" creationId="{C95EEB4B-6C99-67FC-DA31-6A8BE47AC45B}"/>
          </ac:spMkLst>
        </pc:spChg>
      </pc:sldChg>
      <pc:sldChg chg="delSp modSp add mod">
        <pc:chgData name="Jervis LEE (IRAS)" userId="f5b4a8ae-594f-49a5-9990-0eb6ae48a4f9" providerId="ADAL" clId="{5BC9F464-DC04-46F4-8DA6-256EAADECE55}" dt="2026-05-06T11:27:29.845" v="13748" actId="478"/>
        <pc:sldMkLst>
          <pc:docMk/>
          <pc:sldMk cId="915557508" sldId="283"/>
        </pc:sldMkLst>
        <pc:spChg chg="mod">
          <ac:chgData name="Jervis LEE (IRAS)" userId="f5b4a8ae-594f-49a5-9990-0eb6ae48a4f9" providerId="ADAL" clId="{5BC9F464-DC04-46F4-8DA6-256EAADECE55}" dt="2026-05-05T09:19:56.310" v="8630" actId="20577"/>
          <ac:spMkLst>
            <pc:docMk/>
            <pc:sldMk cId="915557508" sldId="283"/>
            <ac:spMk id="2" creationId="{AF5196F5-2EB5-E920-527C-26C535BE655A}"/>
          </ac:spMkLst>
        </pc:spChg>
        <pc:graphicFrameChg chg="modGraphic">
          <ac:chgData name="Jervis LEE (IRAS)" userId="f5b4a8ae-594f-49a5-9990-0eb6ae48a4f9" providerId="ADAL" clId="{5BC9F464-DC04-46F4-8DA6-256EAADECE55}" dt="2026-05-05T09:28:51.303" v="8631" actId="14734"/>
          <ac:graphicFrameMkLst>
            <pc:docMk/>
            <pc:sldMk cId="915557508" sldId="283"/>
            <ac:graphicFrameMk id="6" creationId="{59A4363B-813A-7225-7631-67BED3912E4D}"/>
          </ac:graphicFrameMkLst>
        </pc:graphicFrameChg>
        <pc:picChg chg="mod">
          <ac:chgData name="Jervis LEE (IRAS)" userId="f5b4a8ae-594f-49a5-9990-0eb6ae48a4f9" providerId="ADAL" clId="{5BC9F464-DC04-46F4-8DA6-256EAADECE55}" dt="2026-05-05T09:18:35.621" v="8616" actId="1076"/>
          <ac:picMkLst>
            <pc:docMk/>
            <pc:sldMk cId="915557508" sldId="283"/>
            <ac:picMk id="10" creationId="{9BF2F5D5-A9E8-8CA5-D996-4D138FFB6BCF}"/>
          </ac:picMkLst>
        </pc:picChg>
      </pc:sldChg>
      <pc:sldChg chg="addSp delSp modSp add mod">
        <pc:chgData name="Jervis LEE (IRAS)" userId="f5b4a8ae-594f-49a5-9990-0eb6ae48a4f9" providerId="ADAL" clId="{5BC9F464-DC04-46F4-8DA6-256EAADECE55}" dt="2026-05-08T07:25:59.814" v="23024" actId="1038"/>
        <pc:sldMkLst>
          <pc:docMk/>
          <pc:sldMk cId="2131955838" sldId="285"/>
        </pc:sldMkLst>
        <pc:spChg chg="mod">
          <ac:chgData name="Jervis LEE (IRAS)" userId="f5b4a8ae-594f-49a5-9990-0eb6ae48a4f9" providerId="ADAL" clId="{5BC9F464-DC04-46F4-8DA6-256EAADECE55}" dt="2026-05-06T09:29:33.680" v="11771" actId="1076"/>
          <ac:spMkLst>
            <pc:docMk/>
            <pc:sldMk cId="2131955838" sldId="285"/>
            <ac:spMk id="2" creationId="{B8978EE3-E107-30E6-CF45-AB1EAB2843E6}"/>
          </ac:spMkLst>
        </pc:spChg>
        <pc:spChg chg="mod">
          <ac:chgData name="Jervis LEE (IRAS)" userId="f5b4a8ae-594f-49a5-9990-0eb6ae48a4f9" providerId="ADAL" clId="{5BC9F464-DC04-46F4-8DA6-256EAADECE55}" dt="2026-05-06T09:40:53.903" v="12341" actId="14100"/>
          <ac:spMkLst>
            <pc:docMk/>
            <pc:sldMk cId="2131955838" sldId="285"/>
            <ac:spMk id="24" creationId="{90498CA1-EF69-6372-1A63-2A46B2990EE9}"/>
          </ac:spMkLst>
        </pc:spChg>
        <pc:spChg chg="mod">
          <ac:chgData name="Jervis LEE (IRAS)" userId="f5b4a8ae-594f-49a5-9990-0eb6ae48a4f9" providerId="ADAL" clId="{5BC9F464-DC04-46F4-8DA6-256EAADECE55}" dt="2026-05-06T09:36:21.763" v="12229" actId="20577"/>
          <ac:spMkLst>
            <pc:docMk/>
            <pc:sldMk cId="2131955838" sldId="285"/>
            <ac:spMk id="25" creationId="{81CAF875-110E-C70B-0046-D8857D60036C}"/>
          </ac:spMkLst>
        </pc:spChg>
        <pc:spChg chg="mod">
          <ac:chgData name="Jervis LEE (IRAS)" userId="f5b4a8ae-594f-49a5-9990-0eb6ae48a4f9" providerId="ADAL" clId="{5BC9F464-DC04-46F4-8DA6-256EAADECE55}" dt="2026-05-06T09:38:33.040" v="12279" actId="1076"/>
          <ac:spMkLst>
            <pc:docMk/>
            <pc:sldMk cId="2131955838" sldId="285"/>
            <ac:spMk id="27" creationId="{E535B909-78F0-38D1-83B2-9551DA17F1F0}"/>
          </ac:spMkLst>
        </pc:spChg>
        <pc:spChg chg="add mod">
          <ac:chgData name="Jervis LEE (IRAS)" userId="f5b4a8ae-594f-49a5-9990-0eb6ae48a4f9" providerId="ADAL" clId="{5BC9F464-DC04-46F4-8DA6-256EAADECE55}" dt="2026-05-07T07:11:20.572" v="15997" actId="1037"/>
          <ac:spMkLst>
            <pc:docMk/>
            <pc:sldMk cId="2131955838" sldId="285"/>
            <ac:spMk id="45" creationId="{0C715944-CE90-34F9-C131-3BE5019A0586}"/>
          </ac:spMkLst>
        </pc:spChg>
        <pc:spChg chg="mod">
          <ac:chgData name="Jervis LEE (IRAS)" userId="f5b4a8ae-594f-49a5-9990-0eb6ae48a4f9" providerId="ADAL" clId="{5BC9F464-DC04-46F4-8DA6-256EAADECE55}" dt="2026-05-06T09:40:50.971" v="12340" actId="14100"/>
          <ac:spMkLst>
            <pc:docMk/>
            <pc:sldMk cId="2131955838" sldId="285"/>
            <ac:spMk id="47" creationId="{8BDF5180-3E7F-DD55-1F53-DE9ED46C386B}"/>
          </ac:spMkLst>
        </pc:spChg>
        <pc:spChg chg="add mod">
          <ac:chgData name="Jervis LEE (IRAS)" userId="f5b4a8ae-594f-49a5-9990-0eb6ae48a4f9" providerId="ADAL" clId="{5BC9F464-DC04-46F4-8DA6-256EAADECE55}" dt="2026-05-06T09:30:04.495" v="11822" actId="1076"/>
          <ac:spMkLst>
            <pc:docMk/>
            <pc:sldMk cId="2131955838" sldId="285"/>
            <ac:spMk id="57" creationId="{A0CC8D29-B891-9E80-6754-E7C16634168A}"/>
          </ac:spMkLst>
        </pc:spChg>
        <pc:spChg chg="add mod">
          <ac:chgData name="Jervis LEE (IRAS)" userId="f5b4a8ae-594f-49a5-9990-0eb6ae48a4f9" providerId="ADAL" clId="{5BC9F464-DC04-46F4-8DA6-256EAADECE55}" dt="2026-05-06T09:30:37.437" v="11924" actId="1037"/>
          <ac:spMkLst>
            <pc:docMk/>
            <pc:sldMk cId="2131955838" sldId="285"/>
            <ac:spMk id="58" creationId="{DAC3474C-B19A-5212-F5D2-19683E8C061C}"/>
          </ac:spMkLst>
        </pc:spChg>
        <pc:spChg chg="add mod">
          <ac:chgData name="Jervis LEE (IRAS)" userId="f5b4a8ae-594f-49a5-9990-0eb6ae48a4f9" providerId="ADAL" clId="{5BC9F464-DC04-46F4-8DA6-256EAADECE55}" dt="2026-05-06T09:30:31.701" v="11917" actId="14100"/>
          <ac:spMkLst>
            <pc:docMk/>
            <pc:sldMk cId="2131955838" sldId="285"/>
            <ac:spMk id="59" creationId="{75416484-EA03-9EF4-D95D-344B24772D26}"/>
          </ac:spMkLst>
        </pc:spChg>
        <pc:spChg chg="mod">
          <ac:chgData name="Jervis LEE (IRAS)" userId="f5b4a8ae-594f-49a5-9990-0eb6ae48a4f9" providerId="ADAL" clId="{5BC9F464-DC04-46F4-8DA6-256EAADECE55}" dt="2026-05-06T09:40:48.492" v="12339" actId="1076"/>
          <ac:spMkLst>
            <pc:docMk/>
            <pc:sldMk cId="2131955838" sldId="285"/>
            <ac:spMk id="63" creationId="{71FA8287-4B5D-AA15-0E72-63BA5CD4111E}"/>
          </ac:spMkLst>
        </pc:spChg>
        <pc:spChg chg="mod">
          <ac:chgData name="Jervis LEE (IRAS)" userId="f5b4a8ae-594f-49a5-9990-0eb6ae48a4f9" providerId="ADAL" clId="{5BC9F464-DC04-46F4-8DA6-256EAADECE55}" dt="2026-05-06T09:40:48.492" v="12339" actId="1076"/>
          <ac:spMkLst>
            <pc:docMk/>
            <pc:sldMk cId="2131955838" sldId="285"/>
            <ac:spMk id="64" creationId="{18D4316E-BF59-7FC0-DA66-700105E69591}"/>
          </ac:spMkLst>
        </pc:spChg>
        <pc:spChg chg="mod">
          <ac:chgData name="Jervis LEE (IRAS)" userId="f5b4a8ae-594f-49a5-9990-0eb6ae48a4f9" providerId="ADAL" clId="{5BC9F464-DC04-46F4-8DA6-256EAADECE55}" dt="2026-05-06T09:21:05.980" v="11398" actId="20577"/>
          <ac:spMkLst>
            <pc:docMk/>
            <pc:sldMk cId="2131955838" sldId="285"/>
            <ac:spMk id="65" creationId="{C1D7F95A-442C-2A77-8CD6-39132E791A2A}"/>
          </ac:spMkLst>
        </pc:spChg>
        <pc:spChg chg="mod">
          <ac:chgData name="Jervis LEE (IRAS)" userId="f5b4a8ae-594f-49a5-9990-0eb6ae48a4f9" providerId="ADAL" clId="{5BC9F464-DC04-46F4-8DA6-256EAADECE55}" dt="2026-05-07T07:10:20.243" v="15876" actId="1076"/>
          <ac:spMkLst>
            <pc:docMk/>
            <pc:sldMk cId="2131955838" sldId="285"/>
            <ac:spMk id="75" creationId="{7B0A09AA-52B0-D8E2-0895-787C91F2E6BA}"/>
          </ac:spMkLst>
        </pc:spChg>
        <pc:spChg chg="mod">
          <ac:chgData name="Jervis LEE (IRAS)" userId="f5b4a8ae-594f-49a5-9990-0eb6ae48a4f9" providerId="ADAL" clId="{5BC9F464-DC04-46F4-8DA6-256EAADECE55}" dt="2026-05-06T09:40:58.746" v="12342" actId="14100"/>
          <ac:spMkLst>
            <pc:docMk/>
            <pc:sldMk cId="2131955838" sldId="285"/>
            <ac:spMk id="82" creationId="{8CD72A42-8856-CC33-E6AE-520B8F211F78}"/>
          </ac:spMkLst>
        </pc:spChg>
        <pc:spChg chg="add mod">
          <ac:chgData name="Jervis LEE (IRAS)" userId="f5b4a8ae-594f-49a5-9990-0eb6ae48a4f9" providerId="ADAL" clId="{5BC9F464-DC04-46F4-8DA6-256EAADECE55}" dt="2026-05-06T11:44:04.401" v="14507" actId="1038"/>
          <ac:spMkLst>
            <pc:docMk/>
            <pc:sldMk cId="2131955838" sldId="285"/>
            <ac:spMk id="86" creationId="{FCFF7507-8B7F-147E-BE74-12B05572F6FB}"/>
          </ac:spMkLst>
        </pc:spChg>
        <pc:spChg chg="add mod">
          <ac:chgData name="Jervis LEE (IRAS)" userId="f5b4a8ae-594f-49a5-9990-0eb6ae48a4f9" providerId="ADAL" clId="{5BC9F464-DC04-46F4-8DA6-256EAADECE55}" dt="2026-05-06T11:44:04.401" v="14507" actId="1038"/>
          <ac:spMkLst>
            <pc:docMk/>
            <pc:sldMk cId="2131955838" sldId="285"/>
            <ac:spMk id="87" creationId="{9908629D-2E0A-5CC8-0C7E-EB9FC506E243}"/>
          </ac:spMkLst>
        </pc:spChg>
        <pc:spChg chg="add mod">
          <ac:chgData name="Jervis LEE (IRAS)" userId="f5b4a8ae-594f-49a5-9990-0eb6ae48a4f9" providerId="ADAL" clId="{5BC9F464-DC04-46F4-8DA6-256EAADECE55}" dt="2026-05-06T11:46:10.343" v="14657" actId="1036"/>
          <ac:spMkLst>
            <pc:docMk/>
            <pc:sldMk cId="2131955838" sldId="285"/>
            <ac:spMk id="95" creationId="{48884EAC-CDD3-3DB6-45D4-172418DA96CD}"/>
          </ac:spMkLst>
        </pc:spChg>
        <pc:spChg chg="mod">
          <ac:chgData name="Jervis LEE (IRAS)" userId="f5b4a8ae-594f-49a5-9990-0eb6ae48a4f9" providerId="ADAL" clId="{5BC9F464-DC04-46F4-8DA6-256EAADECE55}" dt="2026-05-06T11:44:39.117" v="14527" actId="1076"/>
          <ac:spMkLst>
            <pc:docMk/>
            <pc:sldMk cId="2131955838" sldId="285"/>
            <ac:spMk id="112" creationId="{EEB2BA83-B289-B25F-1516-45F1B85DE9BC}"/>
          </ac:spMkLst>
        </pc:spChg>
        <pc:spChg chg="mod">
          <ac:chgData name="Jervis LEE (IRAS)" userId="f5b4a8ae-594f-49a5-9990-0eb6ae48a4f9" providerId="ADAL" clId="{5BC9F464-DC04-46F4-8DA6-256EAADECE55}" dt="2026-05-06T11:44:32.191" v="14525" actId="1076"/>
          <ac:spMkLst>
            <pc:docMk/>
            <pc:sldMk cId="2131955838" sldId="285"/>
            <ac:spMk id="113" creationId="{DA6E2A47-9236-2320-759A-48A830DDF662}"/>
          </ac:spMkLst>
        </pc:spChg>
        <pc:spChg chg="mod">
          <ac:chgData name="Jervis LEE (IRAS)" userId="f5b4a8ae-594f-49a5-9990-0eb6ae48a4f9" providerId="ADAL" clId="{5BC9F464-DC04-46F4-8DA6-256EAADECE55}" dt="2026-05-06T11:44:34.894" v="14526" actId="1076"/>
          <ac:spMkLst>
            <pc:docMk/>
            <pc:sldMk cId="2131955838" sldId="285"/>
            <ac:spMk id="114" creationId="{643475E5-B9F7-7AE6-2078-391FE6EDE101}"/>
          </ac:spMkLst>
        </pc:spChg>
        <pc:spChg chg="mod">
          <ac:chgData name="Jervis LEE (IRAS)" userId="f5b4a8ae-594f-49a5-9990-0eb6ae48a4f9" providerId="ADAL" clId="{5BC9F464-DC04-46F4-8DA6-256EAADECE55}" dt="2026-05-06T09:38:14.081" v="12277" actId="14100"/>
          <ac:spMkLst>
            <pc:docMk/>
            <pc:sldMk cId="2131955838" sldId="285"/>
            <ac:spMk id="122" creationId="{C24D694B-BDC3-1937-1E55-34DFEAC27A1A}"/>
          </ac:spMkLst>
        </pc:spChg>
        <pc:spChg chg="mod">
          <ac:chgData name="Jervis LEE (IRAS)" userId="f5b4a8ae-594f-49a5-9990-0eb6ae48a4f9" providerId="ADAL" clId="{5BC9F464-DC04-46F4-8DA6-256EAADECE55}" dt="2026-05-06T09:38:11.881" v="12276" actId="1076"/>
          <ac:spMkLst>
            <pc:docMk/>
            <pc:sldMk cId="2131955838" sldId="285"/>
            <ac:spMk id="123" creationId="{356E66F4-CA1C-945B-1972-8580D7D2BCA1}"/>
          </ac:spMkLst>
        </pc:spChg>
        <pc:spChg chg="mod">
          <ac:chgData name="Jervis LEE (IRAS)" userId="f5b4a8ae-594f-49a5-9990-0eb6ae48a4f9" providerId="ADAL" clId="{5BC9F464-DC04-46F4-8DA6-256EAADECE55}" dt="2026-05-06T11:46:35.914" v="14835" actId="1035"/>
          <ac:spMkLst>
            <pc:docMk/>
            <pc:sldMk cId="2131955838" sldId="285"/>
            <ac:spMk id="1029" creationId="{263952AE-D8DD-F967-FAAF-BE45221D0D20}"/>
          </ac:spMkLst>
        </pc:spChg>
        <pc:spChg chg="mod">
          <ac:chgData name="Jervis LEE (IRAS)" userId="f5b4a8ae-594f-49a5-9990-0eb6ae48a4f9" providerId="ADAL" clId="{5BC9F464-DC04-46F4-8DA6-256EAADECE55}" dt="2026-05-08T07:25:59.814" v="23024" actId="1038"/>
          <ac:spMkLst>
            <pc:docMk/>
            <pc:sldMk cId="2131955838" sldId="285"/>
            <ac:spMk id="1048" creationId="{11ABE031-69AA-354F-9362-BB995758B967}"/>
          </ac:spMkLst>
        </pc:spChg>
        <pc:picChg chg="add mod">
          <ac:chgData name="Jervis LEE (IRAS)" userId="f5b4a8ae-594f-49a5-9990-0eb6ae48a4f9" providerId="ADAL" clId="{5BC9F464-DC04-46F4-8DA6-256EAADECE55}" dt="2026-05-06T09:29:16.959" v="11768" actId="1076"/>
          <ac:picMkLst>
            <pc:docMk/>
            <pc:sldMk cId="2131955838" sldId="285"/>
            <ac:picMk id="33" creationId="{430D5A76-5DCC-60FF-6023-8F9E0CDEA213}"/>
          </ac:picMkLst>
        </pc:picChg>
        <pc:cxnChg chg="add mod">
          <ac:chgData name="Jervis LEE (IRAS)" userId="f5b4a8ae-594f-49a5-9990-0eb6ae48a4f9" providerId="ADAL" clId="{5BC9F464-DC04-46F4-8DA6-256EAADECE55}" dt="2026-05-06T09:38:14.081" v="12277" actId="14100"/>
          <ac:cxnSpMkLst>
            <pc:docMk/>
            <pc:sldMk cId="2131955838" sldId="285"/>
            <ac:cxnSpMk id="72" creationId="{025DF2AC-97CA-AB3B-48D5-00C66EA16051}"/>
          </ac:cxnSpMkLst>
        </pc:cxnChg>
        <pc:cxnChg chg="add mod">
          <ac:chgData name="Jervis LEE (IRAS)" userId="f5b4a8ae-594f-49a5-9990-0eb6ae48a4f9" providerId="ADAL" clId="{5BC9F464-DC04-46F4-8DA6-256EAADECE55}" dt="2026-05-06T11:44:04.401" v="14507" actId="1038"/>
          <ac:cxnSpMkLst>
            <pc:docMk/>
            <pc:sldMk cId="2131955838" sldId="285"/>
            <ac:cxnSpMk id="92" creationId="{0C1EE644-8109-B1FF-BB51-F08207873B0B}"/>
          </ac:cxnSpMkLst>
        </pc:cxnChg>
        <pc:cxnChg chg="mod">
          <ac:chgData name="Jervis LEE (IRAS)" userId="f5b4a8ae-594f-49a5-9990-0eb6ae48a4f9" providerId="ADAL" clId="{5BC9F464-DC04-46F4-8DA6-256EAADECE55}" dt="2026-05-06T09:29:21.844" v="11769" actId="14100"/>
          <ac:cxnSpMkLst>
            <pc:docMk/>
            <pc:sldMk cId="2131955838" sldId="285"/>
            <ac:cxnSpMk id="116" creationId="{CCEE3124-601B-F849-AB59-048C125E3A6F}"/>
          </ac:cxnSpMkLst>
        </pc:cxnChg>
        <pc:cxnChg chg="mod">
          <ac:chgData name="Jervis LEE (IRAS)" userId="f5b4a8ae-594f-49a5-9990-0eb6ae48a4f9" providerId="ADAL" clId="{5BC9F464-DC04-46F4-8DA6-256EAADECE55}" dt="2026-05-06T09:29:16.959" v="11768" actId="1076"/>
          <ac:cxnSpMkLst>
            <pc:docMk/>
            <pc:sldMk cId="2131955838" sldId="285"/>
            <ac:cxnSpMk id="1057" creationId="{D68D837D-AF32-9CE2-3DA8-B6CC54CACF5C}"/>
          </ac:cxnSpMkLst>
        </pc:cxnChg>
      </pc:sldChg>
      <pc:sldChg chg="addSp delSp modSp new del mod">
        <pc:chgData name="Jervis LEE (IRAS)" userId="f5b4a8ae-594f-49a5-9990-0eb6ae48a4f9" providerId="ADAL" clId="{5BC9F464-DC04-46F4-8DA6-256EAADECE55}" dt="2026-05-08T07:32:51.360" v="23086" actId="47"/>
        <pc:sldMkLst>
          <pc:docMk/>
          <pc:sldMk cId="1807887488" sldId="286"/>
        </pc:sldMkLst>
      </pc:sldChg>
      <pc:sldChg chg="addSp delSp modSp add mod">
        <pc:chgData name="Jervis LEE (IRAS)" userId="f5b4a8ae-594f-49a5-9990-0eb6ae48a4f9" providerId="ADAL" clId="{5BC9F464-DC04-46F4-8DA6-256EAADECE55}" dt="2026-05-08T07:04:05.918" v="22012" actId="20577"/>
        <pc:sldMkLst>
          <pc:docMk/>
          <pc:sldMk cId="596029215" sldId="287"/>
        </pc:sldMkLst>
        <pc:spChg chg="mod">
          <ac:chgData name="Jervis LEE (IRAS)" userId="f5b4a8ae-594f-49a5-9990-0eb6ae48a4f9" providerId="ADAL" clId="{5BC9F464-DC04-46F4-8DA6-256EAADECE55}" dt="2026-05-08T05:40:05.589" v="19418" actId="20577"/>
          <ac:spMkLst>
            <pc:docMk/>
            <pc:sldMk cId="596029215" sldId="287"/>
            <ac:spMk id="2" creationId="{F850C2DD-0636-4CD3-FE15-EC6B8A92C1BC}"/>
          </ac:spMkLst>
        </pc:spChg>
        <pc:spChg chg="add mod">
          <ac:chgData name="Jervis LEE (IRAS)" userId="f5b4a8ae-594f-49a5-9990-0eb6ae48a4f9" providerId="ADAL" clId="{5BC9F464-DC04-46F4-8DA6-256EAADECE55}" dt="2026-05-08T07:04:05.918" v="22012" actId="20577"/>
          <ac:spMkLst>
            <pc:docMk/>
            <pc:sldMk cId="596029215" sldId="287"/>
            <ac:spMk id="3" creationId="{3ABD18A6-D6D9-A502-344E-A44D21A95F65}"/>
          </ac:spMkLst>
        </pc:spChg>
        <pc:spChg chg="mod">
          <ac:chgData name="Jervis LEE (IRAS)" userId="f5b4a8ae-594f-49a5-9990-0eb6ae48a4f9" providerId="ADAL" clId="{5BC9F464-DC04-46F4-8DA6-256EAADECE55}" dt="2026-05-08T04:56:34.682" v="17620" actId="207"/>
          <ac:spMkLst>
            <pc:docMk/>
            <pc:sldMk cId="596029215" sldId="287"/>
            <ac:spMk id="7" creationId="{6DAF69A6-F769-34AE-491A-DD5DC73B457C}"/>
          </ac:spMkLst>
        </pc:spChg>
        <pc:spChg chg="add mod">
          <ac:chgData name="Jervis LEE (IRAS)" userId="f5b4a8ae-594f-49a5-9990-0eb6ae48a4f9" providerId="ADAL" clId="{5BC9F464-DC04-46F4-8DA6-256EAADECE55}" dt="2026-05-06T11:37:31.439" v="14233" actId="1076"/>
          <ac:spMkLst>
            <pc:docMk/>
            <pc:sldMk cId="596029215" sldId="287"/>
            <ac:spMk id="13" creationId="{1221F4BB-763E-830F-C07C-AB14DAF2A756}"/>
          </ac:spMkLst>
        </pc:spChg>
        <pc:spChg chg="add mod">
          <ac:chgData name="Jervis LEE (IRAS)" userId="f5b4a8ae-594f-49a5-9990-0eb6ae48a4f9" providerId="ADAL" clId="{5BC9F464-DC04-46F4-8DA6-256EAADECE55}" dt="2026-05-06T10:40:26.996" v="12429" actId="14100"/>
          <ac:spMkLst>
            <pc:docMk/>
            <pc:sldMk cId="596029215" sldId="287"/>
            <ac:spMk id="16" creationId="{546FBB88-0412-AB7E-4EC2-E1DB270D7A85}"/>
          </ac:spMkLst>
        </pc:spChg>
        <pc:spChg chg="add mod">
          <ac:chgData name="Jervis LEE (IRAS)" userId="f5b4a8ae-594f-49a5-9990-0eb6ae48a4f9" providerId="ADAL" clId="{5BC9F464-DC04-46F4-8DA6-256EAADECE55}" dt="2026-05-06T10:59:09.666" v="12594" actId="14100"/>
          <ac:spMkLst>
            <pc:docMk/>
            <pc:sldMk cId="596029215" sldId="287"/>
            <ac:spMk id="17" creationId="{A9C1E300-F808-C63F-E0E0-D39578AEA513}"/>
          </ac:spMkLst>
        </pc:spChg>
        <pc:spChg chg="add mod">
          <ac:chgData name="Jervis LEE (IRAS)" userId="f5b4a8ae-594f-49a5-9990-0eb6ae48a4f9" providerId="ADAL" clId="{5BC9F464-DC04-46F4-8DA6-256EAADECE55}" dt="2026-05-08T05:06:55.813" v="17630" actId="113"/>
          <ac:spMkLst>
            <pc:docMk/>
            <pc:sldMk cId="596029215" sldId="287"/>
            <ac:spMk id="18" creationId="{1237E208-F94C-E9D4-138B-15546CF30E9C}"/>
          </ac:spMkLst>
        </pc:spChg>
        <pc:spChg chg="add mod">
          <ac:chgData name="Jervis LEE (IRAS)" userId="f5b4a8ae-594f-49a5-9990-0eb6ae48a4f9" providerId="ADAL" clId="{5BC9F464-DC04-46F4-8DA6-256EAADECE55}" dt="2026-05-08T04:57:22.176" v="17624" actId="208"/>
          <ac:spMkLst>
            <pc:docMk/>
            <pc:sldMk cId="596029215" sldId="287"/>
            <ac:spMk id="21" creationId="{65275D27-49FB-34DD-65CB-B139162E2C8E}"/>
          </ac:spMkLst>
        </pc:spChg>
        <pc:spChg chg="add mod">
          <ac:chgData name="Jervis LEE (IRAS)" userId="f5b4a8ae-594f-49a5-9990-0eb6ae48a4f9" providerId="ADAL" clId="{5BC9F464-DC04-46F4-8DA6-256EAADECE55}" dt="2026-05-08T04:57:09.356" v="17621" actId="207"/>
          <ac:spMkLst>
            <pc:docMk/>
            <pc:sldMk cId="596029215" sldId="287"/>
            <ac:spMk id="22" creationId="{97BB3547-4F83-5350-F668-F4994CD519F5}"/>
          </ac:spMkLst>
        </pc:spChg>
        <pc:spChg chg="add mod">
          <ac:chgData name="Jervis LEE (IRAS)" userId="f5b4a8ae-594f-49a5-9990-0eb6ae48a4f9" providerId="ADAL" clId="{5BC9F464-DC04-46F4-8DA6-256EAADECE55}" dt="2026-05-08T04:57:16.987" v="17623" actId="208"/>
          <ac:spMkLst>
            <pc:docMk/>
            <pc:sldMk cId="596029215" sldId="287"/>
            <ac:spMk id="23" creationId="{4A8304A2-F562-7A91-8499-70539C163D80}"/>
          </ac:spMkLst>
        </pc:spChg>
        <pc:spChg chg="add mod">
          <ac:chgData name="Jervis LEE (IRAS)" userId="f5b4a8ae-594f-49a5-9990-0eb6ae48a4f9" providerId="ADAL" clId="{5BC9F464-DC04-46F4-8DA6-256EAADECE55}" dt="2026-05-08T04:57:11.180" v="17622" actId="207"/>
          <ac:spMkLst>
            <pc:docMk/>
            <pc:sldMk cId="596029215" sldId="287"/>
            <ac:spMk id="24" creationId="{A2C49318-3195-57B3-151C-E4DBABF7B8C7}"/>
          </ac:spMkLst>
        </pc:spChg>
        <pc:spChg chg="add mod">
          <ac:chgData name="Jervis LEE (IRAS)" userId="f5b4a8ae-594f-49a5-9990-0eb6ae48a4f9" providerId="ADAL" clId="{5BC9F464-DC04-46F4-8DA6-256EAADECE55}" dt="2026-05-08T04:57:38.887" v="17628" actId="207"/>
          <ac:spMkLst>
            <pc:docMk/>
            <pc:sldMk cId="596029215" sldId="287"/>
            <ac:spMk id="25" creationId="{4F55522A-7030-92B7-5410-1127CD6A1590}"/>
          </ac:spMkLst>
        </pc:spChg>
        <pc:spChg chg="add mod">
          <ac:chgData name="Jervis LEE (IRAS)" userId="f5b4a8ae-594f-49a5-9990-0eb6ae48a4f9" providerId="ADAL" clId="{5BC9F464-DC04-46F4-8DA6-256EAADECE55}" dt="2026-05-08T04:57:35.038" v="17627" actId="207"/>
          <ac:spMkLst>
            <pc:docMk/>
            <pc:sldMk cId="596029215" sldId="287"/>
            <ac:spMk id="26" creationId="{2E1275BB-661B-0040-B6AF-CE683B95266A}"/>
          </ac:spMkLst>
        </pc:spChg>
        <pc:spChg chg="add mod">
          <ac:chgData name="Jervis LEE (IRAS)" userId="f5b4a8ae-594f-49a5-9990-0eb6ae48a4f9" providerId="ADAL" clId="{5BC9F464-DC04-46F4-8DA6-256EAADECE55}" dt="2026-05-08T04:57:43.064" v="17629" actId="207"/>
          <ac:spMkLst>
            <pc:docMk/>
            <pc:sldMk cId="596029215" sldId="287"/>
            <ac:spMk id="41" creationId="{41762909-738C-F51A-BD34-5EB0554A774D}"/>
          </ac:spMkLst>
        </pc:spChg>
        <pc:picChg chg="add mod">
          <ac:chgData name="Jervis LEE (IRAS)" userId="f5b4a8ae-594f-49a5-9990-0eb6ae48a4f9" providerId="ADAL" clId="{5BC9F464-DC04-46F4-8DA6-256EAADECE55}" dt="2026-05-06T11:40:11.407" v="14346" actId="1038"/>
          <ac:picMkLst>
            <pc:docMk/>
            <pc:sldMk cId="596029215" sldId="287"/>
            <ac:picMk id="4098" creationId="{D2AE326F-92E3-8438-0866-F440C4FA6C93}"/>
          </ac:picMkLst>
        </pc:picChg>
        <pc:picChg chg="add mod">
          <ac:chgData name="Jervis LEE (IRAS)" userId="f5b4a8ae-594f-49a5-9990-0eb6ae48a4f9" providerId="ADAL" clId="{5BC9F464-DC04-46F4-8DA6-256EAADECE55}" dt="2026-05-06T11:40:11.407" v="14346" actId="1038"/>
          <ac:picMkLst>
            <pc:docMk/>
            <pc:sldMk cId="596029215" sldId="287"/>
            <ac:picMk id="4100" creationId="{909F950C-75B2-AF2B-DE58-00FEAF21C78C}"/>
          </ac:picMkLst>
        </pc:picChg>
        <pc:picChg chg="add mod">
          <ac:chgData name="Jervis LEE (IRAS)" userId="f5b4a8ae-594f-49a5-9990-0eb6ae48a4f9" providerId="ADAL" clId="{5BC9F464-DC04-46F4-8DA6-256EAADECE55}" dt="2026-05-06T11:40:21.895" v="14357" actId="1036"/>
          <ac:picMkLst>
            <pc:docMk/>
            <pc:sldMk cId="596029215" sldId="287"/>
            <ac:picMk id="4102" creationId="{C224FC92-312D-B3B5-3589-23E09E2B576B}"/>
          </ac:picMkLst>
        </pc:picChg>
        <pc:cxnChg chg="add mod">
          <ac:chgData name="Jervis LEE (IRAS)" userId="f5b4a8ae-594f-49a5-9990-0eb6ae48a4f9" providerId="ADAL" clId="{5BC9F464-DC04-46F4-8DA6-256EAADECE55}" dt="2026-05-08T04:57:31.847" v="17626" actId="208"/>
          <ac:cxnSpMkLst>
            <pc:docMk/>
            <pc:sldMk cId="596029215" sldId="287"/>
            <ac:cxnSpMk id="31" creationId="{1849C68F-D921-1377-4671-10179B974A05}"/>
          </ac:cxnSpMkLst>
        </pc:cxnChg>
        <pc:cxnChg chg="add mod">
          <ac:chgData name="Jervis LEE (IRAS)" userId="f5b4a8ae-594f-49a5-9990-0eb6ae48a4f9" providerId="ADAL" clId="{5BC9F464-DC04-46F4-8DA6-256EAADECE55}" dt="2026-05-08T04:57:31.847" v="17626" actId="208"/>
          <ac:cxnSpMkLst>
            <pc:docMk/>
            <pc:sldMk cId="596029215" sldId="287"/>
            <ac:cxnSpMk id="51" creationId="{B01FDDC5-E9AF-00D6-7934-9F51E04CA611}"/>
          </ac:cxnSpMkLst>
        </pc:cxnChg>
        <pc:cxnChg chg="add mod">
          <ac:chgData name="Jervis LEE (IRAS)" userId="f5b4a8ae-594f-49a5-9990-0eb6ae48a4f9" providerId="ADAL" clId="{5BC9F464-DC04-46F4-8DA6-256EAADECE55}" dt="2026-05-08T04:57:31.847" v="17626" actId="208"/>
          <ac:cxnSpMkLst>
            <pc:docMk/>
            <pc:sldMk cId="596029215" sldId="287"/>
            <ac:cxnSpMk id="54" creationId="{CCE4B337-DFB8-E35D-845E-102769938A7E}"/>
          </ac:cxnSpMkLst>
        </pc:cxnChg>
        <pc:cxnChg chg="add mod">
          <ac:chgData name="Jervis LEE (IRAS)" userId="f5b4a8ae-594f-49a5-9990-0eb6ae48a4f9" providerId="ADAL" clId="{5BC9F464-DC04-46F4-8DA6-256EAADECE55}" dt="2026-05-08T04:57:26.409" v="17625" actId="208"/>
          <ac:cxnSpMkLst>
            <pc:docMk/>
            <pc:sldMk cId="596029215" sldId="287"/>
            <ac:cxnSpMk id="59" creationId="{C73CAEE0-96D9-D2B8-9784-CDD7993CC988}"/>
          </ac:cxnSpMkLst>
        </pc:cxnChg>
      </pc:sldChg>
      <pc:sldChg chg="addSp delSp modSp add mod">
        <pc:chgData name="Jervis LEE (IRAS)" userId="f5b4a8ae-594f-49a5-9990-0eb6ae48a4f9" providerId="ADAL" clId="{5BC9F464-DC04-46F4-8DA6-256EAADECE55}" dt="2026-05-08T07:44:40.572" v="23391" actId="20577"/>
        <pc:sldMkLst>
          <pc:docMk/>
          <pc:sldMk cId="1723212504" sldId="288"/>
        </pc:sldMkLst>
        <pc:spChg chg="mod">
          <ac:chgData name="Jervis LEE (IRAS)" userId="f5b4a8ae-594f-49a5-9990-0eb6ae48a4f9" providerId="ADAL" clId="{5BC9F464-DC04-46F4-8DA6-256EAADECE55}" dt="2026-05-06T11:10:17.216" v="12988" actId="1076"/>
          <ac:spMkLst>
            <pc:docMk/>
            <pc:sldMk cId="1723212504" sldId="288"/>
            <ac:spMk id="2" creationId="{78F1682B-992C-BBF6-AAA9-4FD265765291}"/>
          </ac:spMkLst>
        </pc:spChg>
        <pc:spChg chg="add mod">
          <ac:chgData name="Jervis LEE (IRAS)" userId="f5b4a8ae-594f-49a5-9990-0eb6ae48a4f9" providerId="ADAL" clId="{5BC9F464-DC04-46F4-8DA6-256EAADECE55}" dt="2026-05-08T07:44:40.572" v="23391" actId="20577"/>
          <ac:spMkLst>
            <pc:docMk/>
            <pc:sldMk cId="1723212504" sldId="288"/>
            <ac:spMk id="3" creationId="{FEB551F0-6CA2-732E-A27B-44B0046EAD8E}"/>
          </ac:spMkLst>
        </pc:spChg>
        <pc:spChg chg="add del">
          <ac:chgData name="Jervis LEE (IRAS)" userId="f5b4a8ae-594f-49a5-9990-0eb6ae48a4f9" providerId="ADAL" clId="{5BC9F464-DC04-46F4-8DA6-256EAADECE55}" dt="2026-05-06T11:02:12.909" v="12626" actId="478"/>
          <ac:spMkLst>
            <pc:docMk/>
            <pc:sldMk cId="1723212504" sldId="288"/>
            <ac:spMk id="4" creationId="{768AB221-F2E9-7DE7-8BFC-B5FDF4BB8416}"/>
          </ac:spMkLst>
        </pc:spChg>
        <pc:spChg chg="add mod">
          <ac:chgData name="Jervis LEE (IRAS)" userId="f5b4a8ae-594f-49a5-9990-0eb6ae48a4f9" providerId="ADAL" clId="{5BC9F464-DC04-46F4-8DA6-256EAADECE55}" dt="2026-05-06T11:17:47.225" v="13455" actId="14100"/>
          <ac:spMkLst>
            <pc:docMk/>
            <pc:sldMk cId="1723212504" sldId="288"/>
            <ac:spMk id="6" creationId="{B4F65A14-C56F-9E6B-5AA7-00046106CDB2}"/>
          </ac:spMkLst>
        </pc:spChg>
        <pc:spChg chg="mod">
          <ac:chgData name="Jervis LEE (IRAS)" userId="f5b4a8ae-594f-49a5-9990-0eb6ae48a4f9" providerId="ADAL" clId="{5BC9F464-DC04-46F4-8DA6-256EAADECE55}" dt="2026-05-06T11:41:06.321" v="14390" actId="20577"/>
          <ac:spMkLst>
            <pc:docMk/>
            <pc:sldMk cId="1723212504" sldId="288"/>
            <ac:spMk id="7" creationId="{14070B2C-9AB1-4D68-F741-171DD8D62442}"/>
          </ac:spMkLst>
        </pc:spChg>
        <pc:spChg chg="add mod">
          <ac:chgData name="Jervis LEE (IRAS)" userId="f5b4a8ae-594f-49a5-9990-0eb6ae48a4f9" providerId="ADAL" clId="{5BC9F464-DC04-46F4-8DA6-256EAADECE55}" dt="2026-05-06T11:04:21.460" v="12637" actId="1076"/>
          <ac:spMkLst>
            <pc:docMk/>
            <pc:sldMk cId="1723212504" sldId="288"/>
            <ac:spMk id="11" creationId="{2D5FE789-5D7F-5C1D-CB91-6C45D309952A}"/>
          </ac:spMkLst>
        </pc:spChg>
        <pc:spChg chg="add mod">
          <ac:chgData name="Jervis LEE (IRAS)" userId="f5b4a8ae-594f-49a5-9990-0eb6ae48a4f9" providerId="ADAL" clId="{5BC9F464-DC04-46F4-8DA6-256EAADECE55}" dt="2026-05-06T11:17:41.669" v="13453" actId="1037"/>
          <ac:spMkLst>
            <pc:docMk/>
            <pc:sldMk cId="1723212504" sldId="288"/>
            <ac:spMk id="16" creationId="{DAFA6B0E-D6D8-97C8-56B9-1418780ED1FA}"/>
          </ac:spMkLst>
        </pc:spChg>
        <pc:spChg chg="add mod">
          <ac:chgData name="Jervis LEE (IRAS)" userId="f5b4a8ae-594f-49a5-9990-0eb6ae48a4f9" providerId="ADAL" clId="{5BC9F464-DC04-46F4-8DA6-256EAADECE55}" dt="2026-05-06T11:23:06.738" v="13597" actId="1035"/>
          <ac:spMkLst>
            <pc:docMk/>
            <pc:sldMk cId="1723212504" sldId="288"/>
            <ac:spMk id="19" creationId="{EA2E0BAC-2518-B18D-3816-6BE900FF2BAC}"/>
          </ac:spMkLst>
        </pc:spChg>
        <pc:spChg chg="add mod">
          <ac:chgData name="Jervis LEE (IRAS)" userId="f5b4a8ae-594f-49a5-9990-0eb6ae48a4f9" providerId="ADAL" clId="{5BC9F464-DC04-46F4-8DA6-256EAADECE55}" dt="2026-05-06T11:17:44.133" v="13454" actId="1076"/>
          <ac:spMkLst>
            <pc:docMk/>
            <pc:sldMk cId="1723212504" sldId="288"/>
            <ac:spMk id="23" creationId="{49DE52A2-01A7-1888-F9E8-64B6B96EF609}"/>
          </ac:spMkLst>
        </pc:spChg>
        <pc:spChg chg="add mod">
          <ac:chgData name="Jervis LEE (IRAS)" userId="f5b4a8ae-594f-49a5-9990-0eb6ae48a4f9" providerId="ADAL" clId="{5BC9F464-DC04-46F4-8DA6-256EAADECE55}" dt="2026-05-06T11:23:51.145" v="13683" actId="1035"/>
          <ac:spMkLst>
            <pc:docMk/>
            <pc:sldMk cId="1723212504" sldId="288"/>
            <ac:spMk id="24" creationId="{C86015BA-235F-5FEA-08AD-4F8D3FCEB60B}"/>
          </ac:spMkLst>
        </pc:spChg>
        <pc:spChg chg="add mod">
          <ac:chgData name="Jervis LEE (IRAS)" userId="f5b4a8ae-594f-49a5-9990-0eb6ae48a4f9" providerId="ADAL" clId="{5BC9F464-DC04-46F4-8DA6-256EAADECE55}" dt="2026-05-06T11:17:35.721" v="13429" actId="1038"/>
          <ac:spMkLst>
            <pc:docMk/>
            <pc:sldMk cId="1723212504" sldId="288"/>
            <ac:spMk id="25" creationId="{46CA9CDE-8F64-D076-B488-D5DBDC4F3543}"/>
          </ac:spMkLst>
        </pc:spChg>
        <pc:spChg chg="add mod">
          <ac:chgData name="Jervis LEE (IRAS)" userId="f5b4a8ae-594f-49a5-9990-0eb6ae48a4f9" providerId="ADAL" clId="{5BC9F464-DC04-46F4-8DA6-256EAADECE55}" dt="2026-05-06T11:17:56.768" v="13477" actId="1037"/>
          <ac:spMkLst>
            <pc:docMk/>
            <pc:sldMk cId="1723212504" sldId="288"/>
            <ac:spMk id="27" creationId="{62EC1AF9-8C18-9E04-BCED-87E76D8624D2}"/>
          </ac:spMkLst>
        </pc:spChg>
        <pc:spChg chg="add mod">
          <ac:chgData name="Jervis LEE (IRAS)" userId="f5b4a8ae-594f-49a5-9990-0eb6ae48a4f9" providerId="ADAL" clId="{5BC9F464-DC04-46F4-8DA6-256EAADECE55}" dt="2026-05-06T11:17:56.768" v="13477" actId="1037"/>
          <ac:spMkLst>
            <pc:docMk/>
            <pc:sldMk cId="1723212504" sldId="288"/>
            <ac:spMk id="28" creationId="{02C65005-C494-F1E2-4161-1C0A5223A6B3}"/>
          </ac:spMkLst>
        </pc:spChg>
        <pc:spChg chg="add mod">
          <ac:chgData name="Jervis LEE (IRAS)" userId="f5b4a8ae-594f-49a5-9990-0eb6ae48a4f9" providerId="ADAL" clId="{5BC9F464-DC04-46F4-8DA6-256EAADECE55}" dt="2026-05-06T11:24:07.337" v="13695" actId="1035"/>
          <ac:spMkLst>
            <pc:docMk/>
            <pc:sldMk cId="1723212504" sldId="288"/>
            <ac:spMk id="32" creationId="{7AB66363-DD35-21B6-FBFA-A931DD747990}"/>
          </ac:spMkLst>
        </pc:spChg>
        <pc:spChg chg="add mod">
          <ac:chgData name="Jervis LEE (IRAS)" userId="f5b4a8ae-594f-49a5-9990-0eb6ae48a4f9" providerId="ADAL" clId="{5BC9F464-DC04-46F4-8DA6-256EAADECE55}" dt="2026-05-06T11:17:50.849" v="13456" actId="1076"/>
          <ac:spMkLst>
            <pc:docMk/>
            <pc:sldMk cId="1723212504" sldId="288"/>
            <ac:spMk id="33" creationId="{A219195D-1B55-EDA8-57E6-291B71F13385}"/>
          </ac:spMkLst>
        </pc:spChg>
        <pc:spChg chg="add mod">
          <ac:chgData name="Jervis LEE (IRAS)" userId="f5b4a8ae-594f-49a5-9990-0eb6ae48a4f9" providerId="ADAL" clId="{5BC9F464-DC04-46F4-8DA6-256EAADECE55}" dt="2026-05-06T11:17:35.721" v="13429" actId="1038"/>
          <ac:spMkLst>
            <pc:docMk/>
            <pc:sldMk cId="1723212504" sldId="288"/>
            <ac:spMk id="34" creationId="{F110130A-6A5A-B96F-3742-1DD093215AE9}"/>
          </ac:spMkLst>
        </pc:spChg>
        <pc:spChg chg="add mod">
          <ac:chgData name="Jervis LEE (IRAS)" userId="f5b4a8ae-594f-49a5-9990-0eb6ae48a4f9" providerId="ADAL" clId="{5BC9F464-DC04-46F4-8DA6-256EAADECE55}" dt="2026-05-06T11:17:59.150" v="13478" actId="1076"/>
          <ac:spMkLst>
            <pc:docMk/>
            <pc:sldMk cId="1723212504" sldId="288"/>
            <ac:spMk id="38" creationId="{0327DA7C-0625-9DC2-7698-F7F1BE343298}"/>
          </ac:spMkLst>
        </pc:spChg>
        <pc:spChg chg="add mod">
          <ac:chgData name="Jervis LEE (IRAS)" userId="f5b4a8ae-594f-49a5-9990-0eb6ae48a4f9" providerId="ADAL" clId="{5BC9F464-DC04-46F4-8DA6-256EAADECE55}" dt="2026-05-06T11:16:55.700" v="13328" actId="1076"/>
          <ac:spMkLst>
            <pc:docMk/>
            <pc:sldMk cId="1723212504" sldId="288"/>
            <ac:spMk id="45" creationId="{0E0EBF4C-C35A-501F-E6B8-7C0A578478CE}"/>
          </ac:spMkLst>
        </pc:spChg>
        <pc:spChg chg="add mod">
          <ac:chgData name="Jervis LEE (IRAS)" userId="f5b4a8ae-594f-49a5-9990-0eb6ae48a4f9" providerId="ADAL" clId="{5BC9F464-DC04-46F4-8DA6-256EAADECE55}" dt="2026-05-06T11:18:28.109" v="13504" actId="20577"/>
          <ac:spMkLst>
            <pc:docMk/>
            <pc:sldMk cId="1723212504" sldId="288"/>
            <ac:spMk id="46" creationId="{E178006E-C00E-0B24-36F7-A35974F48023}"/>
          </ac:spMkLst>
        </pc:spChg>
        <pc:spChg chg="add mod">
          <ac:chgData name="Jervis LEE (IRAS)" userId="f5b4a8ae-594f-49a5-9990-0eb6ae48a4f9" providerId="ADAL" clId="{5BC9F464-DC04-46F4-8DA6-256EAADECE55}" dt="2026-05-06T11:21:39.685" v="13506" actId="1076"/>
          <ac:spMkLst>
            <pc:docMk/>
            <pc:sldMk cId="1723212504" sldId="288"/>
            <ac:spMk id="55" creationId="{75E36094-D4B7-299E-0D96-46C78DD8CD93}"/>
          </ac:spMkLst>
        </pc:spChg>
        <pc:spChg chg="add mod">
          <ac:chgData name="Jervis LEE (IRAS)" userId="f5b4a8ae-594f-49a5-9990-0eb6ae48a4f9" providerId="ADAL" clId="{5BC9F464-DC04-46F4-8DA6-256EAADECE55}" dt="2026-05-06T11:18:14.148" v="13496" actId="20577"/>
          <ac:spMkLst>
            <pc:docMk/>
            <pc:sldMk cId="1723212504" sldId="288"/>
            <ac:spMk id="56" creationId="{FAEFC3C6-B14C-566D-C62F-FE35AD33F618}"/>
          </ac:spMkLst>
        </pc:spChg>
        <pc:spChg chg="add mod">
          <ac:chgData name="Jervis LEE (IRAS)" userId="f5b4a8ae-594f-49a5-9990-0eb6ae48a4f9" providerId="ADAL" clId="{5BC9F464-DC04-46F4-8DA6-256EAADECE55}" dt="2026-05-06T11:18:22.299" v="13498" actId="1076"/>
          <ac:spMkLst>
            <pc:docMk/>
            <pc:sldMk cId="1723212504" sldId="288"/>
            <ac:spMk id="57" creationId="{E2C3DC2F-6111-F65F-5B8D-CD1D227A04FC}"/>
          </ac:spMkLst>
        </pc:spChg>
        <pc:picChg chg="add mod">
          <ac:chgData name="Jervis LEE (IRAS)" userId="f5b4a8ae-594f-49a5-9990-0eb6ae48a4f9" providerId="ADAL" clId="{5BC9F464-DC04-46F4-8DA6-256EAADECE55}" dt="2026-05-06T11:06:42.760" v="12851" actId="1038"/>
          <ac:picMkLst>
            <pc:docMk/>
            <pc:sldMk cId="1723212504" sldId="288"/>
            <ac:picMk id="2050" creationId="{5C786CDF-D322-5FBF-B864-12E70ED0CBCD}"/>
          </ac:picMkLst>
        </pc:picChg>
        <pc:picChg chg="add mod">
          <ac:chgData name="Jervis LEE (IRAS)" userId="f5b4a8ae-594f-49a5-9990-0eb6ae48a4f9" providerId="ADAL" clId="{5BC9F464-DC04-46F4-8DA6-256EAADECE55}" dt="2026-05-06T11:17:41.669" v="13453" actId="1037"/>
          <ac:picMkLst>
            <pc:docMk/>
            <pc:sldMk cId="1723212504" sldId="288"/>
            <ac:picMk id="2052" creationId="{534F7570-0654-471F-4BB3-867911A8568C}"/>
          </ac:picMkLst>
        </pc:picChg>
        <pc:picChg chg="add mod">
          <ac:chgData name="Jervis LEE (IRAS)" userId="f5b4a8ae-594f-49a5-9990-0eb6ae48a4f9" providerId="ADAL" clId="{5BC9F464-DC04-46F4-8DA6-256EAADECE55}" dt="2026-05-06T11:10:30.965" v="12993" actId="1076"/>
          <ac:picMkLst>
            <pc:docMk/>
            <pc:sldMk cId="1723212504" sldId="288"/>
            <ac:picMk id="2054" creationId="{4DB07370-6E3D-D0B4-4E97-53DE94E2D08C}"/>
          </ac:picMkLst>
        </pc:picChg>
        <pc:cxnChg chg="add mod">
          <ac:chgData name="Jervis LEE (IRAS)" userId="f5b4a8ae-594f-49a5-9990-0eb6ae48a4f9" providerId="ADAL" clId="{5BC9F464-DC04-46F4-8DA6-256EAADECE55}" dt="2026-05-06T11:23:06.738" v="13597" actId="1035"/>
          <ac:cxnSpMkLst>
            <pc:docMk/>
            <pc:sldMk cId="1723212504" sldId="288"/>
            <ac:cxnSpMk id="15" creationId="{4CBDC0F5-FEF1-7DB0-AE2F-F6C404043C01}"/>
          </ac:cxnSpMkLst>
        </pc:cxnChg>
        <pc:cxnChg chg="add mod">
          <ac:chgData name="Jervis LEE (IRAS)" userId="f5b4a8ae-594f-49a5-9990-0eb6ae48a4f9" providerId="ADAL" clId="{5BC9F464-DC04-46F4-8DA6-256EAADECE55}" dt="2026-05-06T11:17:41.669" v="13453" actId="1037"/>
          <ac:cxnSpMkLst>
            <pc:docMk/>
            <pc:sldMk cId="1723212504" sldId="288"/>
            <ac:cxnSpMk id="20" creationId="{D69A9A14-98D1-1BB2-2354-3198663FF42F}"/>
          </ac:cxnSpMkLst>
        </pc:cxnChg>
        <pc:cxnChg chg="add mod">
          <ac:chgData name="Jervis LEE (IRAS)" userId="f5b4a8ae-594f-49a5-9990-0eb6ae48a4f9" providerId="ADAL" clId="{5BC9F464-DC04-46F4-8DA6-256EAADECE55}" dt="2026-05-06T11:17:56.768" v="13477" actId="1037"/>
          <ac:cxnSpMkLst>
            <pc:docMk/>
            <pc:sldMk cId="1723212504" sldId="288"/>
            <ac:cxnSpMk id="35" creationId="{054E4A2E-6596-9260-4ED9-1405658FC83B}"/>
          </ac:cxnSpMkLst>
        </pc:cxnChg>
        <pc:cxnChg chg="add mod">
          <ac:chgData name="Jervis LEE (IRAS)" userId="f5b4a8ae-594f-49a5-9990-0eb6ae48a4f9" providerId="ADAL" clId="{5BC9F464-DC04-46F4-8DA6-256EAADECE55}" dt="2026-05-06T11:17:56.768" v="13477" actId="1037"/>
          <ac:cxnSpMkLst>
            <pc:docMk/>
            <pc:sldMk cId="1723212504" sldId="288"/>
            <ac:cxnSpMk id="48" creationId="{81FA4D81-0E4B-9779-F4DA-8F3128BB784F}"/>
          </ac:cxnSpMkLst>
        </pc:cxnChg>
        <pc:cxnChg chg="add mod">
          <ac:chgData name="Jervis LEE (IRAS)" userId="f5b4a8ae-594f-49a5-9990-0eb6ae48a4f9" providerId="ADAL" clId="{5BC9F464-DC04-46F4-8DA6-256EAADECE55}" dt="2026-05-06T11:17:56.768" v="13477" actId="1037"/>
          <ac:cxnSpMkLst>
            <pc:docMk/>
            <pc:sldMk cId="1723212504" sldId="288"/>
            <ac:cxnSpMk id="51" creationId="{7D54ABF5-13A8-6139-3061-47C1FAE5538B}"/>
          </ac:cxnSpMkLst>
        </pc:cxnChg>
        <pc:cxnChg chg="add mod">
          <ac:chgData name="Jervis LEE (IRAS)" userId="f5b4a8ae-594f-49a5-9990-0eb6ae48a4f9" providerId="ADAL" clId="{5BC9F464-DC04-46F4-8DA6-256EAADECE55}" dt="2026-05-06T11:24:04.162" v="13691" actId="1035"/>
          <ac:cxnSpMkLst>
            <pc:docMk/>
            <pc:sldMk cId="1723212504" sldId="288"/>
            <ac:cxnSpMk id="58" creationId="{E5BD664F-798A-45B0-B61C-6F7DEB868832}"/>
          </ac:cxnSpMkLst>
        </pc:cxnChg>
        <pc:cxnChg chg="add mod">
          <ac:chgData name="Jervis LEE (IRAS)" userId="f5b4a8ae-594f-49a5-9990-0eb6ae48a4f9" providerId="ADAL" clId="{5BC9F464-DC04-46F4-8DA6-256EAADECE55}" dt="2026-05-06T11:24:07.337" v="13695" actId="1035"/>
          <ac:cxnSpMkLst>
            <pc:docMk/>
            <pc:sldMk cId="1723212504" sldId="288"/>
            <ac:cxnSpMk id="61" creationId="{AC0B964E-D5A4-4391-A3DC-3446C0995935}"/>
          </ac:cxnSpMkLst>
        </pc:cxnChg>
      </pc:sldChg>
      <pc:sldChg chg="addSp delSp modSp add mod">
        <pc:chgData name="Jervis LEE (IRAS)" userId="f5b4a8ae-594f-49a5-9990-0eb6ae48a4f9" providerId="ADAL" clId="{5BC9F464-DC04-46F4-8DA6-256EAADECE55}" dt="2026-05-06T11:50:53.865" v="14899" actId="2164"/>
        <pc:sldMkLst>
          <pc:docMk/>
          <pc:sldMk cId="1682909970" sldId="289"/>
        </pc:sldMkLst>
        <pc:spChg chg="mod">
          <ac:chgData name="Jervis LEE (IRAS)" userId="f5b4a8ae-594f-49a5-9990-0eb6ae48a4f9" providerId="ADAL" clId="{5BC9F464-DC04-46F4-8DA6-256EAADECE55}" dt="2026-05-06T11:41:21.418" v="14411" actId="20577"/>
          <ac:spMkLst>
            <pc:docMk/>
            <pc:sldMk cId="1682909970" sldId="289"/>
            <ac:spMk id="7" creationId="{33F4A806-7B3F-B7B7-E474-0A9ACC71B44C}"/>
          </ac:spMkLst>
        </pc:spChg>
        <pc:graphicFrameChg chg="add mod modGraphic">
          <ac:chgData name="Jervis LEE (IRAS)" userId="f5b4a8ae-594f-49a5-9990-0eb6ae48a4f9" providerId="ADAL" clId="{5BC9F464-DC04-46F4-8DA6-256EAADECE55}" dt="2026-05-06T11:50:53.865" v="14899" actId="2164"/>
          <ac:graphicFrameMkLst>
            <pc:docMk/>
            <pc:sldMk cId="1682909970" sldId="289"/>
            <ac:graphicFrameMk id="3" creationId="{B5B31789-195B-08A4-0283-CCCFDDC20D9D}"/>
          </ac:graphicFrameMkLst>
        </pc:graphicFrameChg>
        <pc:picChg chg="add mod">
          <ac:chgData name="Jervis LEE (IRAS)" userId="f5b4a8ae-594f-49a5-9990-0eb6ae48a4f9" providerId="ADAL" clId="{5BC9F464-DC04-46F4-8DA6-256EAADECE55}" dt="2026-05-06T11:41:31.781" v="14412"/>
          <ac:picMkLst>
            <pc:docMk/>
            <pc:sldMk cId="1682909970" sldId="289"/>
            <ac:picMk id="5" creationId="{259F3647-74D6-99DF-665A-73887A227012}"/>
          </ac:picMkLst>
        </pc:picChg>
      </pc:sldChg>
      <pc:sldChg chg="delSp modSp add mod ord">
        <pc:chgData name="Jervis LEE (IRAS)" userId="f5b4a8ae-594f-49a5-9990-0eb6ae48a4f9" providerId="ADAL" clId="{5BC9F464-DC04-46F4-8DA6-256EAADECE55}" dt="2026-05-08T09:41:51.094" v="27902" actId="478"/>
        <pc:sldMkLst>
          <pc:docMk/>
          <pc:sldMk cId="3555243701" sldId="290"/>
        </pc:sldMkLst>
        <pc:spChg chg="mod">
          <ac:chgData name="Jervis LEE (IRAS)" userId="f5b4a8ae-594f-49a5-9990-0eb6ae48a4f9" providerId="ADAL" clId="{5BC9F464-DC04-46F4-8DA6-256EAADECE55}" dt="2026-05-06T11:47:08.382" v="14896" actId="20577"/>
          <ac:spMkLst>
            <pc:docMk/>
            <pc:sldMk cId="3555243701" sldId="290"/>
            <ac:spMk id="2" creationId="{8880EE7A-CF9C-A477-A24B-37CEF940F914}"/>
          </ac:spMkLst>
        </pc:spChg>
        <pc:graphicFrameChg chg="del modGraphic">
          <ac:chgData name="Jervis LEE (IRAS)" userId="f5b4a8ae-594f-49a5-9990-0eb6ae48a4f9" providerId="ADAL" clId="{5BC9F464-DC04-46F4-8DA6-256EAADECE55}" dt="2026-05-08T09:41:51.094" v="27902" actId="478"/>
          <ac:graphicFrameMkLst>
            <pc:docMk/>
            <pc:sldMk cId="3555243701" sldId="290"/>
            <ac:graphicFrameMk id="9" creationId="{A90F87E1-E2A1-5B51-4E56-5230D9706CE8}"/>
          </ac:graphicFrameMkLst>
        </pc:graphicFrameChg>
      </pc:sldChg>
      <pc:sldChg chg="delSp modSp add mod">
        <pc:chgData name="Jervis LEE (IRAS)" userId="f5b4a8ae-594f-49a5-9990-0eb6ae48a4f9" providerId="ADAL" clId="{5BC9F464-DC04-46F4-8DA6-256EAADECE55}" dt="2026-05-06T11:59:07.700" v="14931" actId="478"/>
        <pc:sldMkLst>
          <pc:docMk/>
          <pc:sldMk cId="3617017377" sldId="291"/>
        </pc:sldMkLst>
        <pc:spChg chg="mod">
          <ac:chgData name="Jervis LEE (IRAS)" userId="f5b4a8ae-594f-49a5-9990-0eb6ae48a4f9" providerId="ADAL" clId="{5BC9F464-DC04-46F4-8DA6-256EAADECE55}" dt="2026-05-06T11:53:10.891" v="14929" actId="20577"/>
          <ac:spMkLst>
            <pc:docMk/>
            <pc:sldMk cId="3617017377" sldId="291"/>
            <ac:spMk id="2" creationId="{E8AB9A98-75D7-5259-AA7B-5144F825ABFA}"/>
          </ac:spMkLst>
        </pc:spChg>
      </pc:sldChg>
      <pc:sldChg chg="delSp add del mod">
        <pc:chgData name="Jervis LEE (IRAS)" userId="f5b4a8ae-594f-49a5-9990-0eb6ae48a4f9" providerId="ADAL" clId="{5BC9F464-DC04-46F4-8DA6-256EAADECE55}" dt="2026-05-08T03:43:19.184" v="16005" actId="47"/>
        <pc:sldMkLst>
          <pc:docMk/>
          <pc:sldMk cId="1070784092" sldId="292"/>
        </pc:sldMkLst>
        <pc:spChg chg="del">
          <ac:chgData name="Jervis LEE (IRAS)" userId="f5b4a8ae-594f-49a5-9990-0eb6ae48a4f9" providerId="ADAL" clId="{5BC9F464-DC04-46F4-8DA6-256EAADECE55}" dt="2026-05-08T03:43:07.051" v="16003" actId="478"/>
          <ac:spMkLst>
            <pc:docMk/>
            <pc:sldMk cId="1070784092" sldId="292"/>
            <ac:spMk id="3" creationId="{DEC02578-2A64-9E3C-E1C8-22B3047F230D}"/>
          </ac:spMkLst>
        </pc:spChg>
        <pc:spChg chg="del">
          <ac:chgData name="Jervis LEE (IRAS)" userId="f5b4a8ae-594f-49a5-9990-0eb6ae48a4f9" providerId="ADAL" clId="{5BC9F464-DC04-46F4-8DA6-256EAADECE55}" dt="2026-05-08T03:43:07.051" v="16003" actId="478"/>
          <ac:spMkLst>
            <pc:docMk/>
            <pc:sldMk cId="1070784092" sldId="292"/>
            <ac:spMk id="5" creationId="{635B8BD3-984E-E2CA-384E-BD22ECEA8412}"/>
          </ac:spMkLst>
        </pc:spChg>
        <pc:spChg chg="del">
          <ac:chgData name="Jervis LEE (IRAS)" userId="f5b4a8ae-594f-49a5-9990-0eb6ae48a4f9" providerId="ADAL" clId="{5BC9F464-DC04-46F4-8DA6-256EAADECE55}" dt="2026-05-08T03:43:07.051" v="16003" actId="478"/>
          <ac:spMkLst>
            <pc:docMk/>
            <pc:sldMk cId="1070784092" sldId="292"/>
            <ac:spMk id="6" creationId="{506F4224-FB8E-CCA3-77CE-B0DE8C49FDDA}"/>
          </ac:spMkLst>
        </pc:spChg>
        <pc:spChg chg="del">
          <ac:chgData name="Jervis LEE (IRAS)" userId="f5b4a8ae-594f-49a5-9990-0eb6ae48a4f9" providerId="ADAL" clId="{5BC9F464-DC04-46F4-8DA6-256EAADECE55}" dt="2026-05-08T03:43:07.051" v="16003" actId="478"/>
          <ac:spMkLst>
            <pc:docMk/>
            <pc:sldMk cId="1070784092" sldId="292"/>
            <ac:spMk id="7" creationId="{01D0AF67-004F-A5E1-7401-B4A6C7E32F87}"/>
          </ac:spMkLst>
        </pc:spChg>
      </pc:sldChg>
      <pc:sldChg chg="addSp delSp modSp add mod">
        <pc:chgData name="Jervis LEE (IRAS)" userId="f5b4a8ae-594f-49a5-9990-0eb6ae48a4f9" providerId="ADAL" clId="{5BC9F464-DC04-46F4-8DA6-256EAADECE55}" dt="2026-05-08T09:56:56.430" v="28765" actId="20577"/>
        <pc:sldMkLst>
          <pc:docMk/>
          <pc:sldMk cId="1065277902" sldId="293"/>
        </pc:sldMkLst>
        <pc:spChg chg="mod">
          <ac:chgData name="Jervis LEE (IRAS)" userId="f5b4a8ae-594f-49a5-9990-0eb6ae48a4f9" providerId="ADAL" clId="{5BC9F464-DC04-46F4-8DA6-256EAADECE55}" dt="2026-05-08T05:38:06.583" v="19346" actId="20577"/>
          <ac:spMkLst>
            <pc:docMk/>
            <pc:sldMk cId="1065277902" sldId="293"/>
            <ac:spMk id="2" creationId="{8E7FA19E-5E90-89F5-09F3-DE392CDB0758}"/>
          </ac:spMkLst>
        </pc:spChg>
        <pc:spChg chg="add mod">
          <ac:chgData name="Jervis LEE (IRAS)" userId="f5b4a8ae-594f-49a5-9990-0eb6ae48a4f9" providerId="ADAL" clId="{5BC9F464-DC04-46F4-8DA6-256EAADECE55}" dt="2026-05-08T05:32:40.110" v="18930" actId="1038"/>
          <ac:spMkLst>
            <pc:docMk/>
            <pc:sldMk cId="1065277902" sldId="293"/>
            <ac:spMk id="3" creationId="{597AAD61-F4C2-B013-5A5E-E3758A916494}"/>
          </ac:spMkLst>
        </pc:spChg>
        <pc:spChg chg="add mod">
          <ac:chgData name="Jervis LEE (IRAS)" userId="f5b4a8ae-594f-49a5-9990-0eb6ae48a4f9" providerId="ADAL" clId="{5BC9F464-DC04-46F4-8DA6-256EAADECE55}" dt="2026-05-08T04:49:21.932" v="17538" actId="1037"/>
          <ac:spMkLst>
            <pc:docMk/>
            <pc:sldMk cId="1065277902" sldId="293"/>
            <ac:spMk id="5" creationId="{8BE0E446-0A7F-9C14-F5B0-2DEEFB31662A}"/>
          </ac:spMkLst>
        </pc:spChg>
        <pc:spChg chg="add mod">
          <ac:chgData name="Jervis LEE (IRAS)" userId="f5b4a8ae-594f-49a5-9990-0eb6ae48a4f9" providerId="ADAL" clId="{5BC9F464-DC04-46F4-8DA6-256EAADECE55}" dt="2026-05-08T05:32:40.110" v="18930" actId="1038"/>
          <ac:spMkLst>
            <pc:docMk/>
            <pc:sldMk cId="1065277902" sldId="293"/>
            <ac:spMk id="6" creationId="{505BE560-963C-EB24-C771-61AB38F7A9EA}"/>
          </ac:spMkLst>
        </pc:spChg>
        <pc:spChg chg="add mod">
          <ac:chgData name="Jervis LEE (IRAS)" userId="f5b4a8ae-594f-49a5-9990-0eb6ae48a4f9" providerId="ADAL" clId="{5BC9F464-DC04-46F4-8DA6-256EAADECE55}" dt="2026-05-08T05:32:40.110" v="18930" actId="1038"/>
          <ac:spMkLst>
            <pc:docMk/>
            <pc:sldMk cId="1065277902" sldId="293"/>
            <ac:spMk id="7" creationId="{F9BFB6A4-7493-1C0C-675D-C11C6D21B0DC}"/>
          </ac:spMkLst>
        </pc:spChg>
        <pc:spChg chg="add mod">
          <ac:chgData name="Jervis LEE (IRAS)" userId="f5b4a8ae-594f-49a5-9990-0eb6ae48a4f9" providerId="ADAL" clId="{5BC9F464-DC04-46F4-8DA6-256EAADECE55}" dt="2026-05-08T05:32:40.110" v="18930" actId="1038"/>
          <ac:spMkLst>
            <pc:docMk/>
            <pc:sldMk cId="1065277902" sldId="293"/>
            <ac:spMk id="8" creationId="{5B0B6C22-DCBD-901D-72B5-FA2B690244E4}"/>
          </ac:spMkLst>
        </pc:spChg>
        <pc:spChg chg="add mod">
          <ac:chgData name="Jervis LEE (IRAS)" userId="f5b4a8ae-594f-49a5-9990-0eb6ae48a4f9" providerId="ADAL" clId="{5BC9F464-DC04-46F4-8DA6-256EAADECE55}" dt="2026-05-08T05:33:40.264" v="18984" actId="20577"/>
          <ac:spMkLst>
            <pc:docMk/>
            <pc:sldMk cId="1065277902" sldId="293"/>
            <ac:spMk id="9" creationId="{65FA4490-FA07-5EFF-BC1F-3168DCC4B39B}"/>
          </ac:spMkLst>
        </pc:spChg>
        <pc:spChg chg="add mod">
          <ac:chgData name="Jervis LEE (IRAS)" userId="f5b4a8ae-594f-49a5-9990-0eb6ae48a4f9" providerId="ADAL" clId="{5BC9F464-DC04-46F4-8DA6-256EAADECE55}" dt="2026-05-08T05:32:40.110" v="18930" actId="1038"/>
          <ac:spMkLst>
            <pc:docMk/>
            <pc:sldMk cId="1065277902" sldId="293"/>
            <ac:spMk id="10" creationId="{10C57888-3408-1B84-F199-9254867ABD45}"/>
          </ac:spMkLst>
        </pc:spChg>
        <pc:spChg chg="add mod">
          <ac:chgData name="Jervis LEE (IRAS)" userId="f5b4a8ae-594f-49a5-9990-0eb6ae48a4f9" providerId="ADAL" clId="{5BC9F464-DC04-46F4-8DA6-256EAADECE55}" dt="2026-05-08T04:49:21.932" v="17538" actId="1037"/>
          <ac:spMkLst>
            <pc:docMk/>
            <pc:sldMk cId="1065277902" sldId="293"/>
            <ac:spMk id="11" creationId="{3A643BCF-29A0-81F4-500E-2A5ACAC8BD79}"/>
          </ac:spMkLst>
        </pc:spChg>
        <pc:spChg chg="add del mod">
          <ac:chgData name="Jervis LEE (IRAS)" userId="f5b4a8ae-594f-49a5-9990-0eb6ae48a4f9" providerId="ADAL" clId="{5BC9F464-DC04-46F4-8DA6-256EAADECE55}" dt="2026-05-08T03:47:34.856" v="16166" actId="478"/>
          <ac:spMkLst>
            <pc:docMk/>
            <pc:sldMk cId="1065277902" sldId="293"/>
            <ac:spMk id="12" creationId="{1A251EF0-4BDE-2233-C19F-82677A9B6350}"/>
          </ac:spMkLst>
        </pc:spChg>
        <pc:spChg chg="add del mod">
          <ac:chgData name="Jervis LEE (IRAS)" userId="f5b4a8ae-594f-49a5-9990-0eb6ae48a4f9" providerId="ADAL" clId="{5BC9F464-DC04-46F4-8DA6-256EAADECE55}" dt="2026-05-08T03:49:09.608" v="16191" actId="478"/>
          <ac:spMkLst>
            <pc:docMk/>
            <pc:sldMk cId="1065277902" sldId="293"/>
            <ac:spMk id="13" creationId="{2A43A3CA-5270-C660-A4AA-B4C905A27E2B}"/>
          </ac:spMkLst>
        </pc:spChg>
        <pc:spChg chg="add del mod">
          <ac:chgData name="Jervis LEE (IRAS)" userId="f5b4a8ae-594f-49a5-9990-0eb6ae48a4f9" providerId="ADAL" clId="{5BC9F464-DC04-46F4-8DA6-256EAADECE55}" dt="2026-05-08T03:49:09.608" v="16191" actId="478"/>
          <ac:spMkLst>
            <pc:docMk/>
            <pc:sldMk cId="1065277902" sldId="293"/>
            <ac:spMk id="14" creationId="{2EA682EA-F26F-7779-F6F3-B85A1FCCA220}"/>
          </ac:spMkLst>
        </pc:spChg>
        <pc:spChg chg="add del mod">
          <ac:chgData name="Jervis LEE (IRAS)" userId="f5b4a8ae-594f-49a5-9990-0eb6ae48a4f9" providerId="ADAL" clId="{5BC9F464-DC04-46F4-8DA6-256EAADECE55}" dt="2026-05-08T03:49:09.608" v="16191" actId="478"/>
          <ac:spMkLst>
            <pc:docMk/>
            <pc:sldMk cId="1065277902" sldId="293"/>
            <ac:spMk id="15" creationId="{F92B8D99-4552-2FC2-7629-9884BF765DCF}"/>
          </ac:spMkLst>
        </pc:spChg>
        <pc:spChg chg="add mod">
          <ac:chgData name="Jervis LEE (IRAS)" userId="f5b4a8ae-594f-49a5-9990-0eb6ae48a4f9" providerId="ADAL" clId="{5BC9F464-DC04-46F4-8DA6-256EAADECE55}" dt="2026-05-08T04:49:15.482" v="17515" actId="14100"/>
          <ac:spMkLst>
            <pc:docMk/>
            <pc:sldMk cId="1065277902" sldId="293"/>
            <ac:spMk id="16" creationId="{A80DB5B6-B602-42F5-DBCD-197108CE447D}"/>
          </ac:spMkLst>
        </pc:spChg>
        <pc:spChg chg="add mod">
          <ac:chgData name="Jervis LEE (IRAS)" userId="f5b4a8ae-594f-49a5-9990-0eb6ae48a4f9" providerId="ADAL" clId="{5BC9F464-DC04-46F4-8DA6-256EAADECE55}" dt="2026-05-08T05:33:15.953" v="18961" actId="20577"/>
          <ac:spMkLst>
            <pc:docMk/>
            <pc:sldMk cId="1065277902" sldId="293"/>
            <ac:spMk id="17" creationId="{DDE5E7EF-11A0-D9FA-3960-1BDDA12C4EF8}"/>
          </ac:spMkLst>
        </pc:spChg>
        <pc:spChg chg="add del mod">
          <ac:chgData name="Jervis LEE (IRAS)" userId="f5b4a8ae-594f-49a5-9990-0eb6ae48a4f9" providerId="ADAL" clId="{5BC9F464-DC04-46F4-8DA6-256EAADECE55}" dt="2026-05-08T05:37:52.550" v="19336" actId="478"/>
          <ac:spMkLst>
            <pc:docMk/>
            <pc:sldMk cId="1065277902" sldId="293"/>
            <ac:spMk id="18" creationId="{738EFF88-98A5-186C-B70B-8CD52BB68374}"/>
          </ac:spMkLst>
        </pc:spChg>
        <pc:spChg chg="add del mod">
          <ac:chgData name="Jervis LEE (IRAS)" userId="f5b4a8ae-594f-49a5-9990-0eb6ae48a4f9" providerId="ADAL" clId="{5BC9F464-DC04-46F4-8DA6-256EAADECE55}" dt="2026-05-08T03:49:09.608" v="16191" actId="478"/>
          <ac:spMkLst>
            <pc:docMk/>
            <pc:sldMk cId="1065277902" sldId="293"/>
            <ac:spMk id="18" creationId="{904AA256-8523-E1B1-B375-D4F3E9D54703}"/>
          </ac:spMkLst>
        </pc:spChg>
        <pc:spChg chg="add del mod">
          <ac:chgData name="Jervis LEE (IRAS)" userId="f5b4a8ae-594f-49a5-9990-0eb6ae48a4f9" providerId="ADAL" clId="{5BC9F464-DC04-46F4-8DA6-256EAADECE55}" dt="2026-05-08T03:49:09.608" v="16191" actId="478"/>
          <ac:spMkLst>
            <pc:docMk/>
            <pc:sldMk cId="1065277902" sldId="293"/>
            <ac:spMk id="19" creationId="{B7D07594-25B1-D6DF-6CDD-76B4CA58C81B}"/>
          </ac:spMkLst>
        </pc:spChg>
        <pc:spChg chg="add mod">
          <ac:chgData name="Jervis LEE (IRAS)" userId="f5b4a8ae-594f-49a5-9990-0eb6ae48a4f9" providerId="ADAL" clId="{5BC9F464-DC04-46F4-8DA6-256EAADECE55}" dt="2026-05-08T09:15:50.245" v="26503" actId="1076"/>
          <ac:spMkLst>
            <pc:docMk/>
            <pc:sldMk cId="1065277902" sldId="293"/>
            <ac:spMk id="19" creationId="{E5938411-0E46-C75E-975D-82A4A9921F80}"/>
          </ac:spMkLst>
        </pc:spChg>
        <pc:spChg chg="add mod">
          <ac:chgData name="Jervis LEE (IRAS)" userId="f5b4a8ae-594f-49a5-9990-0eb6ae48a4f9" providerId="ADAL" clId="{5BC9F464-DC04-46F4-8DA6-256EAADECE55}" dt="2026-05-08T05:32:40.110" v="18930" actId="1038"/>
          <ac:spMkLst>
            <pc:docMk/>
            <pc:sldMk cId="1065277902" sldId="293"/>
            <ac:spMk id="21" creationId="{F580E3B5-E953-1ED0-4294-970073AE4983}"/>
          </ac:spMkLst>
        </pc:spChg>
        <pc:spChg chg="add del mod">
          <ac:chgData name="Jervis LEE (IRAS)" userId="f5b4a8ae-594f-49a5-9990-0eb6ae48a4f9" providerId="ADAL" clId="{5BC9F464-DC04-46F4-8DA6-256EAADECE55}" dt="2026-05-08T03:49:18.346" v="16194" actId="478"/>
          <ac:spMkLst>
            <pc:docMk/>
            <pc:sldMk cId="1065277902" sldId="293"/>
            <ac:spMk id="22" creationId="{C9C7F85A-5A81-E3E2-AFF8-FBCF5C3E597E}"/>
          </ac:spMkLst>
        </pc:spChg>
        <pc:spChg chg="add mod">
          <ac:chgData name="Jervis LEE (IRAS)" userId="f5b4a8ae-594f-49a5-9990-0eb6ae48a4f9" providerId="ADAL" clId="{5BC9F464-DC04-46F4-8DA6-256EAADECE55}" dt="2026-05-08T09:33:14.449" v="27597" actId="1036"/>
          <ac:spMkLst>
            <pc:docMk/>
            <pc:sldMk cId="1065277902" sldId="293"/>
            <ac:spMk id="29" creationId="{93D41822-06B5-FCFE-8806-A65C3AED21F8}"/>
          </ac:spMkLst>
        </pc:spChg>
        <pc:spChg chg="add mod">
          <ac:chgData name="Jervis LEE (IRAS)" userId="f5b4a8ae-594f-49a5-9990-0eb6ae48a4f9" providerId="ADAL" clId="{5BC9F464-DC04-46F4-8DA6-256EAADECE55}" dt="2026-05-08T09:56:56.430" v="28765" actId="20577"/>
          <ac:spMkLst>
            <pc:docMk/>
            <pc:sldMk cId="1065277902" sldId="293"/>
            <ac:spMk id="30" creationId="{1AA31B98-9077-4C04-A2BF-4AFAD37EB076}"/>
          </ac:spMkLst>
        </pc:spChg>
        <pc:spChg chg="add del mod">
          <ac:chgData name="Jervis LEE (IRAS)" userId="f5b4a8ae-594f-49a5-9990-0eb6ae48a4f9" providerId="ADAL" clId="{5BC9F464-DC04-46F4-8DA6-256EAADECE55}" dt="2026-05-08T04:02:54.954" v="16619" actId="478"/>
          <ac:spMkLst>
            <pc:docMk/>
            <pc:sldMk cId="1065277902" sldId="293"/>
            <ac:spMk id="33" creationId="{B5C91E04-5CFD-5E2C-5301-1CE1BD1DFD8A}"/>
          </ac:spMkLst>
        </pc:spChg>
        <pc:spChg chg="add mod">
          <ac:chgData name="Jervis LEE (IRAS)" userId="f5b4a8ae-594f-49a5-9990-0eb6ae48a4f9" providerId="ADAL" clId="{5BC9F464-DC04-46F4-8DA6-256EAADECE55}" dt="2026-05-08T05:35:00.555" v="19118" actId="255"/>
          <ac:spMkLst>
            <pc:docMk/>
            <pc:sldMk cId="1065277902" sldId="293"/>
            <ac:spMk id="34" creationId="{D99A8C22-E23A-5013-CDEE-342A891DBDC3}"/>
          </ac:spMkLst>
        </pc:spChg>
        <pc:spChg chg="add mod">
          <ac:chgData name="Jervis LEE (IRAS)" userId="f5b4a8ae-594f-49a5-9990-0eb6ae48a4f9" providerId="ADAL" clId="{5BC9F464-DC04-46F4-8DA6-256EAADECE55}" dt="2026-05-08T05:34:59.125" v="19115" actId="255"/>
          <ac:spMkLst>
            <pc:docMk/>
            <pc:sldMk cId="1065277902" sldId="293"/>
            <ac:spMk id="35" creationId="{5835EB5A-F872-318D-6D38-C90C1B7438B0}"/>
          </ac:spMkLst>
        </pc:spChg>
        <pc:spChg chg="add mod">
          <ac:chgData name="Jervis LEE (IRAS)" userId="f5b4a8ae-594f-49a5-9990-0eb6ae48a4f9" providerId="ADAL" clId="{5BC9F464-DC04-46F4-8DA6-256EAADECE55}" dt="2026-05-08T05:34:59.721" v="19116" actId="255"/>
          <ac:spMkLst>
            <pc:docMk/>
            <pc:sldMk cId="1065277902" sldId="293"/>
            <ac:spMk id="42" creationId="{A965379D-4CEC-3008-2DEA-5C8165CE29A5}"/>
          </ac:spMkLst>
        </pc:spChg>
        <pc:spChg chg="add mod">
          <ac:chgData name="Jervis LEE (IRAS)" userId="f5b4a8ae-594f-49a5-9990-0eb6ae48a4f9" providerId="ADAL" clId="{5BC9F464-DC04-46F4-8DA6-256EAADECE55}" dt="2026-05-08T05:32:40.110" v="18930" actId="1038"/>
          <ac:spMkLst>
            <pc:docMk/>
            <pc:sldMk cId="1065277902" sldId="293"/>
            <ac:spMk id="47" creationId="{F4A58717-EC82-D4FF-13C7-56CFDC8C446A}"/>
          </ac:spMkLst>
        </pc:spChg>
        <pc:spChg chg="add mod">
          <ac:chgData name="Jervis LEE (IRAS)" userId="f5b4a8ae-594f-49a5-9990-0eb6ae48a4f9" providerId="ADAL" clId="{5BC9F464-DC04-46F4-8DA6-256EAADECE55}" dt="2026-05-08T04:49:21.932" v="17538" actId="1037"/>
          <ac:spMkLst>
            <pc:docMk/>
            <pc:sldMk cId="1065277902" sldId="293"/>
            <ac:spMk id="48" creationId="{157D4B03-CA21-7D5A-810E-3988E3A52708}"/>
          </ac:spMkLst>
        </pc:spChg>
        <pc:spChg chg="add mod">
          <ac:chgData name="Jervis LEE (IRAS)" userId="f5b4a8ae-594f-49a5-9990-0eb6ae48a4f9" providerId="ADAL" clId="{5BC9F464-DC04-46F4-8DA6-256EAADECE55}" dt="2026-05-08T05:32:40.110" v="18930" actId="1038"/>
          <ac:spMkLst>
            <pc:docMk/>
            <pc:sldMk cId="1065277902" sldId="293"/>
            <ac:spMk id="61" creationId="{DA52DE36-C270-5EFD-1968-D1C34AF4B5BB}"/>
          </ac:spMkLst>
        </pc:spChg>
        <pc:spChg chg="add mod">
          <ac:chgData name="Jervis LEE (IRAS)" userId="f5b4a8ae-594f-49a5-9990-0eb6ae48a4f9" providerId="ADAL" clId="{5BC9F464-DC04-46F4-8DA6-256EAADECE55}" dt="2026-05-08T05:32:40.110" v="18930" actId="1038"/>
          <ac:spMkLst>
            <pc:docMk/>
            <pc:sldMk cId="1065277902" sldId="293"/>
            <ac:spMk id="65" creationId="{AE7392ED-B85A-5353-4746-EA8AF842A912}"/>
          </ac:spMkLst>
        </pc:spChg>
        <pc:spChg chg="add mod">
          <ac:chgData name="Jervis LEE (IRAS)" userId="f5b4a8ae-594f-49a5-9990-0eb6ae48a4f9" providerId="ADAL" clId="{5BC9F464-DC04-46F4-8DA6-256EAADECE55}" dt="2026-05-08T05:27:34.127" v="18780" actId="1037"/>
          <ac:spMkLst>
            <pc:docMk/>
            <pc:sldMk cId="1065277902" sldId="293"/>
            <ac:spMk id="70" creationId="{8115F001-10F1-879C-0975-5334E89FDABA}"/>
          </ac:spMkLst>
        </pc:spChg>
        <pc:spChg chg="add mod">
          <ac:chgData name="Jervis LEE (IRAS)" userId="f5b4a8ae-594f-49a5-9990-0eb6ae48a4f9" providerId="ADAL" clId="{5BC9F464-DC04-46F4-8DA6-256EAADECE55}" dt="2026-05-08T05:27:34.127" v="18780" actId="1037"/>
          <ac:spMkLst>
            <pc:docMk/>
            <pc:sldMk cId="1065277902" sldId="293"/>
            <ac:spMk id="71" creationId="{3F0596CE-0331-892B-282A-D10BFBE7F3FE}"/>
          </ac:spMkLst>
        </pc:spChg>
        <pc:spChg chg="mod">
          <ac:chgData name="Jervis LEE (IRAS)" userId="f5b4a8ae-594f-49a5-9990-0eb6ae48a4f9" providerId="ADAL" clId="{5BC9F464-DC04-46F4-8DA6-256EAADECE55}" dt="2026-05-08T05:14:00.354" v="17661" actId="1037"/>
          <ac:spMkLst>
            <pc:docMk/>
            <pc:sldMk cId="1065277902" sldId="293"/>
            <ac:spMk id="72" creationId="{1F04901B-4ABE-86E5-585B-5E36B4C0CE3A}"/>
          </ac:spMkLst>
        </pc:spChg>
        <pc:spChg chg="add del mod">
          <ac:chgData name="Jervis LEE (IRAS)" userId="f5b4a8ae-594f-49a5-9990-0eb6ae48a4f9" providerId="ADAL" clId="{5BC9F464-DC04-46F4-8DA6-256EAADECE55}" dt="2026-05-08T04:49:47.531" v="17564" actId="478"/>
          <ac:spMkLst>
            <pc:docMk/>
            <pc:sldMk cId="1065277902" sldId="293"/>
            <ac:spMk id="73" creationId="{45172431-53AD-9E95-7FA7-E79BEF3982C9}"/>
          </ac:spMkLst>
        </pc:spChg>
        <pc:spChg chg="add del mod">
          <ac:chgData name="Jervis LEE (IRAS)" userId="f5b4a8ae-594f-49a5-9990-0eb6ae48a4f9" providerId="ADAL" clId="{5BC9F464-DC04-46F4-8DA6-256EAADECE55}" dt="2026-05-08T04:49:47.531" v="17564" actId="478"/>
          <ac:spMkLst>
            <pc:docMk/>
            <pc:sldMk cId="1065277902" sldId="293"/>
            <ac:spMk id="74" creationId="{74B7F686-76AD-E9C7-3E7E-CBD46B90931F}"/>
          </ac:spMkLst>
        </pc:spChg>
        <pc:spChg chg="add mod">
          <ac:chgData name="Jervis LEE (IRAS)" userId="f5b4a8ae-594f-49a5-9990-0eb6ae48a4f9" providerId="ADAL" clId="{5BC9F464-DC04-46F4-8DA6-256EAADECE55}" dt="2026-05-08T05:27:34.127" v="18780" actId="1037"/>
          <ac:spMkLst>
            <pc:docMk/>
            <pc:sldMk cId="1065277902" sldId="293"/>
            <ac:spMk id="76" creationId="{FA80FFED-BC45-A9A8-9E77-C60234203DEF}"/>
          </ac:spMkLst>
        </pc:spChg>
        <pc:spChg chg="add del mod">
          <ac:chgData name="Jervis LEE (IRAS)" userId="f5b4a8ae-594f-49a5-9990-0eb6ae48a4f9" providerId="ADAL" clId="{5BC9F464-DC04-46F4-8DA6-256EAADECE55}" dt="2026-05-08T05:14:38.905" v="17729" actId="478"/>
          <ac:spMkLst>
            <pc:docMk/>
            <pc:sldMk cId="1065277902" sldId="293"/>
            <ac:spMk id="79" creationId="{00720996-9292-BECC-F68D-357205665877}"/>
          </ac:spMkLst>
        </pc:spChg>
        <pc:spChg chg="add del mod">
          <ac:chgData name="Jervis LEE (IRAS)" userId="f5b4a8ae-594f-49a5-9990-0eb6ae48a4f9" providerId="ADAL" clId="{5BC9F464-DC04-46F4-8DA6-256EAADECE55}" dt="2026-05-08T04:49:47.531" v="17564" actId="478"/>
          <ac:spMkLst>
            <pc:docMk/>
            <pc:sldMk cId="1065277902" sldId="293"/>
            <ac:spMk id="80" creationId="{1ECD6DDD-6B22-C892-D04F-33AD56D52E99}"/>
          </ac:spMkLst>
        </pc:spChg>
        <pc:spChg chg="add del mod">
          <ac:chgData name="Jervis LEE (IRAS)" userId="f5b4a8ae-594f-49a5-9990-0eb6ae48a4f9" providerId="ADAL" clId="{5BC9F464-DC04-46F4-8DA6-256EAADECE55}" dt="2026-05-08T05:14:07.135" v="17662" actId="478"/>
          <ac:spMkLst>
            <pc:docMk/>
            <pc:sldMk cId="1065277902" sldId="293"/>
            <ac:spMk id="81" creationId="{8798FA31-D6D6-C0BA-0DF6-63E42CB28472}"/>
          </ac:spMkLst>
        </pc:spChg>
        <pc:spChg chg="add mod">
          <ac:chgData name="Jervis LEE (IRAS)" userId="f5b4a8ae-594f-49a5-9990-0eb6ae48a4f9" providerId="ADAL" clId="{5BC9F464-DC04-46F4-8DA6-256EAADECE55}" dt="2026-05-08T05:27:34.127" v="18780" actId="1037"/>
          <ac:spMkLst>
            <pc:docMk/>
            <pc:sldMk cId="1065277902" sldId="293"/>
            <ac:spMk id="83" creationId="{9CB00E44-59D9-1CA4-C31C-F2EF1CDD7581}"/>
          </ac:spMkLst>
        </pc:spChg>
        <pc:spChg chg="mod">
          <ac:chgData name="Jervis LEE (IRAS)" userId="f5b4a8ae-594f-49a5-9990-0eb6ae48a4f9" providerId="ADAL" clId="{5BC9F464-DC04-46F4-8DA6-256EAADECE55}" dt="2026-05-08T05:14:00.354" v="17661" actId="1037"/>
          <ac:spMkLst>
            <pc:docMk/>
            <pc:sldMk cId="1065277902" sldId="293"/>
            <ac:spMk id="84" creationId="{423207BD-590D-88CC-A886-AC860E0A5078}"/>
          </ac:spMkLst>
        </pc:spChg>
        <pc:spChg chg="add mod">
          <ac:chgData name="Jervis LEE (IRAS)" userId="f5b4a8ae-594f-49a5-9990-0eb6ae48a4f9" providerId="ADAL" clId="{5BC9F464-DC04-46F4-8DA6-256EAADECE55}" dt="2026-05-08T05:34:13.938" v="19106" actId="20577"/>
          <ac:spMkLst>
            <pc:docMk/>
            <pc:sldMk cId="1065277902" sldId="293"/>
            <ac:spMk id="86" creationId="{B241A672-2AB5-DF3F-017F-4342A14871E2}"/>
          </ac:spMkLst>
        </pc:spChg>
        <pc:spChg chg="mod">
          <ac:chgData name="Jervis LEE (IRAS)" userId="f5b4a8ae-594f-49a5-9990-0eb6ae48a4f9" providerId="ADAL" clId="{5BC9F464-DC04-46F4-8DA6-256EAADECE55}" dt="2026-05-08T05:27:34.127" v="18780" actId="1037"/>
          <ac:spMkLst>
            <pc:docMk/>
            <pc:sldMk cId="1065277902" sldId="293"/>
            <ac:spMk id="88" creationId="{9419BC0C-5F14-C791-E8E8-A4F335267509}"/>
          </ac:spMkLst>
        </pc:spChg>
        <pc:spChg chg="add mod">
          <ac:chgData name="Jervis LEE (IRAS)" userId="f5b4a8ae-594f-49a5-9990-0eb6ae48a4f9" providerId="ADAL" clId="{5BC9F464-DC04-46F4-8DA6-256EAADECE55}" dt="2026-05-08T09:55:24.279" v="28669" actId="1035"/>
          <ac:spMkLst>
            <pc:docMk/>
            <pc:sldMk cId="1065277902" sldId="293"/>
            <ac:spMk id="89" creationId="{D8795534-1719-5320-8DD9-2AA46B145FBC}"/>
          </ac:spMkLst>
        </pc:spChg>
        <pc:spChg chg="add mod">
          <ac:chgData name="Jervis LEE (IRAS)" userId="f5b4a8ae-594f-49a5-9990-0eb6ae48a4f9" providerId="ADAL" clId="{5BC9F464-DC04-46F4-8DA6-256EAADECE55}" dt="2026-05-08T07:31:46.209" v="23085" actId="20577"/>
          <ac:spMkLst>
            <pc:docMk/>
            <pc:sldMk cId="1065277902" sldId="293"/>
            <ac:spMk id="90" creationId="{EE0361D3-DCA1-300C-07F7-EAD3B7487647}"/>
          </ac:spMkLst>
        </pc:spChg>
        <pc:spChg chg="add mod">
          <ac:chgData name="Jervis LEE (IRAS)" userId="f5b4a8ae-594f-49a5-9990-0eb6ae48a4f9" providerId="ADAL" clId="{5BC9F464-DC04-46F4-8DA6-256EAADECE55}" dt="2026-05-08T08:16:37.845" v="24244" actId="20577"/>
          <ac:spMkLst>
            <pc:docMk/>
            <pc:sldMk cId="1065277902" sldId="293"/>
            <ac:spMk id="93" creationId="{BCFD32A7-B982-AD12-6153-16BB6533DF8E}"/>
          </ac:spMkLst>
        </pc:spChg>
        <pc:spChg chg="add mod">
          <ac:chgData name="Jervis LEE (IRAS)" userId="f5b4a8ae-594f-49a5-9990-0eb6ae48a4f9" providerId="ADAL" clId="{5BC9F464-DC04-46F4-8DA6-256EAADECE55}" dt="2026-05-08T08:16:44.547" v="24251" actId="20577"/>
          <ac:spMkLst>
            <pc:docMk/>
            <pc:sldMk cId="1065277902" sldId="293"/>
            <ac:spMk id="94" creationId="{B4D0735E-1E27-FA1F-2197-C6084985D34F}"/>
          </ac:spMkLst>
        </pc:spChg>
        <pc:spChg chg="add mod">
          <ac:chgData name="Jervis LEE (IRAS)" userId="f5b4a8ae-594f-49a5-9990-0eb6ae48a4f9" providerId="ADAL" clId="{5BC9F464-DC04-46F4-8DA6-256EAADECE55}" dt="2026-05-08T05:27:38.600" v="18791" actId="1038"/>
          <ac:spMkLst>
            <pc:docMk/>
            <pc:sldMk cId="1065277902" sldId="293"/>
            <ac:spMk id="95" creationId="{FCB40CB2-8BC8-42A7-55CF-36C3DB681EA5}"/>
          </ac:spMkLst>
        </pc:spChg>
        <pc:spChg chg="add mod">
          <ac:chgData name="Jervis LEE (IRAS)" userId="f5b4a8ae-594f-49a5-9990-0eb6ae48a4f9" providerId="ADAL" clId="{5BC9F464-DC04-46F4-8DA6-256EAADECE55}" dt="2026-05-08T05:27:53.571" v="18807" actId="20577"/>
          <ac:spMkLst>
            <pc:docMk/>
            <pc:sldMk cId="1065277902" sldId="293"/>
            <ac:spMk id="96" creationId="{E7FC5768-4468-94DC-6A1E-63DD79C1DB84}"/>
          </ac:spMkLst>
        </pc:spChg>
        <pc:spChg chg="add mod">
          <ac:chgData name="Jervis LEE (IRAS)" userId="f5b4a8ae-594f-49a5-9990-0eb6ae48a4f9" providerId="ADAL" clId="{5BC9F464-DC04-46F4-8DA6-256EAADECE55}" dt="2026-05-08T05:27:47.818" v="18802" actId="1037"/>
          <ac:spMkLst>
            <pc:docMk/>
            <pc:sldMk cId="1065277902" sldId="293"/>
            <ac:spMk id="100" creationId="{F5BF6E57-D25D-2480-63CE-EE4C67FD3933}"/>
          </ac:spMkLst>
        </pc:spChg>
        <pc:graphicFrameChg chg="del">
          <ac:chgData name="Jervis LEE (IRAS)" userId="f5b4a8ae-594f-49a5-9990-0eb6ae48a4f9" providerId="ADAL" clId="{5BC9F464-DC04-46F4-8DA6-256EAADECE55}" dt="2026-05-08T03:43:22.691" v="16006" actId="478"/>
          <ac:graphicFrameMkLst>
            <pc:docMk/>
            <pc:sldMk cId="1065277902" sldId="293"/>
            <ac:graphicFrameMk id="9" creationId="{63C4CE9A-8578-FEA2-5F07-D97C28CE6546}"/>
          </ac:graphicFrameMkLst>
        </pc:graphicFrameChg>
        <pc:picChg chg="add mod">
          <ac:chgData name="Jervis LEE (IRAS)" userId="f5b4a8ae-594f-49a5-9990-0eb6ae48a4f9" providerId="ADAL" clId="{5BC9F464-DC04-46F4-8DA6-256EAADECE55}" dt="2026-05-08T04:16:08.572" v="17349" actId="1037"/>
          <ac:picMkLst>
            <pc:docMk/>
            <pc:sldMk cId="1065277902" sldId="293"/>
            <ac:picMk id="20" creationId="{78F4406B-6C28-ADD9-2516-A1A9DC22FAAC}"/>
          </ac:picMkLst>
        </pc:picChg>
        <pc:picChg chg="mod">
          <ac:chgData name="Jervis LEE (IRAS)" userId="f5b4a8ae-594f-49a5-9990-0eb6ae48a4f9" providerId="ADAL" clId="{5BC9F464-DC04-46F4-8DA6-256EAADECE55}" dt="2026-05-08T05:14:00.354" v="17661" actId="1037"/>
          <ac:picMkLst>
            <pc:docMk/>
            <pc:sldMk cId="1065277902" sldId="293"/>
            <ac:picMk id="75" creationId="{7F3089BA-0592-707F-AED0-672D652875F8}"/>
          </ac:picMkLst>
        </pc:picChg>
        <pc:cxnChg chg="add mod">
          <ac:chgData name="Jervis LEE (IRAS)" userId="f5b4a8ae-594f-49a5-9990-0eb6ae48a4f9" providerId="ADAL" clId="{5BC9F464-DC04-46F4-8DA6-256EAADECE55}" dt="2026-05-08T05:32:03.320" v="18875" actId="1036"/>
          <ac:cxnSpMkLst>
            <pc:docMk/>
            <pc:sldMk cId="1065277902" sldId="293"/>
            <ac:cxnSpMk id="12" creationId="{87BF0456-2769-B761-42FD-110BE840FF33}"/>
          </ac:cxnSpMkLst>
        </pc:cxnChg>
        <pc:cxnChg chg="add mod">
          <ac:chgData name="Jervis LEE (IRAS)" userId="f5b4a8ae-594f-49a5-9990-0eb6ae48a4f9" providerId="ADAL" clId="{5BC9F464-DC04-46F4-8DA6-256EAADECE55}" dt="2026-05-08T09:16:23.737" v="26509" actId="14100"/>
          <ac:cxnSpMkLst>
            <pc:docMk/>
            <pc:sldMk cId="1065277902" sldId="293"/>
            <ac:cxnSpMk id="22" creationId="{9A33C359-76A0-D3C0-9FC5-950774E9E933}"/>
          </ac:cxnSpMkLst>
        </pc:cxnChg>
        <pc:cxnChg chg="add mod">
          <ac:chgData name="Jervis LEE (IRAS)" userId="f5b4a8ae-594f-49a5-9990-0eb6ae48a4f9" providerId="ADAL" clId="{5BC9F464-DC04-46F4-8DA6-256EAADECE55}" dt="2026-05-08T04:16:08.572" v="17349" actId="1037"/>
          <ac:cxnSpMkLst>
            <pc:docMk/>
            <pc:sldMk cId="1065277902" sldId="293"/>
            <ac:cxnSpMk id="23" creationId="{ADCF9BA5-DDCB-5E3D-2AE8-80F7D3EEF5AA}"/>
          </ac:cxnSpMkLst>
        </pc:cxnChg>
        <pc:cxnChg chg="add mod">
          <ac:chgData name="Jervis LEE (IRAS)" userId="f5b4a8ae-594f-49a5-9990-0eb6ae48a4f9" providerId="ADAL" clId="{5BC9F464-DC04-46F4-8DA6-256EAADECE55}" dt="2026-05-08T04:16:08.572" v="17349" actId="1037"/>
          <ac:cxnSpMkLst>
            <pc:docMk/>
            <pc:sldMk cId="1065277902" sldId="293"/>
            <ac:cxnSpMk id="28" creationId="{DAB4C7F6-58F3-CAE1-959F-1E6BAE43C00E}"/>
          </ac:cxnSpMkLst>
        </pc:cxnChg>
        <pc:cxnChg chg="add mod">
          <ac:chgData name="Jervis LEE (IRAS)" userId="f5b4a8ae-594f-49a5-9990-0eb6ae48a4f9" providerId="ADAL" clId="{5BC9F464-DC04-46F4-8DA6-256EAADECE55}" dt="2026-05-08T04:16:08.572" v="17349" actId="1037"/>
          <ac:cxnSpMkLst>
            <pc:docMk/>
            <pc:sldMk cId="1065277902" sldId="293"/>
            <ac:cxnSpMk id="43" creationId="{DA3D5887-6D30-5A47-A8CF-5D66F2B7CA15}"/>
          </ac:cxnSpMkLst>
        </pc:cxnChg>
        <pc:cxnChg chg="add mod">
          <ac:chgData name="Jervis LEE (IRAS)" userId="f5b4a8ae-594f-49a5-9990-0eb6ae48a4f9" providerId="ADAL" clId="{5BC9F464-DC04-46F4-8DA6-256EAADECE55}" dt="2026-05-08T04:16:44.015" v="17381" actId="1035"/>
          <ac:cxnSpMkLst>
            <pc:docMk/>
            <pc:sldMk cId="1065277902" sldId="293"/>
            <ac:cxnSpMk id="58" creationId="{124D7F7B-175C-8E75-B213-CDC02A9E357F}"/>
          </ac:cxnSpMkLst>
        </pc:cxnChg>
        <pc:cxnChg chg="add mod">
          <ac:chgData name="Jervis LEE (IRAS)" userId="f5b4a8ae-594f-49a5-9990-0eb6ae48a4f9" providerId="ADAL" clId="{5BC9F464-DC04-46F4-8DA6-256EAADECE55}" dt="2026-05-08T04:16:40.133" v="17368" actId="1036"/>
          <ac:cxnSpMkLst>
            <pc:docMk/>
            <pc:sldMk cId="1065277902" sldId="293"/>
            <ac:cxnSpMk id="62" creationId="{9E620C19-C05A-F528-7B5D-A91E15F800D0}"/>
          </ac:cxnSpMkLst>
        </pc:cxnChg>
        <pc:cxnChg chg="del mod">
          <ac:chgData name="Jervis LEE (IRAS)" userId="f5b4a8ae-594f-49a5-9990-0eb6ae48a4f9" providerId="ADAL" clId="{5BC9F464-DC04-46F4-8DA6-256EAADECE55}" dt="2026-05-08T04:49:47.531" v="17564" actId="478"/>
          <ac:cxnSpMkLst>
            <pc:docMk/>
            <pc:sldMk cId="1065277902" sldId="293"/>
            <ac:cxnSpMk id="77" creationId="{908D15B5-ED38-276C-D654-52927E75E117}"/>
          </ac:cxnSpMkLst>
        </pc:cxnChg>
        <pc:cxnChg chg="mod">
          <ac:chgData name="Jervis LEE (IRAS)" userId="f5b4a8ae-594f-49a5-9990-0eb6ae48a4f9" providerId="ADAL" clId="{5BC9F464-DC04-46F4-8DA6-256EAADECE55}" dt="2026-05-08T05:13:53.430" v="17636" actId="1036"/>
          <ac:cxnSpMkLst>
            <pc:docMk/>
            <pc:sldMk cId="1065277902" sldId="293"/>
            <ac:cxnSpMk id="78" creationId="{0A93CEC6-FBF8-C9E3-4E32-F7330BB6EECB}"/>
          </ac:cxnSpMkLst>
        </pc:cxnChg>
        <pc:cxnChg chg="mod">
          <ac:chgData name="Jervis LEE (IRAS)" userId="f5b4a8ae-594f-49a5-9990-0eb6ae48a4f9" providerId="ADAL" clId="{5BC9F464-DC04-46F4-8DA6-256EAADECE55}" dt="2026-05-08T05:13:53.430" v="17636" actId="1036"/>
          <ac:cxnSpMkLst>
            <pc:docMk/>
            <pc:sldMk cId="1065277902" sldId="293"/>
            <ac:cxnSpMk id="82" creationId="{3235D211-C906-4CA6-BE9F-70917C30AEFB}"/>
          </ac:cxnSpMkLst>
        </pc:cxnChg>
        <pc:cxnChg chg="add del mod">
          <ac:chgData name="Jervis LEE (IRAS)" userId="f5b4a8ae-594f-49a5-9990-0eb6ae48a4f9" providerId="ADAL" clId="{5BC9F464-DC04-46F4-8DA6-256EAADECE55}" dt="2026-05-08T05:20:21.717" v="18157" actId="478"/>
          <ac:cxnSpMkLst>
            <pc:docMk/>
            <pc:sldMk cId="1065277902" sldId="293"/>
            <ac:cxnSpMk id="92" creationId="{BE8CF0D5-88D8-97E3-6445-7AAD57D6CCE1}"/>
          </ac:cxnSpMkLst>
        </pc:cxnChg>
        <pc:cxnChg chg="add mod">
          <ac:chgData name="Jervis LEE (IRAS)" userId="f5b4a8ae-594f-49a5-9990-0eb6ae48a4f9" providerId="ADAL" clId="{5BC9F464-DC04-46F4-8DA6-256EAADECE55}" dt="2026-05-08T05:31:41.388" v="18861" actId="1035"/>
          <ac:cxnSpMkLst>
            <pc:docMk/>
            <pc:sldMk cId="1065277902" sldId="293"/>
            <ac:cxnSpMk id="97" creationId="{30D63562-AF16-1C85-72BD-7CDFD93E6F2D}"/>
          </ac:cxnSpMkLst>
        </pc:cxnChg>
      </pc:sldChg>
      <pc:sldChg chg="addSp delSp modSp add mod">
        <pc:chgData name="Jervis LEE (IRAS)" userId="f5b4a8ae-594f-49a5-9990-0eb6ae48a4f9" providerId="ADAL" clId="{5BC9F464-DC04-46F4-8DA6-256EAADECE55}" dt="2026-05-08T09:52:16.426" v="28626" actId="1035"/>
        <pc:sldMkLst>
          <pc:docMk/>
          <pc:sldMk cId="304763221" sldId="294"/>
        </pc:sldMkLst>
        <pc:spChg chg="mod">
          <ac:chgData name="Jervis LEE (IRAS)" userId="f5b4a8ae-594f-49a5-9990-0eb6ae48a4f9" providerId="ADAL" clId="{5BC9F464-DC04-46F4-8DA6-256EAADECE55}" dt="2026-05-08T05:41:50.831" v="19588" actId="20577"/>
          <ac:spMkLst>
            <pc:docMk/>
            <pc:sldMk cId="304763221" sldId="294"/>
            <ac:spMk id="2" creationId="{1F3535A4-8772-12DB-0093-3432B01F2CEB}"/>
          </ac:spMkLst>
        </pc:spChg>
        <pc:spChg chg="del">
          <ac:chgData name="Jervis LEE (IRAS)" userId="f5b4a8ae-594f-49a5-9990-0eb6ae48a4f9" providerId="ADAL" clId="{5BC9F464-DC04-46F4-8DA6-256EAADECE55}" dt="2026-05-08T05:36:55.425" v="19317" actId="478"/>
          <ac:spMkLst>
            <pc:docMk/>
            <pc:sldMk cId="304763221" sldId="294"/>
            <ac:spMk id="3" creationId="{E176EBFD-580F-0F36-1CD4-384BACCA5BB5}"/>
          </ac:spMkLst>
        </pc:spChg>
        <pc:spChg chg="del">
          <ac:chgData name="Jervis LEE (IRAS)" userId="f5b4a8ae-594f-49a5-9990-0eb6ae48a4f9" providerId="ADAL" clId="{5BC9F464-DC04-46F4-8DA6-256EAADECE55}" dt="2026-05-08T05:36:55.425" v="19317" actId="478"/>
          <ac:spMkLst>
            <pc:docMk/>
            <pc:sldMk cId="304763221" sldId="294"/>
            <ac:spMk id="5" creationId="{1DAB4453-0514-8DE3-CE40-C677886400F3}"/>
          </ac:spMkLst>
        </pc:spChg>
        <pc:spChg chg="del">
          <ac:chgData name="Jervis LEE (IRAS)" userId="f5b4a8ae-594f-49a5-9990-0eb6ae48a4f9" providerId="ADAL" clId="{5BC9F464-DC04-46F4-8DA6-256EAADECE55}" dt="2026-05-08T05:36:55.425" v="19317" actId="478"/>
          <ac:spMkLst>
            <pc:docMk/>
            <pc:sldMk cId="304763221" sldId="294"/>
            <ac:spMk id="7" creationId="{DC769CC9-3052-1A5B-5E1C-31554413AD75}"/>
          </ac:spMkLst>
        </pc:spChg>
        <pc:spChg chg="mod">
          <ac:chgData name="Jervis LEE (IRAS)" userId="f5b4a8ae-594f-49a5-9990-0eb6ae48a4f9" providerId="ADAL" clId="{5BC9F464-DC04-46F4-8DA6-256EAADECE55}" dt="2026-05-08T06:15:31.962" v="20692" actId="1035"/>
          <ac:spMkLst>
            <pc:docMk/>
            <pc:sldMk cId="304763221" sldId="294"/>
            <ac:spMk id="9" creationId="{889B5930-D9F7-3F8E-E12E-4CC1108EF693}"/>
          </ac:spMkLst>
        </pc:spChg>
        <pc:spChg chg="del">
          <ac:chgData name="Jervis LEE (IRAS)" userId="f5b4a8ae-594f-49a5-9990-0eb6ae48a4f9" providerId="ADAL" clId="{5BC9F464-DC04-46F4-8DA6-256EAADECE55}" dt="2026-05-08T05:36:55.425" v="19317" actId="478"/>
          <ac:spMkLst>
            <pc:docMk/>
            <pc:sldMk cId="304763221" sldId="294"/>
            <ac:spMk id="11" creationId="{36E5F7DD-3019-E05F-0B4D-7455147B0AEF}"/>
          </ac:spMkLst>
        </pc:spChg>
        <pc:spChg chg="add mod">
          <ac:chgData name="Jervis LEE (IRAS)" userId="f5b4a8ae-594f-49a5-9990-0eb6ae48a4f9" providerId="ADAL" clId="{5BC9F464-DC04-46F4-8DA6-256EAADECE55}" dt="2026-05-08T06:07:37.634" v="20329" actId="1036"/>
          <ac:spMkLst>
            <pc:docMk/>
            <pc:sldMk cId="304763221" sldId="294"/>
            <ac:spMk id="13" creationId="{2A4FED7A-CE89-1139-3B60-F2773092189C}"/>
          </ac:spMkLst>
        </pc:spChg>
        <pc:spChg chg="add mod">
          <ac:chgData name="Jervis LEE (IRAS)" userId="f5b4a8ae-594f-49a5-9990-0eb6ae48a4f9" providerId="ADAL" clId="{5BC9F464-DC04-46F4-8DA6-256EAADECE55}" dt="2026-05-08T06:32:12.592" v="21890" actId="20577"/>
          <ac:spMkLst>
            <pc:docMk/>
            <pc:sldMk cId="304763221" sldId="294"/>
            <ac:spMk id="14" creationId="{817F398E-B2EF-DC80-58A3-D44EAC2822CE}"/>
          </ac:spMkLst>
        </pc:spChg>
        <pc:spChg chg="mod">
          <ac:chgData name="Jervis LEE (IRAS)" userId="f5b4a8ae-594f-49a5-9990-0eb6ae48a4f9" providerId="ADAL" clId="{5BC9F464-DC04-46F4-8DA6-256EAADECE55}" dt="2026-05-08T05:59:38.014" v="19917" actId="1076"/>
          <ac:spMkLst>
            <pc:docMk/>
            <pc:sldMk cId="304763221" sldId="294"/>
            <ac:spMk id="16" creationId="{A5D8FF15-FCBE-17EB-DE20-AC9FCA606F8C}"/>
          </ac:spMkLst>
        </pc:spChg>
        <pc:spChg chg="mod">
          <ac:chgData name="Jervis LEE (IRAS)" userId="f5b4a8ae-594f-49a5-9990-0eb6ae48a4f9" providerId="ADAL" clId="{5BC9F464-DC04-46F4-8DA6-256EAADECE55}" dt="2026-05-08T05:56:05.289" v="19783" actId="20577"/>
          <ac:spMkLst>
            <pc:docMk/>
            <pc:sldMk cId="304763221" sldId="294"/>
            <ac:spMk id="17" creationId="{7AFC4221-BFC6-81C7-E4BA-DAF61D028043}"/>
          </ac:spMkLst>
        </pc:spChg>
        <pc:spChg chg="add mod">
          <ac:chgData name="Jervis LEE (IRAS)" userId="f5b4a8ae-594f-49a5-9990-0eb6ae48a4f9" providerId="ADAL" clId="{5BC9F464-DC04-46F4-8DA6-256EAADECE55}" dt="2026-05-08T06:07:41.426" v="20355" actId="1036"/>
          <ac:spMkLst>
            <pc:docMk/>
            <pc:sldMk cId="304763221" sldId="294"/>
            <ac:spMk id="29" creationId="{ACDAC1BB-EE9F-4FCF-BD80-180D32AEB984}"/>
          </ac:spMkLst>
        </pc:spChg>
        <pc:spChg chg="add mod">
          <ac:chgData name="Jervis LEE (IRAS)" userId="f5b4a8ae-594f-49a5-9990-0eb6ae48a4f9" providerId="ADAL" clId="{5BC9F464-DC04-46F4-8DA6-256EAADECE55}" dt="2026-05-08T07:34:09.685" v="23161" actId="1038"/>
          <ac:spMkLst>
            <pc:docMk/>
            <pc:sldMk cId="304763221" sldId="294"/>
            <ac:spMk id="30" creationId="{19ECF27D-73F7-D11D-6461-647258A84AE3}"/>
          </ac:spMkLst>
        </pc:spChg>
        <pc:spChg chg="del">
          <ac:chgData name="Jervis LEE (IRAS)" userId="f5b4a8ae-594f-49a5-9990-0eb6ae48a4f9" providerId="ADAL" clId="{5BC9F464-DC04-46F4-8DA6-256EAADECE55}" dt="2026-05-08T05:36:55.425" v="19317" actId="478"/>
          <ac:spMkLst>
            <pc:docMk/>
            <pc:sldMk cId="304763221" sldId="294"/>
            <ac:spMk id="34" creationId="{77F75087-B142-4D3C-F92D-1DF6950CFEE8}"/>
          </ac:spMkLst>
        </pc:spChg>
        <pc:spChg chg="del">
          <ac:chgData name="Jervis LEE (IRAS)" userId="f5b4a8ae-594f-49a5-9990-0eb6ae48a4f9" providerId="ADAL" clId="{5BC9F464-DC04-46F4-8DA6-256EAADECE55}" dt="2026-05-08T05:36:55.425" v="19317" actId="478"/>
          <ac:spMkLst>
            <pc:docMk/>
            <pc:sldMk cId="304763221" sldId="294"/>
            <ac:spMk id="35" creationId="{30B81299-41CF-5FBD-300C-8587C5115D18}"/>
          </ac:spMkLst>
        </pc:spChg>
        <pc:spChg chg="add mod">
          <ac:chgData name="Jervis LEE (IRAS)" userId="f5b4a8ae-594f-49a5-9990-0eb6ae48a4f9" providerId="ADAL" clId="{5BC9F464-DC04-46F4-8DA6-256EAADECE55}" dt="2026-05-08T07:34:09.685" v="23161" actId="1038"/>
          <ac:spMkLst>
            <pc:docMk/>
            <pc:sldMk cId="304763221" sldId="294"/>
            <ac:spMk id="37" creationId="{E3DDA859-A3E6-C02D-B9BF-92EAFF3390DC}"/>
          </ac:spMkLst>
        </pc:spChg>
        <pc:spChg chg="add mod">
          <ac:chgData name="Jervis LEE (IRAS)" userId="f5b4a8ae-594f-49a5-9990-0eb6ae48a4f9" providerId="ADAL" clId="{5BC9F464-DC04-46F4-8DA6-256EAADECE55}" dt="2026-05-08T06:08:12.614" v="20363" actId="1037"/>
          <ac:spMkLst>
            <pc:docMk/>
            <pc:sldMk cId="304763221" sldId="294"/>
            <ac:spMk id="38" creationId="{63090059-F5CB-66CE-775E-4498AF394278}"/>
          </ac:spMkLst>
        </pc:spChg>
        <pc:spChg chg="del">
          <ac:chgData name="Jervis LEE (IRAS)" userId="f5b4a8ae-594f-49a5-9990-0eb6ae48a4f9" providerId="ADAL" clId="{5BC9F464-DC04-46F4-8DA6-256EAADECE55}" dt="2026-05-08T05:36:55.425" v="19317" actId="478"/>
          <ac:spMkLst>
            <pc:docMk/>
            <pc:sldMk cId="304763221" sldId="294"/>
            <ac:spMk id="42" creationId="{C9EC81DD-CBBE-9327-1328-2A2C04B59DD4}"/>
          </ac:spMkLst>
        </pc:spChg>
        <pc:spChg chg="del">
          <ac:chgData name="Jervis LEE (IRAS)" userId="f5b4a8ae-594f-49a5-9990-0eb6ae48a4f9" providerId="ADAL" clId="{5BC9F464-DC04-46F4-8DA6-256EAADECE55}" dt="2026-05-08T05:36:55.425" v="19317" actId="478"/>
          <ac:spMkLst>
            <pc:docMk/>
            <pc:sldMk cId="304763221" sldId="294"/>
            <ac:spMk id="47" creationId="{51C55E37-F54D-359C-70E9-5C20C0C80F92}"/>
          </ac:spMkLst>
        </pc:spChg>
        <pc:spChg chg="del">
          <ac:chgData name="Jervis LEE (IRAS)" userId="f5b4a8ae-594f-49a5-9990-0eb6ae48a4f9" providerId="ADAL" clId="{5BC9F464-DC04-46F4-8DA6-256EAADECE55}" dt="2026-05-08T05:36:55.425" v="19317" actId="478"/>
          <ac:spMkLst>
            <pc:docMk/>
            <pc:sldMk cId="304763221" sldId="294"/>
            <ac:spMk id="48" creationId="{C1DC88D8-D746-2ADE-0C9E-57A9B1AEF4E6}"/>
          </ac:spMkLst>
        </pc:spChg>
        <pc:spChg chg="del">
          <ac:chgData name="Jervis LEE (IRAS)" userId="f5b4a8ae-594f-49a5-9990-0eb6ae48a4f9" providerId="ADAL" clId="{5BC9F464-DC04-46F4-8DA6-256EAADECE55}" dt="2026-05-08T05:36:55.425" v="19317" actId="478"/>
          <ac:spMkLst>
            <pc:docMk/>
            <pc:sldMk cId="304763221" sldId="294"/>
            <ac:spMk id="65" creationId="{E1D643D7-ED69-3843-5429-F482373C90D8}"/>
          </ac:spMkLst>
        </pc:spChg>
        <pc:spChg chg="mod">
          <ac:chgData name="Jervis LEE (IRAS)" userId="f5b4a8ae-594f-49a5-9990-0eb6ae48a4f9" providerId="ADAL" clId="{5BC9F464-DC04-46F4-8DA6-256EAADECE55}" dt="2026-05-08T06:16:41.436" v="20838" actId="1037"/>
          <ac:spMkLst>
            <pc:docMk/>
            <pc:sldMk cId="304763221" sldId="294"/>
            <ac:spMk id="70" creationId="{9DA374A5-50F0-FF99-BD4F-C04F08A9DD60}"/>
          </ac:spMkLst>
        </pc:spChg>
        <pc:spChg chg="mod">
          <ac:chgData name="Jervis LEE (IRAS)" userId="f5b4a8ae-594f-49a5-9990-0eb6ae48a4f9" providerId="ADAL" clId="{5BC9F464-DC04-46F4-8DA6-256EAADECE55}" dt="2026-05-08T06:16:41.436" v="20838" actId="1037"/>
          <ac:spMkLst>
            <pc:docMk/>
            <pc:sldMk cId="304763221" sldId="294"/>
            <ac:spMk id="71" creationId="{FEB4C3A4-4C8D-7429-0C2B-78C3B9BE301B}"/>
          </ac:spMkLst>
        </pc:spChg>
        <pc:spChg chg="mod">
          <ac:chgData name="Jervis LEE (IRAS)" userId="f5b4a8ae-594f-49a5-9990-0eb6ae48a4f9" providerId="ADAL" clId="{5BC9F464-DC04-46F4-8DA6-256EAADECE55}" dt="2026-05-08T06:16:52.293" v="20854" actId="1038"/>
          <ac:spMkLst>
            <pc:docMk/>
            <pc:sldMk cId="304763221" sldId="294"/>
            <ac:spMk id="72" creationId="{98A35058-DCF8-E04D-54E0-9F64A2BCBC27}"/>
          </ac:spMkLst>
        </pc:spChg>
        <pc:spChg chg="add mod">
          <ac:chgData name="Jervis LEE (IRAS)" userId="f5b4a8ae-594f-49a5-9990-0eb6ae48a4f9" providerId="ADAL" clId="{5BC9F464-DC04-46F4-8DA6-256EAADECE55}" dt="2026-05-08T06:22:09.357" v="21222" actId="1035"/>
          <ac:spMkLst>
            <pc:docMk/>
            <pc:sldMk cId="304763221" sldId="294"/>
            <ac:spMk id="74" creationId="{84FCAD90-CE73-0954-A50C-259F05ABABB2}"/>
          </ac:spMkLst>
        </pc:spChg>
        <pc:spChg chg="mod">
          <ac:chgData name="Jervis LEE (IRAS)" userId="f5b4a8ae-594f-49a5-9990-0eb6ae48a4f9" providerId="ADAL" clId="{5BC9F464-DC04-46F4-8DA6-256EAADECE55}" dt="2026-05-08T05:37:00.453" v="19318" actId="1076"/>
          <ac:spMkLst>
            <pc:docMk/>
            <pc:sldMk cId="304763221" sldId="294"/>
            <ac:spMk id="76" creationId="{005F7854-1740-07F8-BBEA-875E5902F22A}"/>
          </ac:spMkLst>
        </pc:spChg>
        <pc:spChg chg="mod">
          <ac:chgData name="Jervis LEE (IRAS)" userId="f5b4a8ae-594f-49a5-9990-0eb6ae48a4f9" providerId="ADAL" clId="{5BC9F464-DC04-46F4-8DA6-256EAADECE55}" dt="2026-05-08T07:34:09.685" v="23161" actId="1038"/>
          <ac:spMkLst>
            <pc:docMk/>
            <pc:sldMk cId="304763221" sldId="294"/>
            <ac:spMk id="83" creationId="{DAEA85D1-F02B-B8F1-8B9D-89E319B981DA}"/>
          </ac:spMkLst>
        </pc:spChg>
        <pc:spChg chg="mod">
          <ac:chgData name="Jervis LEE (IRAS)" userId="f5b4a8ae-594f-49a5-9990-0eb6ae48a4f9" providerId="ADAL" clId="{5BC9F464-DC04-46F4-8DA6-256EAADECE55}" dt="2026-05-08T07:34:09.685" v="23161" actId="1038"/>
          <ac:spMkLst>
            <pc:docMk/>
            <pc:sldMk cId="304763221" sldId="294"/>
            <ac:spMk id="84" creationId="{06330D29-86DF-7464-4CDA-3418B0AC1686}"/>
          </ac:spMkLst>
        </pc:spChg>
        <pc:spChg chg="del mod">
          <ac:chgData name="Jervis LEE (IRAS)" userId="f5b4a8ae-594f-49a5-9990-0eb6ae48a4f9" providerId="ADAL" clId="{5BC9F464-DC04-46F4-8DA6-256EAADECE55}" dt="2026-05-08T05:58:14.514" v="19838" actId="478"/>
          <ac:spMkLst>
            <pc:docMk/>
            <pc:sldMk cId="304763221" sldId="294"/>
            <ac:spMk id="86" creationId="{62410D5C-36EE-40AD-F573-2B17EF1FC6EE}"/>
          </ac:spMkLst>
        </pc:spChg>
        <pc:spChg chg="mod">
          <ac:chgData name="Jervis LEE (IRAS)" userId="f5b4a8ae-594f-49a5-9990-0eb6ae48a4f9" providerId="ADAL" clId="{5BC9F464-DC04-46F4-8DA6-256EAADECE55}" dt="2026-05-08T06:07:57.918" v="20359" actId="1076"/>
          <ac:spMkLst>
            <pc:docMk/>
            <pc:sldMk cId="304763221" sldId="294"/>
            <ac:spMk id="88" creationId="{3978CFE5-A8C0-EB6C-B1C7-F742F69D9E98}"/>
          </ac:spMkLst>
        </pc:spChg>
        <pc:spChg chg="del mod">
          <ac:chgData name="Jervis LEE (IRAS)" userId="f5b4a8ae-594f-49a5-9990-0eb6ae48a4f9" providerId="ADAL" clId="{5BC9F464-DC04-46F4-8DA6-256EAADECE55}" dt="2026-05-08T06:20:03.080" v="21189" actId="478"/>
          <ac:spMkLst>
            <pc:docMk/>
            <pc:sldMk cId="304763221" sldId="294"/>
            <ac:spMk id="90" creationId="{4D76E058-0533-EBD9-4481-AEE113206DB2}"/>
          </ac:spMkLst>
        </pc:spChg>
        <pc:spChg chg="add mod">
          <ac:chgData name="Jervis LEE (IRAS)" userId="f5b4a8ae-594f-49a5-9990-0eb6ae48a4f9" providerId="ADAL" clId="{5BC9F464-DC04-46F4-8DA6-256EAADECE55}" dt="2026-05-08T06:18:41.536" v="21067" actId="1076"/>
          <ac:spMkLst>
            <pc:docMk/>
            <pc:sldMk cId="304763221" sldId="294"/>
            <ac:spMk id="92" creationId="{CFFB7AB1-4E94-2C24-B367-64E10D516840}"/>
          </ac:spMkLst>
        </pc:spChg>
        <pc:spChg chg="mod">
          <ac:chgData name="Jervis LEE (IRAS)" userId="f5b4a8ae-594f-49a5-9990-0eb6ae48a4f9" providerId="ADAL" clId="{5BC9F464-DC04-46F4-8DA6-256EAADECE55}" dt="2026-05-08T07:34:09.685" v="23161" actId="1038"/>
          <ac:spMkLst>
            <pc:docMk/>
            <pc:sldMk cId="304763221" sldId="294"/>
            <ac:spMk id="93" creationId="{BFB107D4-6EC5-C5F7-359E-1D0E2F30DF7D}"/>
          </ac:spMkLst>
        </pc:spChg>
        <pc:spChg chg="mod">
          <ac:chgData name="Jervis LEE (IRAS)" userId="f5b4a8ae-594f-49a5-9990-0eb6ae48a4f9" providerId="ADAL" clId="{5BC9F464-DC04-46F4-8DA6-256EAADECE55}" dt="2026-05-08T08:17:03.263" v="24252"/>
          <ac:spMkLst>
            <pc:docMk/>
            <pc:sldMk cId="304763221" sldId="294"/>
            <ac:spMk id="94" creationId="{628D663B-7627-8F7A-93AD-5033710133B3}"/>
          </ac:spMkLst>
        </pc:spChg>
        <pc:spChg chg="mod">
          <ac:chgData name="Jervis LEE (IRAS)" userId="f5b4a8ae-594f-49a5-9990-0eb6ae48a4f9" providerId="ADAL" clId="{5BC9F464-DC04-46F4-8DA6-256EAADECE55}" dt="2026-05-08T07:34:09.685" v="23161" actId="1038"/>
          <ac:spMkLst>
            <pc:docMk/>
            <pc:sldMk cId="304763221" sldId="294"/>
            <ac:spMk id="95" creationId="{91350256-CC7D-0294-0239-B207B5986CEB}"/>
          </ac:spMkLst>
        </pc:spChg>
        <pc:spChg chg="add mod">
          <ac:chgData name="Jervis LEE (IRAS)" userId="f5b4a8ae-594f-49a5-9990-0eb6ae48a4f9" providerId="ADAL" clId="{5BC9F464-DC04-46F4-8DA6-256EAADECE55}" dt="2026-05-08T07:34:09.685" v="23161" actId="1038"/>
          <ac:spMkLst>
            <pc:docMk/>
            <pc:sldMk cId="304763221" sldId="294"/>
            <ac:spMk id="98" creationId="{6181DBAF-74D8-8FCA-7842-09F6A044253A}"/>
          </ac:spMkLst>
        </pc:spChg>
        <pc:spChg chg="mod">
          <ac:chgData name="Jervis LEE (IRAS)" userId="f5b4a8ae-594f-49a5-9990-0eb6ae48a4f9" providerId="ADAL" clId="{5BC9F464-DC04-46F4-8DA6-256EAADECE55}" dt="2026-05-08T07:34:09.685" v="23161" actId="1038"/>
          <ac:spMkLst>
            <pc:docMk/>
            <pc:sldMk cId="304763221" sldId="294"/>
            <ac:spMk id="100" creationId="{4831E590-EACB-E3BC-119F-C24BE2EF18C2}"/>
          </ac:spMkLst>
        </pc:spChg>
        <pc:spChg chg="add mod">
          <ac:chgData name="Jervis LEE (IRAS)" userId="f5b4a8ae-594f-49a5-9990-0eb6ae48a4f9" providerId="ADAL" clId="{5BC9F464-DC04-46F4-8DA6-256EAADECE55}" dt="2026-05-08T08:17:55.850" v="24253"/>
          <ac:spMkLst>
            <pc:docMk/>
            <pc:sldMk cId="304763221" sldId="294"/>
            <ac:spMk id="103" creationId="{380A8E89-4B1D-6E4D-AE08-21611564DBC5}"/>
          </ac:spMkLst>
        </pc:spChg>
        <pc:spChg chg="add mod">
          <ac:chgData name="Jervis LEE (IRAS)" userId="f5b4a8ae-594f-49a5-9990-0eb6ae48a4f9" providerId="ADAL" clId="{5BC9F464-DC04-46F4-8DA6-256EAADECE55}" dt="2026-05-08T06:19:12.420" v="21100" actId="1076"/>
          <ac:spMkLst>
            <pc:docMk/>
            <pc:sldMk cId="304763221" sldId="294"/>
            <ac:spMk id="107" creationId="{97523F8D-F58C-555F-28F5-00A84DDB18F4}"/>
          </ac:spMkLst>
        </pc:spChg>
        <pc:spChg chg="add mod">
          <ac:chgData name="Jervis LEE (IRAS)" userId="f5b4a8ae-594f-49a5-9990-0eb6ae48a4f9" providerId="ADAL" clId="{5BC9F464-DC04-46F4-8DA6-256EAADECE55}" dt="2026-05-08T07:34:09.685" v="23161" actId="1038"/>
          <ac:spMkLst>
            <pc:docMk/>
            <pc:sldMk cId="304763221" sldId="294"/>
            <ac:spMk id="111" creationId="{F46B1B1D-F359-46BF-FECD-20B3C976FB09}"/>
          </ac:spMkLst>
        </pc:spChg>
        <pc:spChg chg="add mod">
          <ac:chgData name="Jervis LEE (IRAS)" userId="f5b4a8ae-594f-49a5-9990-0eb6ae48a4f9" providerId="ADAL" clId="{5BC9F464-DC04-46F4-8DA6-256EAADECE55}" dt="2026-05-08T06:33:31.279" v="21895"/>
          <ac:spMkLst>
            <pc:docMk/>
            <pc:sldMk cId="304763221" sldId="294"/>
            <ac:spMk id="113" creationId="{B1A4D1B6-ACF5-8521-4DA7-95D1D25352E0}"/>
          </ac:spMkLst>
        </pc:spChg>
        <pc:spChg chg="add mod">
          <ac:chgData name="Jervis LEE (IRAS)" userId="f5b4a8ae-594f-49a5-9990-0eb6ae48a4f9" providerId="ADAL" clId="{5BC9F464-DC04-46F4-8DA6-256EAADECE55}" dt="2026-05-08T09:52:16.426" v="28626" actId="1035"/>
          <ac:spMkLst>
            <pc:docMk/>
            <pc:sldMk cId="304763221" sldId="294"/>
            <ac:spMk id="114" creationId="{9FF23649-4192-91B2-70AF-B8A8E4527BA7}"/>
          </ac:spMkLst>
        </pc:spChg>
        <pc:cxnChg chg="add mod">
          <ac:chgData name="Jervis LEE (IRAS)" userId="f5b4a8ae-594f-49a5-9990-0eb6ae48a4f9" providerId="ADAL" clId="{5BC9F464-DC04-46F4-8DA6-256EAADECE55}" dt="2026-05-08T06:22:05.284" v="21212" actId="1035"/>
          <ac:cxnSpMkLst>
            <pc:docMk/>
            <pc:sldMk cId="304763221" sldId="294"/>
            <ac:cxnSpMk id="15" creationId="{B9CBDD75-6663-CA8A-38D0-84689220A126}"/>
          </ac:cxnSpMkLst>
        </pc:cxnChg>
        <pc:cxnChg chg="add mod">
          <ac:chgData name="Jervis LEE (IRAS)" userId="f5b4a8ae-594f-49a5-9990-0eb6ae48a4f9" providerId="ADAL" clId="{5BC9F464-DC04-46F4-8DA6-256EAADECE55}" dt="2026-05-08T06:17:56.594" v="21012" actId="14100"/>
          <ac:cxnSpMkLst>
            <pc:docMk/>
            <pc:sldMk cId="304763221" sldId="294"/>
            <ac:cxnSpMk id="22" creationId="{4A46F65A-95D4-AE39-23C7-2A564D05654E}"/>
          </ac:cxnSpMkLst>
        </pc:cxnChg>
        <pc:cxnChg chg="add mod">
          <ac:chgData name="Jervis LEE (IRAS)" userId="f5b4a8ae-594f-49a5-9990-0eb6ae48a4f9" providerId="ADAL" clId="{5BC9F464-DC04-46F4-8DA6-256EAADECE55}" dt="2026-05-08T06:19:19.569" v="21112" actId="1037"/>
          <ac:cxnSpMkLst>
            <pc:docMk/>
            <pc:sldMk cId="304763221" sldId="294"/>
            <ac:cxnSpMk id="31" creationId="{9EE9178B-E77D-7D58-5EB3-DC1E91E108EF}"/>
          </ac:cxnSpMkLst>
        </pc:cxnChg>
        <pc:cxnChg chg="add mod">
          <ac:chgData name="Jervis LEE (IRAS)" userId="f5b4a8ae-594f-49a5-9990-0eb6ae48a4f9" providerId="ADAL" clId="{5BC9F464-DC04-46F4-8DA6-256EAADECE55}" dt="2026-05-08T06:07:37.634" v="20329" actId="1036"/>
          <ac:cxnSpMkLst>
            <pc:docMk/>
            <pc:sldMk cId="304763221" sldId="294"/>
            <ac:cxnSpMk id="55" creationId="{1CB1CBE8-A95C-B073-070D-ED91EB1BC7B9}"/>
          </ac:cxnSpMkLst>
        </pc:cxnChg>
        <pc:cxnChg chg="mod">
          <ac:chgData name="Jervis LEE (IRAS)" userId="f5b4a8ae-594f-49a5-9990-0eb6ae48a4f9" providerId="ADAL" clId="{5BC9F464-DC04-46F4-8DA6-256EAADECE55}" dt="2026-05-08T07:06:14.590" v="22025" actId="1038"/>
          <ac:cxnSpMkLst>
            <pc:docMk/>
            <pc:sldMk cId="304763221" sldId="294"/>
            <ac:cxnSpMk id="78" creationId="{423B1178-E8A9-E658-F1E3-FA8A97537296}"/>
          </ac:cxnSpMkLst>
        </pc:cxnChg>
        <pc:cxnChg chg="add mod">
          <ac:chgData name="Jervis LEE (IRAS)" userId="f5b4a8ae-594f-49a5-9990-0eb6ae48a4f9" providerId="ADAL" clId="{5BC9F464-DC04-46F4-8DA6-256EAADECE55}" dt="2026-05-08T06:18:37.951" v="21065" actId="1037"/>
          <ac:cxnSpMkLst>
            <pc:docMk/>
            <pc:sldMk cId="304763221" sldId="294"/>
            <ac:cxnSpMk id="79" creationId="{74A9F0F3-F092-AE09-395B-1DDEC132442C}"/>
          </ac:cxnSpMkLst>
        </pc:cxnChg>
        <pc:cxnChg chg="mod">
          <ac:chgData name="Jervis LEE (IRAS)" userId="f5b4a8ae-594f-49a5-9990-0eb6ae48a4f9" providerId="ADAL" clId="{5BC9F464-DC04-46F4-8DA6-256EAADECE55}" dt="2026-05-08T07:06:17.907" v="22029" actId="1037"/>
          <ac:cxnSpMkLst>
            <pc:docMk/>
            <pc:sldMk cId="304763221" sldId="294"/>
            <ac:cxnSpMk id="82" creationId="{10A80B6C-0855-0BB0-3CB0-BFA11ED8C44A}"/>
          </ac:cxnSpMkLst>
        </pc:cxnChg>
        <pc:cxnChg chg="del">
          <ac:chgData name="Jervis LEE (IRAS)" userId="f5b4a8ae-594f-49a5-9990-0eb6ae48a4f9" providerId="ADAL" clId="{5BC9F464-DC04-46F4-8DA6-256EAADECE55}" dt="2026-05-08T05:59:51.240" v="19943" actId="478"/>
          <ac:cxnSpMkLst>
            <pc:docMk/>
            <pc:sldMk cId="304763221" sldId="294"/>
            <ac:cxnSpMk id="85" creationId="{C37FBC82-F193-A032-D9DB-E28B3463A9AE}"/>
          </ac:cxnSpMkLst>
        </pc:cxnChg>
        <pc:cxnChg chg="del">
          <ac:chgData name="Jervis LEE (IRAS)" userId="f5b4a8ae-594f-49a5-9990-0eb6ae48a4f9" providerId="ADAL" clId="{5BC9F464-DC04-46F4-8DA6-256EAADECE55}" dt="2026-05-08T06:00:31.600" v="19959" actId="478"/>
          <ac:cxnSpMkLst>
            <pc:docMk/>
            <pc:sldMk cId="304763221" sldId="294"/>
            <ac:cxnSpMk id="87" creationId="{007CE140-4B9E-0302-EF0C-B5ABDA71333F}"/>
          </ac:cxnSpMkLst>
        </pc:cxnChg>
        <pc:cxnChg chg="add mod">
          <ac:chgData name="Jervis LEE (IRAS)" userId="f5b4a8ae-594f-49a5-9990-0eb6ae48a4f9" providerId="ADAL" clId="{5BC9F464-DC04-46F4-8DA6-256EAADECE55}" dt="2026-05-08T06:19:13.853" v="21101" actId="1037"/>
          <ac:cxnSpMkLst>
            <pc:docMk/>
            <pc:sldMk cId="304763221" sldId="294"/>
            <ac:cxnSpMk id="104" creationId="{D8E33B7A-2A68-5EEC-F5DA-08E38BC8D6DA}"/>
          </ac:cxnSpMkLst>
        </pc:cxnChg>
        <pc:cxnChg chg="add mod">
          <ac:chgData name="Jervis LEE (IRAS)" userId="f5b4a8ae-594f-49a5-9990-0eb6ae48a4f9" providerId="ADAL" clId="{5BC9F464-DC04-46F4-8DA6-256EAADECE55}" dt="2026-05-08T06:17:52.308" v="21011" actId="1038"/>
          <ac:cxnSpMkLst>
            <pc:docMk/>
            <pc:sldMk cId="304763221" sldId="294"/>
            <ac:cxnSpMk id="108" creationId="{97A5EA5F-4E48-E9A0-720D-28B0DE8DD965}"/>
          </ac:cxnSpMkLst>
        </pc:cxnChg>
      </pc:sldChg>
      <pc:sldChg chg="addSp delSp modSp add mod">
        <pc:chgData name="Jervis LEE (IRAS)" userId="f5b4a8ae-594f-49a5-9990-0eb6ae48a4f9" providerId="ADAL" clId="{5BC9F464-DC04-46F4-8DA6-256EAADECE55}" dt="2026-05-08T10:10:00.116" v="29187" actId="1036"/>
        <pc:sldMkLst>
          <pc:docMk/>
          <pc:sldMk cId="55040658" sldId="295"/>
        </pc:sldMkLst>
        <pc:spChg chg="mod">
          <ac:chgData name="Jervis LEE (IRAS)" userId="f5b4a8ae-594f-49a5-9990-0eb6ae48a4f9" providerId="ADAL" clId="{5BC9F464-DC04-46F4-8DA6-256EAADECE55}" dt="2026-05-08T06:21:27.118" v="21201" actId="20577"/>
          <ac:spMkLst>
            <pc:docMk/>
            <pc:sldMk cId="55040658" sldId="295"/>
            <ac:spMk id="2" creationId="{2E44EF65-A896-A263-3748-062B7AF5553A}"/>
          </ac:spMkLst>
        </pc:spChg>
        <pc:spChg chg="add mod">
          <ac:chgData name="Jervis LEE (IRAS)" userId="f5b4a8ae-594f-49a5-9990-0eb6ae48a4f9" providerId="ADAL" clId="{5BC9F464-DC04-46F4-8DA6-256EAADECE55}" dt="2026-05-08T10:05:53.956" v="29047" actId="1036"/>
          <ac:spMkLst>
            <pc:docMk/>
            <pc:sldMk cId="55040658" sldId="295"/>
            <ac:spMk id="3" creationId="{461932C5-5216-26FD-9680-DA5400A905AD}"/>
          </ac:spMkLst>
        </pc:spChg>
        <pc:spChg chg="add mod">
          <ac:chgData name="Jervis LEE (IRAS)" userId="f5b4a8ae-594f-49a5-9990-0eb6ae48a4f9" providerId="ADAL" clId="{5BC9F464-DC04-46F4-8DA6-256EAADECE55}" dt="2026-05-08T10:05:53.956" v="29047" actId="1036"/>
          <ac:spMkLst>
            <pc:docMk/>
            <pc:sldMk cId="55040658" sldId="295"/>
            <ac:spMk id="5" creationId="{B6181BFE-EE89-8E30-2D11-4FF00D20E904}"/>
          </ac:spMkLst>
        </pc:spChg>
        <pc:spChg chg="mod">
          <ac:chgData name="Jervis LEE (IRAS)" userId="f5b4a8ae-594f-49a5-9990-0eb6ae48a4f9" providerId="ADAL" clId="{5BC9F464-DC04-46F4-8DA6-256EAADECE55}" dt="2026-05-08T10:10:00.116" v="29187" actId="1036"/>
          <ac:spMkLst>
            <pc:docMk/>
            <pc:sldMk cId="55040658" sldId="295"/>
            <ac:spMk id="9" creationId="{B4CFB9EF-B81A-2214-FE7B-F671FFC3B8E6}"/>
          </ac:spMkLst>
        </pc:spChg>
        <pc:spChg chg="add mod">
          <ac:chgData name="Jervis LEE (IRAS)" userId="f5b4a8ae-594f-49a5-9990-0eb6ae48a4f9" providerId="ADAL" clId="{5BC9F464-DC04-46F4-8DA6-256EAADECE55}" dt="2026-05-08T06:27:59.636" v="21549" actId="1076"/>
          <ac:spMkLst>
            <pc:docMk/>
            <pc:sldMk cId="55040658" sldId="295"/>
            <ac:spMk id="10" creationId="{D199E654-1DA2-E2BA-2C18-182C881C8888}"/>
          </ac:spMkLst>
        </pc:spChg>
        <pc:spChg chg="mod">
          <ac:chgData name="Jervis LEE (IRAS)" userId="f5b4a8ae-594f-49a5-9990-0eb6ae48a4f9" providerId="ADAL" clId="{5BC9F464-DC04-46F4-8DA6-256EAADECE55}" dt="2026-05-08T06:23:12.963" v="21285" actId="1037"/>
          <ac:spMkLst>
            <pc:docMk/>
            <pc:sldMk cId="55040658" sldId="295"/>
            <ac:spMk id="13" creationId="{7458375F-1148-3466-32F6-81313A332964}"/>
          </ac:spMkLst>
        </pc:spChg>
        <pc:spChg chg="mod">
          <ac:chgData name="Jervis LEE (IRAS)" userId="f5b4a8ae-594f-49a5-9990-0eb6ae48a4f9" providerId="ADAL" clId="{5BC9F464-DC04-46F4-8DA6-256EAADECE55}" dt="2026-05-08T06:32:09.135" v="21887" actId="20577"/>
          <ac:spMkLst>
            <pc:docMk/>
            <pc:sldMk cId="55040658" sldId="295"/>
            <ac:spMk id="14" creationId="{8868754A-FA9B-A248-C935-CD5E6B2FF821}"/>
          </ac:spMkLst>
        </pc:spChg>
        <pc:spChg chg="mod">
          <ac:chgData name="Jervis LEE (IRAS)" userId="f5b4a8ae-594f-49a5-9990-0eb6ae48a4f9" providerId="ADAL" clId="{5BC9F464-DC04-46F4-8DA6-256EAADECE55}" dt="2026-05-08T06:32:28.773" v="21894" actId="20577"/>
          <ac:spMkLst>
            <pc:docMk/>
            <pc:sldMk cId="55040658" sldId="295"/>
            <ac:spMk id="17" creationId="{2461AC89-B08C-3409-CC2D-DF207F5EF542}"/>
          </ac:spMkLst>
        </pc:spChg>
        <pc:spChg chg="add mod">
          <ac:chgData name="Jervis LEE (IRAS)" userId="f5b4a8ae-594f-49a5-9990-0eb6ae48a4f9" providerId="ADAL" clId="{5BC9F464-DC04-46F4-8DA6-256EAADECE55}" dt="2026-05-08T06:30:11.424" v="21750" actId="1035"/>
          <ac:spMkLst>
            <pc:docMk/>
            <pc:sldMk cId="55040658" sldId="295"/>
            <ac:spMk id="20" creationId="{E7837895-4638-E8A0-5847-0B3A64EADD3A}"/>
          </ac:spMkLst>
        </pc:spChg>
        <pc:spChg chg="add mod">
          <ac:chgData name="Jervis LEE (IRAS)" userId="f5b4a8ae-594f-49a5-9990-0eb6ae48a4f9" providerId="ADAL" clId="{5BC9F464-DC04-46F4-8DA6-256EAADECE55}" dt="2026-05-08T06:31:45.855" v="21882" actId="20577"/>
          <ac:spMkLst>
            <pc:docMk/>
            <pc:sldMk cId="55040658" sldId="295"/>
            <ac:spMk id="21" creationId="{84BAA471-16A3-6BDF-FD64-9331C8C4141E}"/>
          </ac:spMkLst>
        </pc:spChg>
        <pc:spChg chg="add mod">
          <ac:chgData name="Jervis LEE (IRAS)" userId="f5b4a8ae-594f-49a5-9990-0eb6ae48a4f9" providerId="ADAL" clId="{5BC9F464-DC04-46F4-8DA6-256EAADECE55}" dt="2026-05-08T07:45:51.554" v="23392"/>
          <ac:spMkLst>
            <pc:docMk/>
            <pc:sldMk cId="55040658" sldId="295"/>
            <ac:spMk id="23" creationId="{4ECDF682-3FEC-0FE2-5FB5-7AF3C32B464C}"/>
          </ac:spMkLst>
        </pc:spChg>
        <pc:spChg chg="add mod">
          <ac:chgData name="Jervis LEE (IRAS)" userId="f5b4a8ae-594f-49a5-9990-0eb6ae48a4f9" providerId="ADAL" clId="{5BC9F464-DC04-46F4-8DA6-256EAADECE55}" dt="2026-05-08T10:01:32.217" v="28868" actId="14100"/>
          <ac:spMkLst>
            <pc:docMk/>
            <pc:sldMk cId="55040658" sldId="295"/>
            <ac:spMk id="24" creationId="{A4C65835-D933-BF7D-7836-7621A900BC8E}"/>
          </ac:spMkLst>
        </pc:spChg>
        <pc:spChg chg="mod">
          <ac:chgData name="Jervis LEE (IRAS)" userId="f5b4a8ae-594f-49a5-9990-0eb6ae48a4f9" providerId="ADAL" clId="{5BC9F464-DC04-46F4-8DA6-256EAADECE55}" dt="2026-05-08T06:23:12.963" v="21285" actId="1037"/>
          <ac:spMkLst>
            <pc:docMk/>
            <pc:sldMk cId="55040658" sldId="295"/>
            <ac:spMk id="38" creationId="{EEF6D501-BDE5-BD2C-8A8D-EAC66454F016}"/>
          </ac:spMkLst>
        </pc:spChg>
        <pc:spChg chg="add mod">
          <ac:chgData name="Jervis LEE (IRAS)" userId="f5b4a8ae-594f-49a5-9990-0eb6ae48a4f9" providerId="ADAL" clId="{5BC9F464-DC04-46F4-8DA6-256EAADECE55}" dt="2026-05-08T10:08:56" v="29134" actId="1036"/>
          <ac:spMkLst>
            <pc:docMk/>
            <pc:sldMk cId="55040658" sldId="295"/>
            <ac:spMk id="46" creationId="{17B93D85-AFD7-906F-A8D6-1D89F8666FBD}"/>
          </ac:spMkLst>
        </pc:spChg>
        <pc:spChg chg="add mod">
          <ac:chgData name="Jervis LEE (IRAS)" userId="f5b4a8ae-594f-49a5-9990-0eb6ae48a4f9" providerId="ADAL" clId="{5BC9F464-DC04-46F4-8DA6-256EAADECE55}" dt="2026-05-08T10:09:17.375" v="29145" actId="1035"/>
          <ac:spMkLst>
            <pc:docMk/>
            <pc:sldMk cId="55040658" sldId="295"/>
            <ac:spMk id="47" creationId="{F5E6BA76-D989-02A8-9E1E-A4530D465FB3}"/>
          </ac:spMkLst>
        </pc:spChg>
        <pc:spChg chg="add mod">
          <ac:chgData name="Jervis LEE (IRAS)" userId="f5b4a8ae-594f-49a5-9990-0eb6ae48a4f9" providerId="ADAL" clId="{5BC9F464-DC04-46F4-8DA6-256EAADECE55}" dt="2026-05-08T10:08:14.165" v="29084" actId="1035"/>
          <ac:spMkLst>
            <pc:docMk/>
            <pc:sldMk cId="55040658" sldId="295"/>
            <ac:spMk id="52" creationId="{88D72879-1850-28EC-BC05-8A8112C3BBB7}"/>
          </ac:spMkLst>
        </pc:spChg>
        <pc:spChg chg="mod">
          <ac:chgData name="Jervis LEE (IRAS)" userId="f5b4a8ae-594f-49a5-9990-0eb6ae48a4f9" providerId="ADAL" clId="{5BC9F464-DC04-46F4-8DA6-256EAADECE55}" dt="2026-05-08T06:23:12.963" v="21285" actId="1037"/>
          <ac:spMkLst>
            <pc:docMk/>
            <pc:sldMk cId="55040658" sldId="295"/>
            <ac:spMk id="71" creationId="{DB4D6D1D-8E5B-7468-3F5A-CADA60A53A82}"/>
          </ac:spMkLst>
        </pc:spChg>
        <pc:spChg chg="mod">
          <ac:chgData name="Jervis LEE (IRAS)" userId="f5b4a8ae-594f-49a5-9990-0eb6ae48a4f9" providerId="ADAL" clId="{5BC9F464-DC04-46F4-8DA6-256EAADECE55}" dt="2026-05-08T06:23:12.963" v="21285" actId="1037"/>
          <ac:spMkLst>
            <pc:docMk/>
            <pc:sldMk cId="55040658" sldId="295"/>
            <ac:spMk id="74" creationId="{34590BD6-846F-AEDD-E74C-2C30F0362AC9}"/>
          </ac:spMkLst>
        </pc:spChg>
        <pc:spChg chg="mod">
          <ac:chgData name="Jervis LEE (IRAS)" userId="f5b4a8ae-594f-49a5-9990-0eb6ae48a4f9" providerId="ADAL" clId="{5BC9F464-DC04-46F4-8DA6-256EAADECE55}" dt="2026-05-08T06:23:12.963" v="21285" actId="1037"/>
          <ac:spMkLst>
            <pc:docMk/>
            <pc:sldMk cId="55040658" sldId="295"/>
            <ac:spMk id="76" creationId="{3FB7E5BE-A65D-B64D-F079-8E193A31CB2D}"/>
          </ac:spMkLst>
        </pc:spChg>
        <pc:spChg chg="mod">
          <ac:chgData name="Jervis LEE (IRAS)" userId="f5b4a8ae-594f-49a5-9990-0eb6ae48a4f9" providerId="ADAL" clId="{5BC9F464-DC04-46F4-8DA6-256EAADECE55}" dt="2026-05-08T06:23:12.963" v="21285" actId="1037"/>
          <ac:spMkLst>
            <pc:docMk/>
            <pc:sldMk cId="55040658" sldId="295"/>
            <ac:spMk id="83" creationId="{874EF966-B951-C8A2-6649-1FDED7B921FC}"/>
          </ac:spMkLst>
        </pc:spChg>
        <pc:spChg chg="mod">
          <ac:chgData name="Jervis LEE (IRAS)" userId="f5b4a8ae-594f-49a5-9990-0eb6ae48a4f9" providerId="ADAL" clId="{5BC9F464-DC04-46F4-8DA6-256EAADECE55}" dt="2026-05-08T06:52:39.850" v="21936" actId="14100"/>
          <ac:spMkLst>
            <pc:docMk/>
            <pc:sldMk cId="55040658" sldId="295"/>
            <ac:spMk id="88" creationId="{E4BCBDBF-8D1F-5B06-A4A2-94A66812512F}"/>
          </ac:spMkLst>
        </pc:spChg>
        <pc:spChg chg="del">
          <ac:chgData name="Jervis LEE (IRAS)" userId="f5b4a8ae-594f-49a5-9990-0eb6ae48a4f9" providerId="ADAL" clId="{5BC9F464-DC04-46F4-8DA6-256EAADECE55}" dt="2026-05-08T07:18:15.317" v="22889" actId="478"/>
          <ac:spMkLst>
            <pc:docMk/>
            <pc:sldMk cId="55040658" sldId="295"/>
            <ac:spMk id="90" creationId="{55D09597-8870-9E4A-24E3-82F751A029BE}"/>
          </ac:spMkLst>
        </pc:spChg>
        <pc:spChg chg="mod">
          <ac:chgData name="Jervis LEE (IRAS)" userId="f5b4a8ae-594f-49a5-9990-0eb6ae48a4f9" providerId="ADAL" clId="{5BC9F464-DC04-46F4-8DA6-256EAADECE55}" dt="2026-05-08T06:25:00.029" v="21353" actId="20577"/>
          <ac:spMkLst>
            <pc:docMk/>
            <pc:sldMk cId="55040658" sldId="295"/>
            <ac:spMk id="92" creationId="{12D28277-DDD9-8BEA-8E19-FDEC120DCDEF}"/>
          </ac:spMkLst>
        </pc:spChg>
        <pc:spChg chg="mod">
          <ac:chgData name="Jervis LEE (IRAS)" userId="f5b4a8ae-594f-49a5-9990-0eb6ae48a4f9" providerId="ADAL" clId="{5BC9F464-DC04-46F4-8DA6-256EAADECE55}" dt="2026-05-08T09:21:30.513" v="26811" actId="20577"/>
          <ac:spMkLst>
            <pc:docMk/>
            <pc:sldMk cId="55040658" sldId="295"/>
            <ac:spMk id="94" creationId="{1234F170-F5AD-80E6-A946-54F888D5A98E}"/>
          </ac:spMkLst>
        </pc:spChg>
        <pc:spChg chg="mod">
          <ac:chgData name="Jervis LEE (IRAS)" userId="f5b4a8ae-594f-49a5-9990-0eb6ae48a4f9" providerId="ADAL" clId="{5BC9F464-DC04-46F4-8DA6-256EAADECE55}" dt="2026-05-08T10:00:21.594" v="28800" actId="1038"/>
          <ac:spMkLst>
            <pc:docMk/>
            <pc:sldMk cId="55040658" sldId="295"/>
            <ac:spMk id="95" creationId="{93DE714F-71E0-B3A1-BF0B-C5BE1B41B988}"/>
          </ac:spMkLst>
        </pc:spChg>
        <pc:spChg chg="mod">
          <ac:chgData name="Jervis LEE (IRAS)" userId="f5b4a8ae-594f-49a5-9990-0eb6ae48a4f9" providerId="ADAL" clId="{5BC9F464-DC04-46F4-8DA6-256EAADECE55}" dt="2026-05-08T10:00:21.594" v="28800" actId="1038"/>
          <ac:spMkLst>
            <pc:docMk/>
            <pc:sldMk cId="55040658" sldId="295"/>
            <ac:spMk id="96" creationId="{6FFA24B1-1AD3-3AE2-21AF-4DC033200BCB}"/>
          </ac:spMkLst>
        </pc:spChg>
        <pc:spChg chg="mod">
          <ac:chgData name="Jervis LEE (IRAS)" userId="f5b4a8ae-594f-49a5-9990-0eb6ae48a4f9" providerId="ADAL" clId="{5BC9F464-DC04-46F4-8DA6-256EAADECE55}" dt="2026-05-08T06:22:47.243" v="21250" actId="20577"/>
          <ac:spMkLst>
            <pc:docMk/>
            <pc:sldMk cId="55040658" sldId="295"/>
            <ac:spMk id="100" creationId="{6E1E0EB5-FF20-61DA-0F98-8A839043E946}"/>
          </ac:spMkLst>
        </pc:spChg>
        <pc:spChg chg="mod">
          <ac:chgData name="Jervis LEE (IRAS)" userId="f5b4a8ae-594f-49a5-9990-0eb6ae48a4f9" providerId="ADAL" clId="{5BC9F464-DC04-46F4-8DA6-256EAADECE55}" dt="2026-05-08T06:23:12.963" v="21285" actId="1037"/>
          <ac:spMkLst>
            <pc:docMk/>
            <pc:sldMk cId="55040658" sldId="295"/>
            <ac:spMk id="103" creationId="{620A67B4-D69E-36FD-C23C-5266152D212B}"/>
          </ac:spMkLst>
        </pc:spChg>
        <pc:spChg chg="mod">
          <ac:chgData name="Jervis LEE (IRAS)" userId="f5b4a8ae-594f-49a5-9990-0eb6ae48a4f9" providerId="ADAL" clId="{5BC9F464-DC04-46F4-8DA6-256EAADECE55}" dt="2026-05-08T10:04:56.230" v="28963" actId="20577"/>
          <ac:spMkLst>
            <pc:docMk/>
            <pc:sldMk cId="55040658" sldId="295"/>
            <ac:spMk id="107" creationId="{D3608216-5767-17E3-B306-84DE27464592}"/>
          </ac:spMkLst>
        </pc:spChg>
        <pc:spChg chg="mod">
          <ac:chgData name="Jervis LEE (IRAS)" userId="f5b4a8ae-594f-49a5-9990-0eb6ae48a4f9" providerId="ADAL" clId="{5BC9F464-DC04-46F4-8DA6-256EAADECE55}" dt="2026-05-08T10:04:58.528" v="28965" actId="20577"/>
          <ac:spMkLst>
            <pc:docMk/>
            <pc:sldMk cId="55040658" sldId="295"/>
            <ac:spMk id="111" creationId="{196F6998-17F2-2104-7C55-20FE4B1317D3}"/>
          </ac:spMkLst>
        </pc:spChg>
        <pc:cxnChg chg="add mod">
          <ac:chgData name="Jervis LEE (IRAS)" userId="f5b4a8ae-594f-49a5-9990-0eb6ae48a4f9" providerId="ADAL" clId="{5BC9F464-DC04-46F4-8DA6-256EAADECE55}" dt="2026-05-08T10:05:53.956" v="29047" actId="1036"/>
          <ac:cxnSpMkLst>
            <pc:docMk/>
            <pc:sldMk cId="55040658" sldId="295"/>
            <ac:cxnSpMk id="6" creationId="{F77B146A-0639-3A4D-9D32-5EC5FC653982}"/>
          </ac:cxnSpMkLst>
        </pc:cxnChg>
        <pc:cxnChg chg="add mod">
          <ac:chgData name="Jervis LEE (IRAS)" userId="f5b4a8ae-594f-49a5-9990-0eb6ae48a4f9" providerId="ADAL" clId="{5BC9F464-DC04-46F4-8DA6-256EAADECE55}" dt="2026-05-08T10:02:05.173" v="28889" actId="14100"/>
          <ac:cxnSpMkLst>
            <pc:docMk/>
            <pc:sldMk cId="55040658" sldId="295"/>
            <ac:cxnSpMk id="11" creationId="{95274909-CC49-E51B-A41C-E36E0E69F572}"/>
          </ac:cxnSpMkLst>
        </pc:cxnChg>
        <pc:cxnChg chg="mod">
          <ac:chgData name="Jervis LEE (IRAS)" userId="f5b4a8ae-594f-49a5-9990-0eb6ae48a4f9" providerId="ADAL" clId="{5BC9F464-DC04-46F4-8DA6-256EAADECE55}" dt="2026-05-08T10:00:46.046" v="28807" actId="14100"/>
          <ac:cxnSpMkLst>
            <pc:docMk/>
            <pc:sldMk cId="55040658" sldId="295"/>
            <ac:cxnSpMk id="12" creationId="{F9EDABC0-E5FC-4A8C-FCE0-AB0458A1D024}"/>
          </ac:cxnSpMkLst>
        </pc:cxnChg>
        <pc:cxnChg chg="add mod">
          <ac:chgData name="Jervis LEE (IRAS)" userId="f5b4a8ae-594f-49a5-9990-0eb6ae48a4f9" providerId="ADAL" clId="{5BC9F464-DC04-46F4-8DA6-256EAADECE55}" dt="2026-05-08T10:06:15.540" v="29069" actId="1036"/>
          <ac:cxnSpMkLst>
            <pc:docMk/>
            <pc:sldMk cId="55040658" sldId="295"/>
            <ac:cxnSpMk id="25" creationId="{D3C632CA-5DF0-DD44-EBEB-E7E0AA6525E1}"/>
          </ac:cxnSpMkLst>
        </pc:cxnChg>
        <pc:cxnChg chg="add mod">
          <ac:chgData name="Jervis LEE (IRAS)" userId="f5b4a8ae-594f-49a5-9990-0eb6ae48a4f9" providerId="ADAL" clId="{5BC9F464-DC04-46F4-8DA6-256EAADECE55}" dt="2026-05-08T10:06:00.237" v="29052" actId="1036"/>
          <ac:cxnSpMkLst>
            <pc:docMk/>
            <pc:sldMk cId="55040658" sldId="295"/>
            <ac:cxnSpMk id="40" creationId="{E4998C9E-5E03-F566-40B9-6E057FB76039}"/>
          </ac:cxnSpMkLst>
        </pc:cxnChg>
        <pc:cxnChg chg="mod">
          <ac:chgData name="Jervis LEE (IRAS)" userId="f5b4a8ae-594f-49a5-9990-0eb6ae48a4f9" providerId="ADAL" clId="{5BC9F464-DC04-46F4-8DA6-256EAADECE55}" dt="2026-05-08T07:06:08.168" v="22022" actId="1038"/>
          <ac:cxnSpMkLst>
            <pc:docMk/>
            <pc:sldMk cId="55040658" sldId="295"/>
            <ac:cxnSpMk id="78" creationId="{6C5E6F5F-8B37-EE7B-BD06-AA3052715D35}"/>
          </ac:cxnSpMkLst>
        </pc:cxnChg>
        <pc:cxnChg chg="mod">
          <ac:chgData name="Jervis LEE (IRAS)" userId="f5b4a8ae-594f-49a5-9990-0eb6ae48a4f9" providerId="ADAL" clId="{5BC9F464-DC04-46F4-8DA6-256EAADECE55}" dt="2026-05-08T09:58:44.091" v="28784" actId="1035"/>
          <ac:cxnSpMkLst>
            <pc:docMk/>
            <pc:sldMk cId="55040658" sldId="295"/>
            <ac:cxnSpMk id="79" creationId="{932A1992-B314-7CB0-8FDA-1F97B4A7EC22}"/>
          </ac:cxnSpMkLst>
        </pc:cxnChg>
        <pc:cxnChg chg="mod">
          <ac:chgData name="Jervis LEE (IRAS)" userId="f5b4a8ae-594f-49a5-9990-0eb6ae48a4f9" providerId="ADAL" clId="{5BC9F464-DC04-46F4-8DA6-256EAADECE55}" dt="2026-05-08T07:06:05.998" v="22019" actId="1037"/>
          <ac:cxnSpMkLst>
            <pc:docMk/>
            <pc:sldMk cId="55040658" sldId="295"/>
            <ac:cxnSpMk id="82" creationId="{6C9425F4-215B-76EE-01BE-32B715878B52}"/>
          </ac:cxnSpMkLst>
        </pc:cxnChg>
        <pc:cxnChg chg="mod">
          <ac:chgData name="Jervis LEE (IRAS)" userId="f5b4a8ae-594f-49a5-9990-0eb6ae48a4f9" providerId="ADAL" clId="{5BC9F464-DC04-46F4-8DA6-256EAADECE55}" dt="2026-05-08T10:00:50.447" v="28809" actId="14100"/>
          <ac:cxnSpMkLst>
            <pc:docMk/>
            <pc:sldMk cId="55040658" sldId="295"/>
            <ac:cxnSpMk id="97" creationId="{E5F0649A-2A22-DB62-8074-5C9A8F5D187C}"/>
          </ac:cxnSpMkLst>
        </pc:cxnChg>
      </pc:sldChg>
      <pc:sldChg chg="addSp delSp modSp add mod">
        <pc:chgData name="Jervis LEE (IRAS)" userId="f5b4a8ae-594f-49a5-9990-0eb6ae48a4f9" providerId="ADAL" clId="{5BC9F464-DC04-46F4-8DA6-256EAADECE55}" dt="2026-05-08T10:09:33.902" v="29161" actId="14100"/>
        <pc:sldMkLst>
          <pc:docMk/>
          <pc:sldMk cId="3388833641" sldId="296"/>
        </pc:sldMkLst>
        <pc:spChg chg="mod">
          <ac:chgData name="Jervis LEE (IRAS)" userId="f5b4a8ae-594f-49a5-9990-0eb6ae48a4f9" providerId="ADAL" clId="{5BC9F464-DC04-46F4-8DA6-256EAADECE55}" dt="2026-05-08T06:33:45.918" v="21903" actId="20577"/>
          <ac:spMkLst>
            <pc:docMk/>
            <pc:sldMk cId="3388833641" sldId="296"/>
            <ac:spMk id="2" creationId="{38E91908-BF65-1317-B5A3-AD26E7546A7D}"/>
          </ac:spMkLst>
        </pc:spChg>
        <pc:spChg chg="del">
          <ac:chgData name="Jervis LEE (IRAS)" userId="f5b4a8ae-594f-49a5-9990-0eb6ae48a4f9" providerId="ADAL" clId="{5BC9F464-DC04-46F4-8DA6-256EAADECE55}" dt="2026-05-08T06:33:53.405" v="21907" actId="478"/>
          <ac:spMkLst>
            <pc:docMk/>
            <pc:sldMk cId="3388833641" sldId="296"/>
            <ac:spMk id="5" creationId="{C788F41C-45F5-5956-81BE-706B94797A0E}"/>
          </ac:spMkLst>
        </pc:spChg>
        <pc:spChg chg="add mod">
          <ac:chgData name="Jervis LEE (IRAS)" userId="f5b4a8ae-594f-49a5-9990-0eb6ae48a4f9" providerId="ADAL" clId="{5BC9F464-DC04-46F4-8DA6-256EAADECE55}" dt="2026-05-08T08:35:22.858" v="24305" actId="1035"/>
          <ac:spMkLst>
            <pc:docMk/>
            <pc:sldMk cId="3388833641" sldId="296"/>
            <ac:spMk id="7" creationId="{090A9100-1F25-F1F8-FE91-2C792DE67D80}"/>
          </ac:spMkLst>
        </pc:spChg>
        <pc:spChg chg="del">
          <ac:chgData name="Jervis LEE (IRAS)" userId="f5b4a8ae-594f-49a5-9990-0eb6ae48a4f9" providerId="ADAL" clId="{5BC9F464-DC04-46F4-8DA6-256EAADECE55}" dt="2026-05-08T06:33:53.405" v="21907" actId="478"/>
          <ac:spMkLst>
            <pc:docMk/>
            <pc:sldMk cId="3388833641" sldId="296"/>
            <ac:spMk id="9" creationId="{EFD036CD-2695-5464-EFD5-DEFBE3C9FF4A}"/>
          </ac:spMkLst>
        </pc:spChg>
        <pc:spChg chg="del">
          <ac:chgData name="Jervis LEE (IRAS)" userId="f5b4a8ae-594f-49a5-9990-0eb6ae48a4f9" providerId="ADAL" clId="{5BC9F464-DC04-46F4-8DA6-256EAADECE55}" dt="2026-05-08T06:33:53.405" v="21907" actId="478"/>
          <ac:spMkLst>
            <pc:docMk/>
            <pc:sldMk cId="3388833641" sldId="296"/>
            <ac:spMk id="10" creationId="{85377AB2-C3E9-766A-C882-AB28458FCB94}"/>
          </ac:spMkLst>
        </pc:spChg>
        <pc:spChg chg="del">
          <ac:chgData name="Jervis LEE (IRAS)" userId="f5b4a8ae-594f-49a5-9990-0eb6ae48a4f9" providerId="ADAL" clId="{5BC9F464-DC04-46F4-8DA6-256EAADECE55}" dt="2026-05-08T06:33:56.477" v="21908" actId="478"/>
          <ac:spMkLst>
            <pc:docMk/>
            <pc:sldMk cId="3388833641" sldId="296"/>
            <ac:spMk id="13" creationId="{8C97E06D-3D20-4074-E7E6-0CC974B657DA}"/>
          </ac:spMkLst>
        </pc:spChg>
        <pc:spChg chg="del">
          <ac:chgData name="Jervis LEE (IRAS)" userId="f5b4a8ae-594f-49a5-9990-0eb6ae48a4f9" providerId="ADAL" clId="{5BC9F464-DC04-46F4-8DA6-256EAADECE55}" dt="2026-05-08T06:33:56.477" v="21908" actId="478"/>
          <ac:spMkLst>
            <pc:docMk/>
            <pc:sldMk cId="3388833641" sldId="296"/>
            <ac:spMk id="14" creationId="{10127AD4-B4D1-66B8-4940-A7C541635A9D}"/>
          </ac:spMkLst>
        </pc:spChg>
        <pc:spChg chg="mod">
          <ac:chgData name="Jervis LEE (IRAS)" userId="f5b4a8ae-594f-49a5-9990-0eb6ae48a4f9" providerId="ADAL" clId="{5BC9F464-DC04-46F4-8DA6-256EAADECE55}" dt="2026-05-08T08:53:35.609" v="25257" actId="14100"/>
          <ac:spMkLst>
            <pc:docMk/>
            <pc:sldMk cId="3388833641" sldId="296"/>
            <ac:spMk id="16" creationId="{F14D187D-5969-D750-F8E5-41FED9B07B8C}"/>
          </ac:spMkLst>
        </pc:spChg>
        <pc:spChg chg="mod">
          <ac:chgData name="Jervis LEE (IRAS)" userId="f5b4a8ae-594f-49a5-9990-0eb6ae48a4f9" providerId="ADAL" clId="{5BC9F464-DC04-46F4-8DA6-256EAADECE55}" dt="2026-05-08T06:33:49.535" v="21906" actId="20577"/>
          <ac:spMkLst>
            <pc:docMk/>
            <pc:sldMk cId="3388833641" sldId="296"/>
            <ac:spMk id="17" creationId="{D638A713-EB97-6629-5C84-27145F4B4CC4}"/>
          </ac:spMkLst>
        </pc:spChg>
        <pc:spChg chg="add mod">
          <ac:chgData name="Jervis LEE (IRAS)" userId="f5b4a8ae-594f-49a5-9990-0eb6ae48a4f9" providerId="ADAL" clId="{5BC9F464-DC04-46F4-8DA6-256EAADECE55}" dt="2026-05-08T06:34:03.745" v="21910" actId="1076"/>
          <ac:spMkLst>
            <pc:docMk/>
            <pc:sldMk cId="3388833641" sldId="296"/>
            <ac:spMk id="18" creationId="{FDB52A9F-E72B-6D1C-1530-07E1CCBCD1AB}"/>
          </ac:spMkLst>
        </pc:spChg>
        <pc:spChg chg="del">
          <ac:chgData name="Jervis LEE (IRAS)" userId="f5b4a8ae-594f-49a5-9990-0eb6ae48a4f9" providerId="ADAL" clId="{5BC9F464-DC04-46F4-8DA6-256EAADECE55}" dt="2026-05-08T06:33:53.405" v="21907" actId="478"/>
          <ac:spMkLst>
            <pc:docMk/>
            <pc:sldMk cId="3388833641" sldId="296"/>
            <ac:spMk id="20" creationId="{B864A228-FB2F-FEE9-86EE-0FE49119E3C1}"/>
          </ac:spMkLst>
        </pc:spChg>
        <pc:spChg chg="del">
          <ac:chgData name="Jervis LEE (IRAS)" userId="f5b4a8ae-594f-49a5-9990-0eb6ae48a4f9" providerId="ADAL" clId="{5BC9F464-DC04-46F4-8DA6-256EAADECE55}" dt="2026-05-08T07:30:53.776" v="23026" actId="478"/>
          <ac:spMkLst>
            <pc:docMk/>
            <pc:sldMk cId="3388833641" sldId="296"/>
            <ac:spMk id="23" creationId="{56B12914-C75C-3868-0ABE-4C9980D5CE17}"/>
          </ac:spMkLst>
        </pc:spChg>
        <pc:spChg chg="add mod">
          <ac:chgData name="Jervis LEE (IRAS)" userId="f5b4a8ae-594f-49a5-9990-0eb6ae48a4f9" providerId="ADAL" clId="{5BC9F464-DC04-46F4-8DA6-256EAADECE55}" dt="2026-05-08T08:35:22.858" v="24305" actId="1035"/>
          <ac:spMkLst>
            <pc:docMk/>
            <pc:sldMk cId="3388833641" sldId="296"/>
            <ac:spMk id="26" creationId="{AEEE8EE9-7105-F1DD-94EC-503D338888E9}"/>
          </ac:spMkLst>
        </pc:spChg>
        <pc:spChg chg="add mod">
          <ac:chgData name="Jervis LEE (IRAS)" userId="f5b4a8ae-594f-49a5-9990-0eb6ae48a4f9" providerId="ADAL" clId="{5BC9F464-DC04-46F4-8DA6-256EAADECE55}" dt="2026-05-08T08:35:22.858" v="24305" actId="1035"/>
          <ac:spMkLst>
            <pc:docMk/>
            <pc:sldMk cId="3388833641" sldId="296"/>
            <ac:spMk id="27" creationId="{114D178F-F025-FF65-B3F6-D00F0BC3CD36}"/>
          </ac:spMkLst>
        </pc:spChg>
        <pc:spChg chg="del">
          <ac:chgData name="Jervis LEE (IRAS)" userId="f5b4a8ae-594f-49a5-9990-0eb6ae48a4f9" providerId="ADAL" clId="{5BC9F464-DC04-46F4-8DA6-256EAADECE55}" dt="2026-05-08T06:33:56.477" v="21908" actId="478"/>
          <ac:spMkLst>
            <pc:docMk/>
            <pc:sldMk cId="3388833641" sldId="296"/>
            <ac:spMk id="29" creationId="{21A9F01F-6E7B-5EDB-5D95-1799A1EC37C8}"/>
          </ac:spMkLst>
        </pc:spChg>
        <pc:spChg chg="mod">
          <ac:chgData name="Jervis LEE (IRAS)" userId="f5b4a8ae-594f-49a5-9990-0eb6ae48a4f9" providerId="ADAL" clId="{5BC9F464-DC04-46F4-8DA6-256EAADECE55}" dt="2026-05-08T09:26:12.733" v="27276" actId="20577"/>
          <ac:spMkLst>
            <pc:docMk/>
            <pc:sldMk cId="3388833641" sldId="296"/>
            <ac:spMk id="32" creationId="{EDFD3587-9B1E-209F-FD5D-4B337C76B8C6}"/>
          </ac:spMkLst>
        </pc:spChg>
        <pc:spChg chg="add mod">
          <ac:chgData name="Jervis LEE (IRAS)" userId="f5b4a8ae-594f-49a5-9990-0eb6ae48a4f9" providerId="ADAL" clId="{5BC9F464-DC04-46F4-8DA6-256EAADECE55}" dt="2026-05-08T08:35:22.858" v="24305" actId="1035"/>
          <ac:spMkLst>
            <pc:docMk/>
            <pc:sldMk cId="3388833641" sldId="296"/>
            <ac:spMk id="34" creationId="{C1DE3A21-A166-D024-F47E-56F6D7B24633}"/>
          </ac:spMkLst>
        </pc:spChg>
        <pc:spChg chg="add del mod">
          <ac:chgData name="Jervis LEE (IRAS)" userId="f5b4a8ae-594f-49a5-9990-0eb6ae48a4f9" providerId="ADAL" clId="{5BC9F464-DC04-46F4-8DA6-256EAADECE55}" dt="2026-05-08T07:08:18.724" v="22096" actId="478"/>
          <ac:spMkLst>
            <pc:docMk/>
            <pc:sldMk cId="3388833641" sldId="296"/>
            <ac:spMk id="35" creationId="{B213AA5D-4ECD-36DD-0E91-25FDA2B0B8FA}"/>
          </ac:spMkLst>
        </pc:spChg>
        <pc:spChg chg="add del mod">
          <ac:chgData name="Jervis LEE (IRAS)" userId="f5b4a8ae-594f-49a5-9990-0eb6ae48a4f9" providerId="ADAL" clId="{5BC9F464-DC04-46F4-8DA6-256EAADECE55}" dt="2026-05-08T07:12:47.673" v="22482" actId="478"/>
          <ac:spMkLst>
            <pc:docMk/>
            <pc:sldMk cId="3388833641" sldId="296"/>
            <ac:spMk id="36" creationId="{00349090-9E50-D232-7284-ECCA0AD5AA1D}"/>
          </ac:spMkLst>
        </pc:spChg>
        <pc:spChg chg="add mod">
          <ac:chgData name="Jervis LEE (IRAS)" userId="f5b4a8ae-594f-49a5-9990-0eb6ae48a4f9" providerId="ADAL" clId="{5BC9F464-DC04-46F4-8DA6-256EAADECE55}" dt="2026-05-08T09:34:19.921" v="27656" actId="1037"/>
          <ac:spMkLst>
            <pc:docMk/>
            <pc:sldMk cId="3388833641" sldId="296"/>
            <ac:spMk id="39" creationId="{56D16202-1820-9E99-8F2C-4750D58C9245}"/>
          </ac:spMkLst>
        </pc:spChg>
        <pc:spChg chg="add mod">
          <ac:chgData name="Jervis LEE (IRAS)" userId="f5b4a8ae-594f-49a5-9990-0eb6ae48a4f9" providerId="ADAL" clId="{5BC9F464-DC04-46F4-8DA6-256EAADECE55}" dt="2026-05-08T09:34:19.921" v="27656" actId="1037"/>
          <ac:spMkLst>
            <pc:docMk/>
            <pc:sldMk cId="3388833641" sldId="296"/>
            <ac:spMk id="40" creationId="{C94729E7-2EF7-3A88-0212-E15B81CCAB63}"/>
          </ac:spMkLst>
        </pc:spChg>
        <pc:spChg chg="mod">
          <ac:chgData name="Jervis LEE (IRAS)" userId="f5b4a8ae-594f-49a5-9990-0eb6ae48a4f9" providerId="ADAL" clId="{5BC9F464-DC04-46F4-8DA6-256EAADECE55}" dt="2026-05-08T09:27:24.649" v="27392" actId="1076"/>
          <ac:spMkLst>
            <pc:docMk/>
            <pc:sldMk cId="3388833641" sldId="296"/>
            <ac:spMk id="42" creationId="{B3A39A09-248E-40A9-9291-1BC28B23E851}"/>
          </ac:spMkLst>
        </pc:spChg>
        <pc:spChg chg="add mod">
          <ac:chgData name="Jervis LEE (IRAS)" userId="f5b4a8ae-594f-49a5-9990-0eb6ae48a4f9" providerId="ADAL" clId="{5BC9F464-DC04-46F4-8DA6-256EAADECE55}" dt="2026-05-08T10:09:33.902" v="29161" actId="14100"/>
          <ac:spMkLst>
            <pc:docMk/>
            <pc:sldMk cId="3388833641" sldId="296"/>
            <ac:spMk id="43" creationId="{544C60E4-9399-39DF-4C35-FBE6C8B590F2}"/>
          </ac:spMkLst>
        </pc:spChg>
        <pc:spChg chg="add mod">
          <ac:chgData name="Jervis LEE (IRAS)" userId="f5b4a8ae-594f-49a5-9990-0eb6ae48a4f9" providerId="ADAL" clId="{5BC9F464-DC04-46F4-8DA6-256EAADECE55}" dt="2026-05-08T09:34:27.571" v="27677" actId="1037"/>
          <ac:spMkLst>
            <pc:docMk/>
            <pc:sldMk cId="3388833641" sldId="296"/>
            <ac:spMk id="45" creationId="{A6308606-6012-4E95-0636-60264D162DEC}"/>
          </ac:spMkLst>
        </pc:spChg>
        <pc:spChg chg="add mod">
          <ac:chgData name="Jervis LEE (IRAS)" userId="f5b4a8ae-594f-49a5-9990-0eb6ae48a4f9" providerId="ADAL" clId="{5BC9F464-DC04-46F4-8DA6-256EAADECE55}" dt="2026-05-08T09:34:27.571" v="27677" actId="1037"/>
          <ac:spMkLst>
            <pc:docMk/>
            <pc:sldMk cId="3388833641" sldId="296"/>
            <ac:spMk id="46" creationId="{4B068B13-BFAE-8DCB-CAA7-036C9CACFB52}"/>
          </ac:spMkLst>
        </pc:spChg>
        <pc:spChg chg="add del mod">
          <ac:chgData name="Jervis LEE (IRAS)" userId="f5b4a8ae-594f-49a5-9990-0eb6ae48a4f9" providerId="ADAL" clId="{5BC9F464-DC04-46F4-8DA6-256EAADECE55}" dt="2026-05-08T09:20:56.870" v="26785" actId="478"/>
          <ac:spMkLst>
            <pc:docMk/>
            <pc:sldMk cId="3388833641" sldId="296"/>
            <ac:spMk id="62" creationId="{582E87B0-0C87-097D-C12D-9B50150AB291}"/>
          </ac:spMkLst>
        </pc:spChg>
        <pc:spChg chg="add del mod">
          <ac:chgData name="Jervis LEE (IRAS)" userId="f5b4a8ae-594f-49a5-9990-0eb6ae48a4f9" providerId="ADAL" clId="{5BC9F464-DC04-46F4-8DA6-256EAADECE55}" dt="2026-05-08T09:21:37.563" v="26812" actId="478"/>
          <ac:spMkLst>
            <pc:docMk/>
            <pc:sldMk cId="3388833641" sldId="296"/>
            <ac:spMk id="69" creationId="{4B7DBBF8-9F71-FCD2-78E3-8513A256A8DB}"/>
          </ac:spMkLst>
        </pc:spChg>
        <pc:spChg chg="del">
          <ac:chgData name="Jervis LEE (IRAS)" userId="f5b4a8ae-594f-49a5-9990-0eb6ae48a4f9" providerId="ADAL" clId="{5BC9F464-DC04-46F4-8DA6-256EAADECE55}" dt="2026-05-08T06:33:56.477" v="21908" actId="478"/>
          <ac:spMkLst>
            <pc:docMk/>
            <pc:sldMk cId="3388833641" sldId="296"/>
            <ac:spMk id="71" creationId="{65176B01-273E-DA13-1A8A-D320571CA702}"/>
          </ac:spMkLst>
        </pc:spChg>
        <pc:spChg chg="del">
          <ac:chgData name="Jervis LEE (IRAS)" userId="f5b4a8ae-594f-49a5-9990-0eb6ae48a4f9" providerId="ADAL" clId="{5BC9F464-DC04-46F4-8DA6-256EAADECE55}" dt="2026-05-08T06:33:56.477" v="21908" actId="478"/>
          <ac:spMkLst>
            <pc:docMk/>
            <pc:sldMk cId="3388833641" sldId="296"/>
            <ac:spMk id="72" creationId="{36FFB11C-E4FE-D5E1-0B59-D759C7E1B01D}"/>
          </ac:spMkLst>
        </pc:spChg>
        <pc:spChg chg="del">
          <ac:chgData name="Jervis LEE (IRAS)" userId="f5b4a8ae-594f-49a5-9990-0eb6ae48a4f9" providerId="ADAL" clId="{5BC9F464-DC04-46F4-8DA6-256EAADECE55}" dt="2026-05-08T06:33:56.477" v="21908" actId="478"/>
          <ac:spMkLst>
            <pc:docMk/>
            <pc:sldMk cId="3388833641" sldId="296"/>
            <ac:spMk id="74" creationId="{CDB224E9-01D6-7AC2-6E82-404D0D37889A}"/>
          </ac:spMkLst>
        </pc:spChg>
        <pc:spChg chg="del">
          <ac:chgData name="Jervis LEE (IRAS)" userId="f5b4a8ae-594f-49a5-9990-0eb6ae48a4f9" providerId="ADAL" clId="{5BC9F464-DC04-46F4-8DA6-256EAADECE55}" dt="2026-05-08T06:33:53.405" v="21907" actId="478"/>
          <ac:spMkLst>
            <pc:docMk/>
            <pc:sldMk cId="3388833641" sldId="296"/>
            <ac:spMk id="83" creationId="{055181F0-506B-61A1-5BF3-B50497FE0CC3}"/>
          </ac:spMkLst>
        </pc:spChg>
        <pc:spChg chg="del">
          <ac:chgData name="Jervis LEE (IRAS)" userId="f5b4a8ae-594f-49a5-9990-0eb6ae48a4f9" providerId="ADAL" clId="{5BC9F464-DC04-46F4-8DA6-256EAADECE55}" dt="2026-05-08T06:33:53.405" v="21907" actId="478"/>
          <ac:spMkLst>
            <pc:docMk/>
            <pc:sldMk cId="3388833641" sldId="296"/>
            <ac:spMk id="84" creationId="{EB4B3A35-5AE0-1A4E-7D4E-3AD89F6B79D6}"/>
          </ac:spMkLst>
        </pc:spChg>
        <pc:spChg chg="add mod">
          <ac:chgData name="Jervis LEE (IRAS)" userId="f5b4a8ae-594f-49a5-9990-0eb6ae48a4f9" providerId="ADAL" clId="{5BC9F464-DC04-46F4-8DA6-256EAADECE55}" dt="2026-05-08T08:35:22.858" v="24305" actId="1035"/>
          <ac:spMkLst>
            <pc:docMk/>
            <pc:sldMk cId="3388833641" sldId="296"/>
            <ac:spMk id="86" creationId="{4044C9A9-3613-4D96-116B-4BDAA9210068}"/>
          </ac:spMkLst>
        </pc:spChg>
        <pc:spChg chg="del mod">
          <ac:chgData name="Jervis LEE (IRAS)" userId="f5b4a8ae-594f-49a5-9990-0eb6ae48a4f9" providerId="ADAL" clId="{5BC9F464-DC04-46F4-8DA6-256EAADECE55}" dt="2026-05-08T08:30:58.999" v="24254" actId="478"/>
          <ac:spMkLst>
            <pc:docMk/>
            <pc:sldMk cId="3388833641" sldId="296"/>
            <ac:spMk id="90" creationId="{29423F13-6E08-DEC4-1105-03AE55CF23AF}"/>
          </ac:spMkLst>
        </pc:spChg>
        <pc:spChg chg="add mod">
          <ac:chgData name="Jervis LEE (IRAS)" userId="f5b4a8ae-594f-49a5-9990-0eb6ae48a4f9" providerId="ADAL" clId="{5BC9F464-DC04-46F4-8DA6-256EAADECE55}" dt="2026-05-08T08:51:48.627" v="25223" actId="20577"/>
          <ac:spMkLst>
            <pc:docMk/>
            <pc:sldMk cId="3388833641" sldId="296"/>
            <ac:spMk id="91" creationId="{604AD43A-AE31-663F-C1C9-42569C8DA09B}"/>
          </ac:spMkLst>
        </pc:spChg>
        <pc:spChg chg="del">
          <ac:chgData name="Jervis LEE (IRAS)" userId="f5b4a8ae-594f-49a5-9990-0eb6ae48a4f9" providerId="ADAL" clId="{5BC9F464-DC04-46F4-8DA6-256EAADECE55}" dt="2026-05-08T06:33:53.405" v="21907" actId="478"/>
          <ac:spMkLst>
            <pc:docMk/>
            <pc:sldMk cId="3388833641" sldId="296"/>
            <ac:spMk id="92" creationId="{148D2713-8A21-1C4F-C231-7AE296B27A88}"/>
          </ac:spMkLst>
        </pc:spChg>
        <pc:spChg chg="del">
          <ac:chgData name="Jervis LEE (IRAS)" userId="f5b4a8ae-594f-49a5-9990-0eb6ae48a4f9" providerId="ADAL" clId="{5BC9F464-DC04-46F4-8DA6-256EAADECE55}" dt="2026-05-08T06:33:56.477" v="21908" actId="478"/>
          <ac:spMkLst>
            <pc:docMk/>
            <pc:sldMk cId="3388833641" sldId="296"/>
            <ac:spMk id="93" creationId="{FE705199-98EA-5240-5476-BC9850899CA5}"/>
          </ac:spMkLst>
        </pc:spChg>
        <pc:spChg chg="del">
          <ac:chgData name="Jervis LEE (IRAS)" userId="f5b4a8ae-594f-49a5-9990-0eb6ae48a4f9" providerId="ADAL" clId="{5BC9F464-DC04-46F4-8DA6-256EAADECE55}" dt="2026-05-08T06:33:53.405" v="21907" actId="478"/>
          <ac:spMkLst>
            <pc:docMk/>
            <pc:sldMk cId="3388833641" sldId="296"/>
            <ac:spMk id="94" creationId="{3003BCB6-0A1B-E3E2-846A-750E85E9E9B9}"/>
          </ac:spMkLst>
        </pc:spChg>
        <pc:spChg chg="del">
          <ac:chgData name="Jervis LEE (IRAS)" userId="f5b4a8ae-594f-49a5-9990-0eb6ae48a4f9" providerId="ADAL" clId="{5BC9F464-DC04-46F4-8DA6-256EAADECE55}" dt="2026-05-08T06:33:53.405" v="21907" actId="478"/>
          <ac:spMkLst>
            <pc:docMk/>
            <pc:sldMk cId="3388833641" sldId="296"/>
            <ac:spMk id="96" creationId="{332170E9-AF77-103F-20FA-DCBC8001EC54}"/>
          </ac:spMkLst>
        </pc:spChg>
        <pc:spChg chg="del">
          <ac:chgData name="Jervis LEE (IRAS)" userId="f5b4a8ae-594f-49a5-9990-0eb6ae48a4f9" providerId="ADAL" clId="{5BC9F464-DC04-46F4-8DA6-256EAADECE55}" dt="2026-05-08T06:33:53.405" v="21907" actId="478"/>
          <ac:spMkLst>
            <pc:docMk/>
            <pc:sldMk cId="3388833641" sldId="296"/>
            <ac:spMk id="98" creationId="{4C62D02A-A453-059A-F63E-664CB82DEE77}"/>
          </ac:spMkLst>
        </pc:spChg>
        <pc:spChg chg="add mod">
          <ac:chgData name="Jervis LEE (IRAS)" userId="f5b4a8ae-594f-49a5-9990-0eb6ae48a4f9" providerId="ADAL" clId="{5BC9F464-DC04-46F4-8DA6-256EAADECE55}" dt="2026-05-08T09:21:23.806" v="26798" actId="20577"/>
          <ac:spMkLst>
            <pc:docMk/>
            <pc:sldMk cId="3388833641" sldId="296"/>
            <ac:spMk id="99" creationId="{8AB91274-B8C0-C583-7FDD-E3B8282D935A}"/>
          </ac:spMkLst>
        </pc:spChg>
        <pc:spChg chg="del">
          <ac:chgData name="Jervis LEE (IRAS)" userId="f5b4a8ae-594f-49a5-9990-0eb6ae48a4f9" providerId="ADAL" clId="{5BC9F464-DC04-46F4-8DA6-256EAADECE55}" dt="2026-05-08T06:33:56.477" v="21908" actId="478"/>
          <ac:spMkLst>
            <pc:docMk/>
            <pc:sldMk cId="3388833641" sldId="296"/>
            <ac:spMk id="103" creationId="{AB0B5C5D-5948-2B9E-93D1-48FFCEB99AB4}"/>
          </ac:spMkLst>
        </pc:spChg>
        <pc:spChg chg="del">
          <ac:chgData name="Jervis LEE (IRAS)" userId="f5b4a8ae-594f-49a5-9990-0eb6ae48a4f9" providerId="ADAL" clId="{5BC9F464-DC04-46F4-8DA6-256EAADECE55}" dt="2026-05-08T06:33:56.477" v="21908" actId="478"/>
          <ac:spMkLst>
            <pc:docMk/>
            <pc:sldMk cId="3388833641" sldId="296"/>
            <ac:spMk id="107" creationId="{CB9E0E16-6D5F-57D6-42CA-42CB2463040A}"/>
          </ac:spMkLst>
        </pc:spChg>
        <pc:spChg chg="del">
          <ac:chgData name="Jervis LEE (IRAS)" userId="f5b4a8ae-594f-49a5-9990-0eb6ae48a4f9" providerId="ADAL" clId="{5BC9F464-DC04-46F4-8DA6-256EAADECE55}" dt="2026-05-08T06:33:56.477" v="21908" actId="478"/>
          <ac:spMkLst>
            <pc:docMk/>
            <pc:sldMk cId="3388833641" sldId="296"/>
            <ac:spMk id="111" creationId="{020F9027-B549-97BB-2635-E7DB5CFB4EA8}"/>
          </ac:spMkLst>
        </pc:spChg>
        <pc:spChg chg="add mod">
          <ac:chgData name="Jervis LEE (IRAS)" userId="f5b4a8ae-594f-49a5-9990-0eb6ae48a4f9" providerId="ADAL" clId="{5BC9F464-DC04-46F4-8DA6-256EAADECE55}" dt="2026-05-08T10:04:12.326" v="28938" actId="20577"/>
          <ac:spMkLst>
            <pc:docMk/>
            <pc:sldMk cId="3388833641" sldId="296"/>
            <ac:spMk id="113" creationId="{AFFC92B1-A7C0-0BE7-90FD-73B16BCC1CDC}"/>
          </ac:spMkLst>
        </pc:spChg>
        <pc:spChg chg="add mod">
          <ac:chgData name="Jervis LEE (IRAS)" userId="f5b4a8ae-594f-49a5-9990-0eb6ae48a4f9" providerId="ADAL" clId="{5BC9F464-DC04-46F4-8DA6-256EAADECE55}" dt="2026-05-08T09:35:38.305" v="27765" actId="14100"/>
          <ac:spMkLst>
            <pc:docMk/>
            <pc:sldMk cId="3388833641" sldId="296"/>
            <ac:spMk id="118" creationId="{D0C47A10-CDB8-D293-B8C3-1CD960DDCED6}"/>
          </ac:spMkLst>
        </pc:spChg>
        <pc:spChg chg="add mod">
          <ac:chgData name="Jervis LEE (IRAS)" userId="f5b4a8ae-594f-49a5-9990-0eb6ae48a4f9" providerId="ADAL" clId="{5BC9F464-DC04-46F4-8DA6-256EAADECE55}" dt="2026-05-08T09:25:52.862" v="27268" actId="20577"/>
          <ac:spMkLst>
            <pc:docMk/>
            <pc:sldMk cId="3388833641" sldId="296"/>
            <ac:spMk id="119" creationId="{7D261B52-B418-13E9-3B34-D5D07E6418D2}"/>
          </ac:spMkLst>
        </pc:spChg>
        <pc:spChg chg="add mod">
          <ac:chgData name="Jervis LEE (IRAS)" userId="f5b4a8ae-594f-49a5-9990-0eb6ae48a4f9" providerId="ADAL" clId="{5BC9F464-DC04-46F4-8DA6-256EAADECE55}" dt="2026-05-08T09:31:17.507" v="27410" actId="1037"/>
          <ac:spMkLst>
            <pc:docMk/>
            <pc:sldMk cId="3388833641" sldId="296"/>
            <ac:spMk id="120" creationId="{17EF5CA1-D7AB-56EB-0922-608625D6568C}"/>
          </ac:spMkLst>
        </pc:spChg>
        <pc:spChg chg="add mod">
          <ac:chgData name="Jervis LEE (IRAS)" userId="f5b4a8ae-594f-49a5-9990-0eb6ae48a4f9" providerId="ADAL" clId="{5BC9F464-DC04-46F4-8DA6-256EAADECE55}" dt="2026-05-08T09:35:50.301" v="27767" actId="1076"/>
          <ac:spMkLst>
            <pc:docMk/>
            <pc:sldMk cId="3388833641" sldId="296"/>
            <ac:spMk id="127" creationId="{38FBA9C7-75F9-D1B5-B1A6-BB081D9D9790}"/>
          </ac:spMkLst>
        </pc:spChg>
        <pc:spChg chg="add mod">
          <ac:chgData name="Jervis LEE (IRAS)" userId="f5b4a8ae-594f-49a5-9990-0eb6ae48a4f9" providerId="ADAL" clId="{5BC9F464-DC04-46F4-8DA6-256EAADECE55}" dt="2026-05-08T09:35:46.376" v="27766" actId="14100"/>
          <ac:spMkLst>
            <pc:docMk/>
            <pc:sldMk cId="3388833641" sldId="296"/>
            <ac:spMk id="128" creationId="{24C367DD-688B-94FC-6A20-66882FDAAE21}"/>
          </ac:spMkLst>
        </pc:spChg>
        <pc:picChg chg="del">
          <ac:chgData name="Jervis LEE (IRAS)" userId="f5b4a8ae-594f-49a5-9990-0eb6ae48a4f9" providerId="ADAL" clId="{5BC9F464-DC04-46F4-8DA6-256EAADECE55}" dt="2026-05-08T07:30:53.776" v="23026" actId="478"/>
          <ac:picMkLst>
            <pc:docMk/>
            <pc:sldMk cId="3388833641" sldId="296"/>
            <ac:picMk id="19" creationId="{0A090FE8-76C6-9AF9-1E9F-0B961FEAA869}"/>
          </ac:picMkLst>
        </pc:picChg>
        <pc:picChg chg="add mod">
          <ac:chgData name="Jervis LEE (IRAS)" userId="f5b4a8ae-594f-49a5-9990-0eb6ae48a4f9" providerId="ADAL" clId="{5BC9F464-DC04-46F4-8DA6-256EAADECE55}" dt="2026-05-08T08:35:12.646" v="24270" actId="1037"/>
          <ac:picMkLst>
            <pc:docMk/>
            <pc:sldMk cId="3388833641" sldId="296"/>
            <ac:picMk id="85" creationId="{B96B9DF7-FFF4-994C-79AC-3D644AE4B0B1}"/>
          </ac:picMkLst>
        </pc:picChg>
        <pc:cxnChg chg="del">
          <ac:chgData name="Jervis LEE (IRAS)" userId="f5b4a8ae-594f-49a5-9990-0eb6ae48a4f9" providerId="ADAL" clId="{5BC9F464-DC04-46F4-8DA6-256EAADECE55}" dt="2026-05-08T07:30:56.183" v="23027" actId="478"/>
          <ac:cxnSpMkLst>
            <pc:docMk/>
            <pc:sldMk cId="3388833641" sldId="296"/>
            <ac:cxnSpMk id="24" creationId="{6B83FAC8-9F2D-2368-DFCC-530B7C168BB2}"/>
          </ac:cxnSpMkLst>
        </pc:cxnChg>
        <pc:cxnChg chg="del">
          <ac:chgData name="Jervis LEE (IRAS)" userId="f5b4a8ae-594f-49a5-9990-0eb6ae48a4f9" providerId="ADAL" clId="{5BC9F464-DC04-46F4-8DA6-256EAADECE55}" dt="2026-05-08T07:30:56.183" v="23027" actId="478"/>
          <ac:cxnSpMkLst>
            <pc:docMk/>
            <pc:sldMk cId="3388833641" sldId="296"/>
            <ac:cxnSpMk id="25" creationId="{A27F5141-EA48-3DEA-76AF-560E55251523}"/>
          </ac:cxnSpMkLst>
        </pc:cxnChg>
        <pc:cxnChg chg="mod">
          <ac:chgData name="Jervis LEE (IRAS)" userId="f5b4a8ae-594f-49a5-9990-0eb6ae48a4f9" providerId="ADAL" clId="{5BC9F464-DC04-46F4-8DA6-256EAADECE55}" dt="2026-05-08T07:34:25.267" v="23165" actId="1035"/>
          <ac:cxnSpMkLst>
            <pc:docMk/>
            <pc:sldMk cId="3388833641" sldId="296"/>
            <ac:cxnSpMk id="33" creationId="{71B0C04F-0A46-25C5-43DC-06A649DE0AAF}"/>
          </ac:cxnSpMkLst>
        </pc:cxnChg>
        <pc:cxnChg chg="del">
          <ac:chgData name="Jervis LEE (IRAS)" userId="f5b4a8ae-594f-49a5-9990-0eb6ae48a4f9" providerId="ADAL" clId="{5BC9F464-DC04-46F4-8DA6-256EAADECE55}" dt="2026-05-08T07:05:57.146" v="22015" actId="478"/>
          <ac:cxnSpMkLst>
            <pc:docMk/>
            <pc:sldMk cId="3388833641" sldId="296"/>
            <ac:cxnSpMk id="41" creationId="{D37F0A82-3096-E261-6A03-9AF91094AB6D}"/>
          </ac:cxnSpMkLst>
        </pc:cxnChg>
        <pc:cxnChg chg="del">
          <ac:chgData name="Jervis LEE (IRAS)" userId="f5b4a8ae-594f-49a5-9990-0eb6ae48a4f9" providerId="ADAL" clId="{5BC9F464-DC04-46F4-8DA6-256EAADECE55}" dt="2026-05-08T07:05:53.434" v="22014" actId="478"/>
          <ac:cxnSpMkLst>
            <pc:docMk/>
            <pc:sldMk cId="3388833641" sldId="296"/>
            <ac:cxnSpMk id="44" creationId="{4EC14BBC-4CB4-B5B2-3B38-A38A6309A8FA}"/>
          </ac:cxnSpMkLst>
        </pc:cxnChg>
        <pc:cxnChg chg="add mod">
          <ac:chgData name="Jervis LEE (IRAS)" userId="f5b4a8ae-594f-49a5-9990-0eb6ae48a4f9" providerId="ADAL" clId="{5BC9F464-DC04-46F4-8DA6-256EAADECE55}" dt="2026-05-08T09:31:26.534" v="27413" actId="14100"/>
          <ac:cxnSpMkLst>
            <pc:docMk/>
            <pc:sldMk cId="3388833641" sldId="296"/>
            <ac:cxnSpMk id="47" creationId="{74DDC008-D54C-37D8-173C-DB3326A05031}"/>
          </ac:cxnSpMkLst>
        </pc:cxnChg>
        <pc:cxnChg chg="add mod">
          <ac:chgData name="Jervis LEE (IRAS)" userId="f5b4a8ae-594f-49a5-9990-0eb6ae48a4f9" providerId="ADAL" clId="{5BC9F464-DC04-46F4-8DA6-256EAADECE55}" dt="2026-05-08T09:27:02.113" v="27379" actId="1035"/>
          <ac:cxnSpMkLst>
            <pc:docMk/>
            <pc:sldMk cId="3388833641" sldId="296"/>
            <ac:cxnSpMk id="52" creationId="{6A9B800D-514B-B23E-04C8-37B41D7F4F2F}"/>
          </ac:cxnSpMkLst>
        </pc:cxnChg>
        <pc:cxnChg chg="add mod">
          <ac:chgData name="Jervis LEE (IRAS)" userId="f5b4a8ae-594f-49a5-9990-0eb6ae48a4f9" providerId="ADAL" clId="{5BC9F464-DC04-46F4-8DA6-256EAADECE55}" dt="2026-05-08T07:08:05.208" v="22092"/>
          <ac:cxnSpMkLst>
            <pc:docMk/>
            <pc:sldMk cId="3388833641" sldId="296"/>
            <ac:cxnSpMk id="58" creationId="{8F6C2902-9B7E-04ED-072B-B31CD29A9C68}"/>
          </ac:cxnSpMkLst>
        </pc:cxnChg>
        <pc:cxnChg chg="add del mod">
          <ac:chgData name="Jervis LEE (IRAS)" userId="f5b4a8ae-594f-49a5-9990-0eb6ae48a4f9" providerId="ADAL" clId="{5BC9F464-DC04-46F4-8DA6-256EAADECE55}" dt="2026-05-08T09:21:40.674" v="26814" actId="478"/>
          <ac:cxnSpMkLst>
            <pc:docMk/>
            <pc:sldMk cId="3388833641" sldId="296"/>
            <ac:cxnSpMk id="59" creationId="{C0415893-9A8A-F4DA-5EAC-9F81DA8E298D}"/>
          </ac:cxnSpMkLst>
        </pc:cxnChg>
        <pc:cxnChg chg="add del mod">
          <ac:chgData name="Jervis LEE (IRAS)" userId="f5b4a8ae-594f-49a5-9990-0eb6ae48a4f9" providerId="ADAL" clId="{5BC9F464-DC04-46F4-8DA6-256EAADECE55}" dt="2026-05-08T09:21:39.983" v="26813" actId="478"/>
          <ac:cxnSpMkLst>
            <pc:docMk/>
            <pc:sldMk cId="3388833641" sldId="296"/>
            <ac:cxnSpMk id="63" creationId="{3E229906-1EFB-6B6B-5F03-211A3334D944}"/>
          </ac:cxnSpMkLst>
        </pc:cxnChg>
        <pc:cxnChg chg="add mod">
          <ac:chgData name="Jervis LEE (IRAS)" userId="f5b4a8ae-594f-49a5-9990-0eb6ae48a4f9" providerId="ADAL" clId="{5BC9F464-DC04-46F4-8DA6-256EAADECE55}" dt="2026-05-08T08:35:12.646" v="24270" actId="1037"/>
          <ac:cxnSpMkLst>
            <pc:docMk/>
            <pc:sldMk cId="3388833641" sldId="296"/>
            <ac:cxnSpMk id="87" creationId="{4F978201-8D19-09AE-ED4B-CD21F5C3AFCA}"/>
          </ac:cxnSpMkLst>
        </pc:cxnChg>
        <pc:cxnChg chg="add mod">
          <ac:chgData name="Jervis LEE (IRAS)" userId="f5b4a8ae-594f-49a5-9990-0eb6ae48a4f9" providerId="ADAL" clId="{5BC9F464-DC04-46F4-8DA6-256EAADECE55}" dt="2026-05-08T08:35:12.646" v="24270" actId="1037"/>
          <ac:cxnSpMkLst>
            <pc:docMk/>
            <pc:sldMk cId="3388833641" sldId="296"/>
            <ac:cxnSpMk id="89" creationId="{AD90B9A2-0375-0FA3-16FA-ABB630BAB4A7}"/>
          </ac:cxnSpMkLst>
        </pc:cxnChg>
        <pc:cxnChg chg="add del mod">
          <ac:chgData name="Jervis LEE (IRAS)" userId="f5b4a8ae-594f-49a5-9990-0eb6ae48a4f9" providerId="ADAL" clId="{5BC9F464-DC04-46F4-8DA6-256EAADECE55}" dt="2026-05-08T09:34:54.333" v="27682" actId="478"/>
          <ac:cxnSpMkLst>
            <pc:docMk/>
            <pc:sldMk cId="3388833641" sldId="296"/>
            <ac:cxnSpMk id="101" creationId="{008F6053-EC7E-B836-70D3-236846D0898C}"/>
          </ac:cxnSpMkLst>
        </pc:cxnChg>
        <pc:cxnChg chg="add del mod">
          <ac:chgData name="Jervis LEE (IRAS)" userId="f5b4a8ae-594f-49a5-9990-0eb6ae48a4f9" providerId="ADAL" clId="{5BC9F464-DC04-46F4-8DA6-256EAADECE55}" dt="2026-05-08T09:34:55.749" v="27683" actId="478"/>
          <ac:cxnSpMkLst>
            <pc:docMk/>
            <pc:sldMk cId="3388833641" sldId="296"/>
            <ac:cxnSpMk id="114" creationId="{896F50D1-FFA0-62FF-3A82-02510C9194C7}"/>
          </ac:cxnSpMkLst>
        </pc:cxnChg>
        <pc:cxnChg chg="add mod">
          <ac:chgData name="Jervis LEE (IRAS)" userId="f5b4a8ae-594f-49a5-9990-0eb6ae48a4f9" providerId="ADAL" clId="{5BC9F464-DC04-46F4-8DA6-256EAADECE55}" dt="2026-05-08T09:35:16.110" v="27719" actId="1038"/>
          <ac:cxnSpMkLst>
            <pc:docMk/>
            <pc:sldMk cId="3388833641" sldId="296"/>
            <ac:cxnSpMk id="133" creationId="{E53567A0-4D39-B4E6-9527-F2284DFD3933}"/>
          </ac:cxnSpMkLst>
        </pc:cxnChg>
        <pc:cxnChg chg="add mod">
          <ac:chgData name="Jervis LEE (IRAS)" userId="f5b4a8ae-594f-49a5-9990-0eb6ae48a4f9" providerId="ADAL" clId="{5BC9F464-DC04-46F4-8DA6-256EAADECE55}" dt="2026-05-08T09:35:19.056" v="27727" actId="1037"/>
          <ac:cxnSpMkLst>
            <pc:docMk/>
            <pc:sldMk cId="3388833641" sldId="296"/>
            <ac:cxnSpMk id="136" creationId="{0D538CB5-847C-18C0-4B01-5497D2107C8C}"/>
          </ac:cxnSpMkLst>
        </pc:cxnChg>
      </pc:sldChg>
      <pc:sldChg chg="addSp delSp modSp add mod">
        <pc:chgData name="Jervis LEE (IRAS)" userId="f5b4a8ae-594f-49a5-9990-0eb6ae48a4f9" providerId="ADAL" clId="{5BC9F464-DC04-46F4-8DA6-256EAADECE55}" dt="2026-05-08T07:50:23.571" v="24081" actId="20577"/>
        <pc:sldMkLst>
          <pc:docMk/>
          <pc:sldMk cId="3395907469" sldId="297"/>
        </pc:sldMkLst>
        <pc:spChg chg="mod">
          <ac:chgData name="Jervis LEE (IRAS)" userId="f5b4a8ae-594f-49a5-9990-0eb6ae48a4f9" providerId="ADAL" clId="{5BC9F464-DC04-46F4-8DA6-256EAADECE55}" dt="2026-05-08T07:46:12.004" v="23437" actId="20577"/>
          <ac:spMkLst>
            <pc:docMk/>
            <pc:sldMk cId="3395907469" sldId="297"/>
            <ac:spMk id="2" creationId="{29085F1F-B478-5828-16B2-DC3962973537}"/>
          </ac:spMkLst>
        </pc:spChg>
        <pc:spChg chg="del mod">
          <ac:chgData name="Jervis LEE (IRAS)" userId="f5b4a8ae-594f-49a5-9990-0eb6ae48a4f9" providerId="ADAL" clId="{5BC9F464-DC04-46F4-8DA6-256EAADECE55}" dt="2026-05-08T07:50:13.638" v="24060" actId="478"/>
          <ac:spMkLst>
            <pc:docMk/>
            <pc:sldMk cId="3395907469" sldId="297"/>
            <ac:spMk id="3" creationId="{1DA80504-AF98-5D7D-8A83-8A473ACE3F97}"/>
          </ac:spMkLst>
        </pc:spChg>
        <pc:spChg chg="add mod">
          <ac:chgData name="Jervis LEE (IRAS)" userId="f5b4a8ae-594f-49a5-9990-0eb6ae48a4f9" providerId="ADAL" clId="{5BC9F464-DC04-46F4-8DA6-256EAADECE55}" dt="2026-05-08T07:50:23.571" v="24081" actId="20577"/>
          <ac:spMkLst>
            <pc:docMk/>
            <pc:sldMk cId="3395907469" sldId="297"/>
            <ac:spMk id="7" creationId="{E07F2336-3C50-0A41-AEE0-23632A223868}"/>
          </ac:spMkLst>
        </pc:spChg>
        <pc:spChg chg="del mod">
          <ac:chgData name="Jervis LEE (IRAS)" userId="f5b4a8ae-594f-49a5-9990-0eb6ae48a4f9" providerId="ADAL" clId="{5BC9F464-DC04-46F4-8DA6-256EAADECE55}" dt="2026-05-08T07:50:13.638" v="24060" actId="478"/>
          <ac:spMkLst>
            <pc:docMk/>
            <pc:sldMk cId="3395907469" sldId="297"/>
            <ac:spMk id="16" creationId="{C4DA6AA5-F0EF-52DC-97A7-56855CC3E868}"/>
          </ac:spMkLst>
        </pc:spChg>
        <pc:spChg chg="del mod">
          <ac:chgData name="Jervis LEE (IRAS)" userId="f5b4a8ae-594f-49a5-9990-0eb6ae48a4f9" providerId="ADAL" clId="{5BC9F464-DC04-46F4-8DA6-256EAADECE55}" dt="2026-05-08T07:50:13.638" v="24060" actId="478"/>
          <ac:spMkLst>
            <pc:docMk/>
            <pc:sldMk cId="3395907469" sldId="297"/>
            <ac:spMk id="83" creationId="{36576E1B-4E5E-DCFE-AA90-5B98F72CD561}"/>
          </ac:spMkLst>
        </pc:spChg>
        <pc:spChg chg="del mod">
          <ac:chgData name="Jervis LEE (IRAS)" userId="f5b4a8ae-594f-49a5-9990-0eb6ae48a4f9" providerId="ADAL" clId="{5BC9F464-DC04-46F4-8DA6-256EAADECE55}" dt="2026-05-08T07:50:13.638" v="24060" actId="478"/>
          <ac:spMkLst>
            <pc:docMk/>
            <pc:sldMk cId="3395907469" sldId="297"/>
            <ac:spMk id="84" creationId="{2973B1F5-B5A7-D943-874C-706EB9A2C8F4}"/>
          </ac:spMkLst>
        </pc:spChg>
        <pc:spChg chg="del mod">
          <ac:chgData name="Jervis LEE (IRAS)" userId="f5b4a8ae-594f-49a5-9990-0eb6ae48a4f9" providerId="ADAL" clId="{5BC9F464-DC04-46F4-8DA6-256EAADECE55}" dt="2026-05-08T07:50:13.638" v="24060" actId="478"/>
          <ac:spMkLst>
            <pc:docMk/>
            <pc:sldMk cId="3395907469" sldId="297"/>
            <ac:spMk id="88" creationId="{7289C856-35DE-7A37-47CF-7883F248532A}"/>
          </ac:spMkLst>
        </pc:spChg>
        <pc:spChg chg="del mod">
          <ac:chgData name="Jervis LEE (IRAS)" userId="f5b4a8ae-594f-49a5-9990-0eb6ae48a4f9" providerId="ADAL" clId="{5BC9F464-DC04-46F4-8DA6-256EAADECE55}" dt="2026-05-08T07:50:13.638" v="24060" actId="478"/>
          <ac:spMkLst>
            <pc:docMk/>
            <pc:sldMk cId="3395907469" sldId="297"/>
            <ac:spMk id="93" creationId="{3A1FF483-36B7-7E06-B47A-8B557B449F96}"/>
          </ac:spMkLst>
        </pc:spChg>
        <pc:spChg chg="del mod">
          <ac:chgData name="Jervis LEE (IRAS)" userId="f5b4a8ae-594f-49a5-9990-0eb6ae48a4f9" providerId="ADAL" clId="{5BC9F464-DC04-46F4-8DA6-256EAADECE55}" dt="2026-05-08T07:50:13.638" v="24060" actId="478"/>
          <ac:spMkLst>
            <pc:docMk/>
            <pc:sldMk cId="3395907469" sldId="297"/>
            <ac:spMk id="94" creationId="{5FF8F216-174E-D5CF-58DA-9C5D6FEE4AB5}"/>
          </ac:spMkLst>
        </pc:spChg>
        <pc:spChg chg="del mod">
          <ac:chgData name="Jervis LEE (IRAS)" userId="f5b4a8ae-594f-49a5-9990-0eb6ae48a4f9" providerId="ADAL" clId="{5BC9F464-DC04-46F4-8DA6-256EAADECE55}" dt="2026-05-08T07:50:13.638" v="24060" actId="478"/>
          <ac:spMkLst>
            <pc:docMk/>
            <pc:sldMk cId="3395907469" sldId="297"/>
            <ac:spMk id="100" creationId="{009A7467-6ED4-F921-6F47-E723DB7B2EEE}"/>
          </ac:spMkLst>
        </pc:spChg>
        <pc:spChg chg="del mod">
          <ac:chgData name="Jervis LEE (IRAS)" userId="f5b4a8ae-594f-49a5-9990-0eb6ae48a4f9" providerId="ADAL" clId="{5BC9F464-DC04-46F4-8DA6-256EAADECE55}" dt="2026-05-08T07:50:13.638" v="24060" actId="478"/>
          <ac:spMkLst>
            <pc:docMk/>
            <pc:sldMk cId="3395907469" sldId="297"/>
            <ac:spMk id="103" creationId="{9F1583FF-CA6E-6ABD-F118-235AA2DB32FC}"/>
          </ac:spMkLst>
        </pc:spChg>
        <pc:spChg chg="del mod">
          <ac:chgData name="Jervis LEE (IRAS)" userId="f5b4a8ae-594f-49a5-9990-0eb6ae48a4f9" providerId="ADAL" clId="{5BC9F464-DC04-46F4-8DA6-256EAADECE55}" dt="2026-05-08T07:50:13.638" v="24060" actId="478"/>
          <ac:spMkLst>
            <pc:docMk/>
            <pc:sldMk cId="3395907469" sldId="297"/>
            <ac:spMk id="111" creationId="{0ACF606B-8C03-9C98-5537-D5BC9F894D12}"/>
          </ac:spMkLst>
        </pc:spChg>
      </pc:sldChg>
      <pc:sldChg chg="addSp modSp add mod">
        <pc:chgData name="Jervis LEE (IRAS)" userId="f5b4a8ae-594f-49a5-9990-0eb6ae48a4f9" providerId="ADAL" clId="{5BC9F464-DC04-46F4-8DA6-256EAADECE55}" dt="2026-05-08T09:52:34.444" v="28656" actId="20577"/>
        <pc:sldMkLst>
          <pc:docMk/>
          <pc:sldMk cId="3966119586" sldId="298"/>
        </pc:sldMkLst>
        <pc:spChg chg="mod">
          <ac:chgData name="Jervis LEE (IRAS)" userId="f5b4a8ae-594f-49a5-9990-0eb6ae48a4f9" providerId="ADAL" clId="{5BC9F464-DC04-46F4-8DA6-256EAADECE55}" dt="2026-05-08T07:52:08.271" v="24129" actId="20577"/>
          <ac:spMkLst>
            <pc:docMk/>
            <pc:sldMk cId="3966119586" sldId="298"/>
            <ac:spMk id="2" creationId="{C48707DE-6AB8-C3EE-025C-2B312046BE41}"/>
          </ac:spMkLst>
        </pc:spChg>
        <pc:spChg chg="add mod">
          <ac:chgData name="Jervis LEE (IRAS)" userId="f5b4a8ae-594f-49a5-9990-0eb6ae48a4f9" providerId="ADAL" clId="{5BC9F464-DC04-46F4-8DA6-256EAADECE55}" dt="2026-05-08T09:52:34.444" v="28656" actId="20577"/>
          <ac:spMkLst>
            <pc:docMk/>
            <pc:sldMk cId="3966119586" sldId="298"/>
            <ac:spMk id="3" creationId="{238BC281-9BC5-BFDB-99F9-93D96466802B}"/>
          </ac:spMkLst>
        </pc:spChg>
        <pc:spChg chg="mod">
          <ac:chgData name="Jervis LEE (IRAS)" userId="f5b4a8ae-594f-49a5-9990-0eb6ae48a4f9" providerId="ADAL" clId="{5BC9F464-DC04-46F4-8DA6-256EAADECE55}" dt="2026-05-08T08:03:17.634" v="24151" actId="20577"/>
          <ac:spMkLst>
            <pc:docMk/>
            <pc:sldMk cId="3966119586" sldId="298"/>
            <ac:spMk id="7" creationId="{E78E2ABF-848D-6C23-AD81-F9F32F6D0E03}"/>
          </ac:spMkLst>
        </pc:spChg>
      </pc:sldChg>
      <pc:sldChg chg="delSp modSp add mod">
        <pc:chgData name="Jervis LEE (IRAS)" userId="f5b4a8ae-594f-49a5-9990-0eb6ae48a4f9" providerId="ADAL" clId="{5BC9F464-DC04-46F4-8DA6-256EAADECE55}" dt="2026-05-08T09:39:08.214" v="27786" actId="478"/>
        <pc:sldMkLst>
          <pc:docMk/>
          <pc:sldMk cId="1520716890" sldId="299"/>
        </pc:sldMkLst>
        <pc:spChg chg="mod">
          <ac:chgData name="Jervis LEE (IRAS)" userId="f5b4a8ae-594f-49a5-9990-0eb6ae48a4f9" providerId="ADAL" clId="{5BC9F464-DC04-46F4-8DA6-256EAADECE55}" dt="2026-05-08T09:39:05.388" v="27785" actId="20577"/>
          <ac:spMkLst>
            <pc:docMk/>
            <pc:sldMk cId="1520716890" sldId="299"/>
            <ac:spMk id="2" creationId="{DEAB86E9-DEB5-7847-ECF3-BE319CCF1E05}"/>
          </ac:spMkLst>
        </pc:spChg>
        <pc:spChg chg="del">
          <ac:chgData name="Jervis LEE (IRAS)" userId="f5b4a8ae-594f-49a5-9990-0eb6ae48a4f9" providerId="ADAL" clId="{5BC9F464-DC04-46F4-8DA6-256EAADECE55}" dt="2026-05-08T09:39:08.214" v="27786" actId="478"/>
          <ac:spMkLst>
            <pc:docMk/>
            <pc:sldMk cId="1520716890" sldId="299"/>
            <ac:spMk id="3" creationId="{AC4DB856-B9E7-DB75-685E-2C925D8F570B}"/>
          </ac:spMkLst>
        </pc:spChg>
      </pc:sldChg>
      <pc:sldChg chg="delSp modSp add mod">
        <pc:chgData name="Jervis LEE (IRAS)" userId="f5b4a8ae-594f-49a5-9990-0eb6ae48a4f9" providerId="ADAL" clId="{5BC9F464-DC04-46F4-8DA6-256EAADECE55}" dt="2026-05-08T09:39:30.472" v="27844" actId="20577"/>
        <pc:sldMkLst>
          <pc:docMk/>
          <pc:sldMk cId="1568758900" sldId="300"/>
        </pc:sldMkLst>
        <pc:spChg chg="mod">
          <ac:chgData name="Jervis LEE (IRAS)" userId="f5b4a8ae-594f-49a5-9990-0eb6ae48a4f9" providerId="ADAL" clId="{5BC9F464-DC04-46F4-8DA6-256EAADECE55}" dt="2026-05-08T09:39:30.472" v="27844" actId="20577"/>
          <ac:spMkLst>
            <pc:docMk/>
            <pc:sldMk cId="1568758900" sldId="300"/>
            <ac:spMk id="2" creationId="{8E4EF01A-ED9B-AE79-5F6F-7BF364AE69CF}"/>
          </ac:spMkLst>
        </pc:spChg>
        <pc:spChg chg="del">
          <ac:chgData name="Jervis LEE (IRAS)" userId="f5b4a8ae-594f-49a5-9990-0eb6ae48a4f9" providerId="ADAL" clId="{5BC9F464-DC04-46F4-8DA6-256EAADECE55}" dt="2026-05-08T09:39:16.258" v="27788" actId="478"/>
          <ac:spMkLst>
            <pc:docMk/>
            <pc:sldMk cId="1568758900" sldId="300"/>
            <ac:spMk id="3" creationId="{9F1FF122-688F-DFE0-5283-F0AEB6FFDE9A}"/>
          </ac:spMkLst>
        </pc:spChg>
      </pc:sldChg>
      <pc:sldChg chg="modSp add mod">
        <pc:chgData name="Jervis LEE (IRAS)" userId="f5b4a8ae-594f-49a5-9990-0eb6ae48a4f9" providerId="ADAL" clId="{5BC9F464-DC04-46F4-8DA6-256EAADECE55}" dt="2026-05-08T09:40:45.886" v="27884" actId="20577"/>
        <pc:sldMkLst>
          <pc:docMk/>
          <pc:sldMk cId="3810503299" sldId="301"/>
        </pc:sldMkLst>
        <pc:spChg chg="mod">
          <ac:chgData name="Jervis LEE (IRAS)" userId="f5b4a8ae-594f-49a5-9990-0eb6ae48a4f9" providerId="ADAL" clId="{5BC9F464-DC04-46F4-8DA6-256EAADECE55}" dt="2026-05-08T09:40:45.886" v="27884" actId="20577"/>
          <ac:spMkLst>
            <pc:docMk/>
            <pc:sldMk cId="3810503299" sldId="301"/>
            <ac:spMk id="2" creationId="{9CDAAC72-12AC-972C-B91A-6DD8B0B57A46}"/>
          </ac:spMkLst>
        </pc:spChg>
      </pc:sldChg>
      <pc:sldChg chg="modSp add mod">
        <pc:chgData name="Jervis LEE (IRAS)" userId="f5b4a8ae-594f-49a5-9990-0eb6ae48a4f9" providerId="ADAL" clId="{5BC9F464-DC04-46F4-8DA6-256EAADECE55}" dt="2026-05-08T09:41:30.777" v="27901" actId="20577"/>
        <pc:sldMkLst>
          <pc:docMk/>
          <pc:sldMk cId="661935246" sldId="302"/>
        </pc:sldMkLst>
        <pc:spChg chg="mod">
          <ac:chgData name="Jervis LEE (IRAS)" userId="f5b4a8ae-594f-49a5-9990-0eb6ae48a4f9" providerId="ADAL" clId="{5BC9F464-DC04-46F4-8DA6-256EAADECE55}" dt="2026-05-08T09:41:30.777" v="27901" actId="20577"/>
          <ac:spMkLst>
            <pc:docMk/>
            <pc:sldMk cId="661935246" sldId="302"/>
            <ac:spMk id="2" creationId="{06E0483A-1465-2E08-C10E-189C38F7ECC4}"/>
          </ac:spMkLst>
        </pc:spChg>
      </pc:sldChg>
      <pc:sldChg chg="add del">
        <pc:chgData name="Jervis LEE (IRAS)" userId="f5b4a8ae-594f-49a5-9990-0eb6ae48a4f9" providerId="ADAL" clId="{5BC9F464-DC04-46F4-8DA6-256EAADECE55}" dt="2026-05-08T09:40:49.080" v="27886"/>
        <pc:sldMkLst>
          <pc:docMk/>
          <pc:sldMk cId="1035513487" sldId="302"/>
        </pc:sldMkLst>
      </pc:sldChg>
      <pc:sldChg chg="add">
        <pc:chgData name="Jervis LEE (IRAS)" userId="f5b4a8ae-594f-49a5-9990-0eb6ae48a4f9" providerId="ADAL" clId="{5BC9F464-DC04-46F4-8DA6-256EAADECE55}" dt="2026-05-08T09:44:18.230" v="28243"/>
        <pc:sldMkLst>
          <pc:docMk/>
          <pc:sldMk cId="4086780853" sldId="303"/>
        </pc:sldMkLst>
      </pc:sldChg>
      <pc:sldMasterChg chg="delSldLayout">
        <pc:chgData name="Jervis LEE (IRAS)" userId="f5b4a8ae-594f-49a5-9990-0eb6ae48a4f9" providerId="ADAL" clId="{5BC9F464-DC04-46F4-8DA6-256EAADECE55}" dt="2026-05-06T09:19:46.880" v="11350" actId="47"/>
        <pc:sldMasterMkLst>
          <pc:docMk/>
          <pc:sldMasterMk cId="972052673" sldId="2147483648"/>
        </pc:sldMasterMkLst>
      </pc:sldMasterChg>
    </pc:docChg>
  </pc:docChgLst>
</pc:chgInfo>
</file>

<file path=ppt/comments/modernComment_10B_0.xml><?xml version="1.0" encoding="utf-8"?>
<p188:cmLst xmlns:a="http://schemas.openxmlformats.org/drawingml/2006/main" xmlns:r="http://schemas.openxmlformats.org/officeDocument/2006/relationships" xmlns:p188="http://schemas.microsoft.com/office/powerpoint/2018/8/main">
  <p188:cm id="{4BAD53FA-B6E4-42C9-BBCB-18248802A61F}" authorId="{97ED3D8B-D485-D0C5-EBAD-7A731A1C3D38}" created="2026-05-17T04:17:03.948">
    <pc:sldMkLst xmlns:pc="http://schemas.microsoft.com/office/powerpoint/2013/main/command">
      <pc:docMk/>
      <pc:sldMk cId="0" sldId="267"/>
    </pc:sldMkLst>
    <p188:txBody>
      <a:bodyPr/>
      <a:lstStyle/>
      <a:p>
        <a:r>
          <a:rPr lang="en-SG"/>
          <a:t>1. Check if any industry framework out there
2. Check with governance team if this should be under Operations</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B6E5B215-DDB8-4C48-BDC9-73980700333E}" authorId="{97ED3D8B-D485-D0C5-EBAD-7A731A1C3D38}" created="2026-05-17T04:12:27.105">
    <pc:sldMkLst xmlns:pc="http://schemas.microsoft.com/office/powerpoint/2013/main/command">
      <pc:docMk/>
      <pc:sldMk cId="0" sldId="270"/>
    </pc:sldMkLst>
    <p188:txBody>
      <a:bodyPr/>
      <a:lstStyle/>
      <a:p>
        <a:r>
          <a:rPr lang="en-SG"/>
          <a:t>Is there any industry SLA framework for applications and especially agentic applications we can refer to?</a:t>
        </a:r>
      </a:p>
    </p188:txBody>
  </p188:cm>
</p188:cmLst>
</file>

<file path=ppt/comments/modernComment_11A_F5D52EE2.xml><?xml version="1.0" encoding="utf-8"?>
<p188:cmLst xmlns:a="http://schemas.openxmlformats.org/drawingml/2006/main" xmlns:r="http://schemas.openxmlformats.org/officeDocument/2006/relationships" xmlns:p188="http://schemas.microsoft.com/office/powerpoint/2018/8/main">
  <p188:cm id="{6FDE5D42-1AFE-4895-9C48-3C562CCDEDDA}" authorId="{97ED3D8B-D485-D0C5-EBAD-7A731A1C3D38}" status="resolved" created="2026-05-17T04:13:18.163" complete="100000">
    <pc:sldMkLst xmlns:pc="http://schemas.microsoft.com/office/powerpoint/2013/main/command">
      <pc:docMk/>
      <pc:sldMk cId="4124389090" sldId="282"/>
    </pc:sldMkLst>
    <p188:txBody>
      <a:bodyPr/>
      <a:lstStyle/>
      <a:p>
        <a:r>
          <a:rPr lang="en-SG"/>
          <a:t>I think we need more clarify on each option, how would they work example</a:t>
        </a:r>
      </a:p>
    </p188:txBody>
  </p188:cm>
  <p188:cm id="{7226BD72-BEA4-42DC-9316-4CE50C169059}" authorId="{97ED3D8B-D485-D0C5-EBAD-7A731A1C3D38}" created="2026-05-17T04:16:21.309">
    <pc:sldMkLst xmlns:pc="http://schemas.microsoft.com/office/powerpoint/2013/main/command">
      <pc:docMk/>
      <pc:sldMk cId="4124389090" sldId="282"/>
    </pc:sldMkLst>
    <p188:txBody>
      <a:bodyPr/>
      <a:lstStyle/>
      <a:p>
        <a:r>
          <a:rPr lang="en-SG"/>
          <a:t>Each agent in fleet should have risk and trust score, any recent incidents, etc...refer to OpenA2A AIM</a:t>
        </a:r>
      </a:p>
    </p188:txBody>
  </p188:cm>
  <p188:cm id="{D1CC6654-F60C-4BAA-ADEE-549D9FD84AE8}" authorId="{97ED3D8B-D485-D0C5-EBAD-7A731A1C3D38}" created="2026-05-17T05:52:55.119">
    <pc:sldMkLst xmlns:pc="http://schemas.microsoft.com/office/powerpoint/2013/main/command">
      <pc:docMk/>
      <pc:sldMk cId="4124389090" sldId="282"/>
    </pc:sldMkLst>
    <p188:txBody>
      <a:bodyPr/>
      <a:lstStyle/>
      <a:p>
        <a:r>
          <a:rPr lang="en-SG"/>
          <a:t>Cover AI Cockpit</a:t>
        </a:r>
      </a:p>
    </p188:txBody>
  </p188:cm>
</p188:cmLst>
</file>

<file path=ppt/comments/modernComment_11C_0.xml><?xml version="1.0" encoding="utf-8"?>
<p188:cmLst xmlns:a="http://schemas.openxmlformats.org/drawingml/2006/main" xmlns:r="http://schemas.openxmlformats.org/officeDocument/2006/relationships" xmlns:p188="http://schemas.microsoft.com/office/powerpoint/2018/8/main">
  <p188:cm id="{4604D740-8C3A-49BA-91A0-358999327B6F}" authorId="{97ED3D8B-D485-D0C5-EBAD-7A731A1C3D38}" created="2026-05-18T10:52:07.497">
    <pc:sldMkLst xmlns:pc="http://schemas.microsoft.com/office/powerpoint/2013/main/command">
      <pc:docMk/>
      <pc:sldMk cId="0" sldId="284"/>
    </pc:sldMkLst>
    <p188:txBody>
      <a:bodyPr/>
      <a:lstStyle/>
      <a:p>
        <a:r>
          <a:rPr lang="en-SG"/>
          <a:t>This should go to SOC LAW as well</a:t>
        </a:r>
      </a:p>
    </p188:txBody>
  </p188:cm>
</p188:cmLst>
</file>

<file path=ppt/comments/modernComment_11D_6E3DD9EE.xml><?xml version="1.0" encoding="utf-8"?>
<p188:cmLst xmlns:a="http://schemas.openxmlformats.org/drawingml/2006/main" xmlns:r="http://schemas.openxmlformats.org/officeDocument/2006/relationships" xmlns:p188="http://schemas.microsoft.com/office/powerpoint/2018/8/main">
  <p188:cm id="{A14B6877-2C64-4BC3-92AE-528C2B99072D}" authorId="{97ED3D8B-D485-D0C5-EBAD-7A731A1C3D38}" created="2026-05-17T04:13:18.163">
    <pc:sldMkLst xmlns:pc="http://schemas.microsoft.com/office/powerpoint/2013/main/command">
      <pc:docMk/>
      <pc:sldMk cId="4124389090" sldId="282"/>
    </pc:sldMkLst>
    <p188:txBody>
      <a:bodyPr/>
      <a:lstStyle/>
      <a:p>
        <a:r>
          <a:rPr lang="en-SG"/>
          <a:t>I think we need more clarify on each option, how would they work example</a:t>
        </a:r>
      </a:p>
    </p188:txBody>
  </p188:cm>
  <p188:cm id="{12277B79-169B-4EC8-A570-A598305F3B7E}" authorId="{97ED3D8B-D485-D0C5-EBAD-7A731A1C3D38}" created="2026-05-17T04:16:21.309">
    <pc:sldMkLst xmlns:pc="http://schemas.microsoft.com/office/powerpoint/2013/main/command">
      <pc:docMk/>
      <pc:sldMk cId="4124389090" sldId="282"/>
    </pc:sldMkLst>
    <p188:txBody>
      <a:bodyPr/>
      <a:lstStyle/>
      <a:p>
        <a:r>
          <a:rPr lang="en-SG"/>
          <a:t>Each agent in fleet should have risk and trust score, any recent incidents, etc...refer to OpenA2A AIM</a:t>
        </a:r>
      </a:p>
    </p188:txBody>
  </p188:cm>
  <p188:cm id="{6B127961-63BC-4909-80E4-7FCFCE71C7D6}" authorId="{97ED3D8B-D485-D0C5-EBAD-7A731A1C3D38}" created="2026-05-17T05:52:55.119">
    <pc:sldMkLst xmlns:pc="http://schemas.microsoft.com/office/powerpoint/2013/main/command">
      <pc:docMk/>
      <pc:sldMk cId="4124389090" sldId="282"/>
    </pc:sldMkLst>
    <p188:txBody>
      <a:bodyPr/>
      <a:lstStyle/>
      <a:p>
        <a:r>
          <a:rPr lang="en-SG"/>
          <a:t>Cover AI Cockpit</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D405BA6F-1B68-4B8A-92EF-1B225327FD30}" authorId="{97ED3D8B-D485-D0C5-EBAD-7A731A1C3D38}" created="2026-05-17T04:18:44.313">
    <ac:deMkLst xmlns:ac="http://schemas.microsoft.com/office/drawing/2013/main/command">
      <pc:docMk xmlns:pc="http://schemas.microsoft.com/office/powerpoint/2013/main/command"/>
      <pc:sldMk xmlns:pc="http://schemas.microsoft.com/office/powerpoint/2013/main/command" cId="0" sldId="258"/>
      <ac:spMk id="12" creationId="{EE62D5DE-31BF-86C8-D17E-6A5BB203C51F}"/>
    </ac:deMkLst>
    <p188:txBody>
      <a:bodyPr/>
      <a:lstStyle/>
      <a:p>
        <a:r>
          <a:rPr lang="en-SG"/>
          <a:t>Tag each topic in the slide to this list from Jon, check if any in the list were missed out</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303FA8C9-7A3E-48C9-B5FA-CBD3BAD1682F}" authorId="{97ED3D8B-D485-D0C5-EBAD-7A731A1C3D38}" created="2026-05-17T04:12:55.383">
    <pc:sldMkLst xmlns:pc="http://schemas.microsoft.com/office/powerpoint/2013/main/command">
      <pc:docMk/>
      <pc:sldMk cId="0" sldId="262"/>
    </pc:sldMkLst>
    <p188:txBody>
      <a:bodyPr/>
      <a:lstStyle/>
      <a:p>
        <a:r>
          <a:rPr lang="en-SG"/>
          <a:t>I think Azure DevOps is quite apparent, the choices we need to evaluate is how to do the deployment, exact details</a:t>
        </a:r>
      </a:p>
    </p188:txBody>
  </p188:cm>
  <p188:cm id="{73F145F3-168A-4521-92C2-61F7D1172FAB}" authorId="{97ED3D8B-D485-D0C5-EBAD-7A731A1C3D38}" created="2026-05-18T10:53:53.779">
    <pc:sldMkLst xmlns:pc="http://schemas.microsoft.com/office/powerpoint/2013/main/command">
      <pc:docMk/>
      <pc:sldMk cId="0" sldId="262"/>
    </pc:sldMkLst>
    <p188:txBody>
      <a:bodyPr/>
      <a:lstStyle/>
      <a:p>
        <a:r>
          <a:rPr lang="en-SG"/>
          <a:t>Should be DEV, SIT, UAT, ORT</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1492FFC7-6262-41B4-A31A-86BC05310283}" authorId="{97ED3D8B-D485-D0C5-EBAD-7A731A1C3D38}" created="2026-05-17T04:13:55.519">
    <pc:sldMkLst xmlns:pc="http://schemas.microsoft.com/office/powerpoint/2013/main/command">
      <pc:docMk/>
      <pc:sldMk cId="0" sldId="263"/>
    </pc:sldMkLst>
    <p188:txBody>
      <a:bodyPr/>
      <a:lstStyle/>
      <a:p>
        <a:r>
          <a:rPr lang="en-SG"/>
          <a:t>How do we track the promotion criteria? How do we define an agent green deployment is “okay”?</a:t>
        </a:r>
      </a:p>
    </p188:txBody>
  </p188:cm>
  <p188:cm id="{BF396B5E-63D1-4F03-8FC7-86D9EA7DF396}" authorId="{97ED3D8B-D485-D0C5-EBAD-7A731A1C3D38}" created="2026-05-17T05:04:11.377">
    <ac:deMkLst xmlns:ac="http://schemas.microsoft.com/office/drawing/2013/main/command">
      <pc:docMk xmlns:pc="http://schemas.microsoft.com/office/powerpoint/2013/main/command"/>
      <pc:sldMk xmlns:pc="http://schemas.microsoft.com/office/powerpoint/2013/main/command" cId="0" sldId="263"/>
      <ac:graphicFrameMk id="6" creationId="{99C62ECD-0A5D-4C4D-9919-0F57D0BD243C}"/>
    </ac:deMkLst>
    <p188:txBody>
      <a:bodyPr/>
      <a:lstStyle/>
      <a:p>
        <a:r>
          <a:rPr lang="en-SG"/>
          <a:t>Is there any agentic specific criteria/metrics that we should track instead of just traditional uptime or whatever?</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4CD0C709-520C-4F3B-ACCD-DFD2E5745D8F}" authorId="{97ED3D8B-D485-D0C5-EBAD-7A731A1C3D38}" created="2026-05-17T04:15:47.222">
    <pc:sldMkLst xmlns:pc="http://schemas.microsoft.com/office/powerpoint/2013/main/command">
      <pc:docMk/>
      <pc:sldMk cId="0" sldId="265"/>
    </pc:sldMkLst>
    <p188:txBody>
      <a:bodyPr/>
      <a:lstStyle/>
      <a:p>
        <a:r>
          <a:rPr lang="en-SG"/>
          <a:t>I think the choice of which tech to use for the observability viewing, e.g., LangFuse or LangSmith, shouldn’t fall to Ops team’s purview but instead App &amp; Data. Ops team’s duty is to determine how best to pipe the traces and logs, how to surface them and link/correlate them together. Whatever tech we use shouldn’t matter or should be swappable</a:t>
        </a:r>
      </a:p>
    </p188:txBody>
  </p188:cm>
  <p188:cm id="{A10B504E-55F9-480D-8215-4D20E280272A}" authorId="{97ED3D8B-D485-D0C5-EBAD-7A731A1C3D38}" created="2026-05-18T10:52:58.061">
    <pc:sldMkLst xmlns:pc="http://schemas.microsoft.com/office/powerpoint/2013/main/command">
      <pc:docMk/>
      <pc:sldMk cId="0" sldId="265"/>
    </pc:sldMkLst>
    <p188:txBody>
      <a:bodyPr/>
      <a:lstStyle/>
      <a:p>
        <a:r>
          <a:rPr lang="en-SG"/>
          <a:t>Should be SOC Non-PII LAW and LangFuse will pipe there as well. So no Azure Monitor. Application Insights already used</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59AF9780-561C-433E-AA78-B89A774F0EAD}" authorId="{97ED3D8B-D485-D0C5-EBAD-7A731A1C3D38}" created="2026-05-17T04:18:19.372">
    <pc:sldMkLst xmlns:pc="http://schemas.microsoft.com/office/powerpoint/2013/main/command">
      <pc:docMk/>
      <pc:sldMk cId="0" sldId="275"/>
    </pc:sldMkLst>
    <p188:txBody>
      <a:bodyPr/>
      <a:lstStyle/>
      <a:p>
        <a:r>
          <a:rPr lang="en-SG"/>
          <a:t>I think this one should be under governance team</a:t>
        </a:r>
      </a:p>
    </p188:txBody>
  </p188:cm>
</p188:cmLst>
</file>

<file path=ppt/comments/modernComment_127_2B38C7E7.xml><?xml version="1.0" encoding="utf-8"?>
<p188:cmLst xmlns:a="http://schemas.openxmlformats.org/drawingml/2006/main" xmlns:r="http://schemas.openxmlformats.org/officeDocument/2006/relationships" xmlns:p188="http://schemas.microsoft.com/office/powerpoint/2018/8/main">
  <p188:cm id="{4AF7D0A7-D601-4242-857D-117EF5849222}" authorId="{97ED3D8B-D485-D0C5-EBAD-7A731A1C3D38}" status="resolved" created="2026-05-17T04:14:24.781" complete="100000">
    <pc:sldMkLst xmlns:pc="http://schemas.microsoft.com/office/powerpoint/2013/main/command">
      <pc:docMk/>
      <pc:sldMk cId="0" sldId="264"/>
    </pc:sldMkLst>
    <p188:txBody>
      <a:bodyPr/>
      <a:lstStyle/>
      <a:p>
        <a:r>
          <a:rPr lang="en-SG"/>
          <a:t>I think we definitely need deterministic unit testing still for the core application logic, and agent evals on top of it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B70821-ECCE-4E08-942C-AC411BA5DD92}" type="datetimeFigureOut">
              <a:rPr lang="en-SG" smtClean="0"/>
              <a:t>17/5/2026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8575F-C0BF-4301-B858-321AD926EC45}" type="slidenum">
              <a:rPr lang="en-SG" smtClean="0"/>
              <a:t>‹#›</a:t>
            </a:fld>
            <a:endParaRPr lang="en-SG"/>
          </a:p>
        </p:txBody>
      </p:sp>
    </p:spTree>
    <p:extLst>
      <p:ext uri="{BB962C8B-B14F-4D97-AF65-F5344CB8AC3E}">
        <p14:creationId xmlns:p14="http://schemas.microsoft.com/office/powerpoint/2010/main" val="201534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linkedin.com/company/iras" TargetMode="External"/><Relationship Id="rId18" Type="http://schemas.openxmlformats.org/officeDocument/2006/relationships/image" Target="../media/image12.png"/><Relationship Id="rId3" Type="http://schemas.openxmlformats.org/officeDocument/2006/relationships/hyperlink" Target="https://www.iras.gov.sg/" TargetMode="External"/><Relationship Id="rId7" Type="http://schemas.openxmlformats.org/officeDocument/2006/relationships/hyperlink" Target="https://www.instagram.com/irassg/" TargetMode="External"/><Relationship Id="rId12" Type="http://schemas.openxmlformats.org/officeDocument/2006/relationships/image" Target="../media/image9.png"/><Relationship Id="rId17" Type="http://schemas.openxmlformats.org/officeDocument/2006/relationships/hyperlink" Target="https://t.me/irassg" TargetMode="External"/><Relationship Id="rId2" Type="http://schemas.openxmlformats.org/officeDocument/2006/relationships/image" Target="../media/image2.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6.png"/><Relationship Id="rId11" Type="http://schemas.openxmlformats.org/officeDocument/2006/relationships/hyperlink" Target="https://www.x.com/iras_sg" TargetMode="External"/><Relationship Id="rId5" Type="http://schemas.openxmlformats.org/officeDocument/2006/relationships/hyperlink" Target="https://www.facebook.com/irassg" TargetMode="External"/><Relationship Id="rId15" Type="http://schemas.openxmlformats.org/officeDocument/2006/relationships/hyperlink" Target="https://www.youtube.com/channel/UCVWvCzqueXUdrT7VdnrnpaQ" TargetMode="External"/><Relationship Id="rId10" Type="http://schemas.openxmlformats.org/officeDocument/2006/relationships/image" Target="../media/image8.png"/><Relationship Id="rId19" Type="http://schemas.openxmlformats.org/officeDocument/2006/relationships/hyperlink" Target="https://whatsapp.com/channel/0029VZzNwbsEAKW8218Tl60R" TargetMode="External"/><Relationship Id="rId4" Type="http://schemas.openxmlformats.org/officeDocument/2006/relationships/image" Target="../media/image5.png"/><Relationship Id="rId9" Type="http://schemas.openxmlformats.org/officeDocument/2006/relationships/hyperlink" Target="https://www.tiktok.com/@irassg" TargetMode="External"/><Relationship Id="rId14"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hyperlink" Target="http://linkedin.com/company/iras" TargetMode="External"/><Relationship Id="rId18" Type="http://schemas.openxmlformats.org/officeDocument/2006/relationships/image" Target="../media/image25.png"/><Relationship Id="rId3" Type="http://schemas.openxmlformats.org/officeDocument/2006/relationships/hyperlink" Target="https://www.iras.gov.sg/" TargetMode="External"/><Relationship Id="rId7" Type="http://schemas.openxmlformats.org/officeDocument/2006/relationships/hyperlink" Target="https://www.instagram.com/irassg/" TargetMode="External"/><Relationship Id="rId12" Type="http://schemas.openxmlformats.org/officeDocument/2006/relationships/image" Target="../media/image22.png"/><Relationship Id="rId17" Type="http://schemas.openxmlformats.org/officeDocument/2006/relationships/hyperlink" Target="https://t.me/irassg" TargetMode="External"/><Relationship Id="rId2" Type="http://schemas.openxmlformats.org/officeDocument/2006/relationships/image" Target="../media/image14.png"/><Relationship Id="rId16" Type="http://schemas.openxmlformats.org/officeDocument/2006/relationships/image" Target="../media/image24.png"/><Relationship Id="rId20" Type="http://schemas.openxmlformats.org/officeDocument/2006/relationships/image" Target="../media/image26.png"/><Relationship Id="rId1" Type="http://schemas.openxmlformats.org/officeDocument/2006/relationships/slideMaster" Target="../slideMasters/slideMaster3.xml"/><Relationship Id="rId6" Type="http://schemas.openxmlformats.org/officeDocument/2006/relationships/image" Target="../media/image19.png"/><Relationship Id="rId11" Type="http://schemas.openxmlformats.org/officeDocument/2006/relationships/hyperlink" Target="https://www.x.com/iras_sg" TargetMode="External"/><Relationship Id="rId5" Type="http://schemas.openxmlformats.org/officeDocument/2006/relationships/hyperlink" Target="https://www.facebook.com/irassg" TargetMode="External"/><Relationship Id="rId15" Type="http://schemas.openxmlformats.org/officeDocument/2006/relationships/hyperlink" Target="https://www.youtube.com/channel/UCVWvCzqueXUdrT7VdnrnpaQ" TargetMode="External"/><Relationship Id="rId10" Type="http://schemas.openxmlformats.org/officeDocument/2006/relationships/image" Target="../media/image21.png"/><Relationship Id="rId19" Type="http://schemas.openxmlformats.org/officeDocument/2006/relationships/hyperlink" Target="https://whatsapp.com/channel/0029VZzNwbsEAKW8218Tl60R" TargetMode="External"/><Relationship Id="rId4" Type="http://schemas.openxmlformats.org/officeDocument/2006/relationships/image" Target="../media/image18.png"/><Relationship Id="rId9" Type="http://schemas.openxmlformats.org/officeDocument/2006/relationships/hyperlink" Target="https://www.tiktok.com/@irassg" TargetMode="External"/><Relationship Id="rId14" Type="http://schemas.openxmlformats.org/officeDocument/2006/relationships/image" Target="../media/image2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F4BD-9E67-6131-13D7-62B9492D96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D91C1B2-48C4-B5B8-A716-99125EE266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7630F83C-2070-A248-5204-8A2479E4573C}"/>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092166BC-1FF2-15D1-73C5-D0C17ACAF21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6C7AB63-39B1-B608-7B22-0978E35F6087}"/>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448608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D6F6-D2D0-84CD-E1D1-A86431A7AAA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37655F-E193-3FC0-6A12-4EDF1D6EE9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E38BECD-2E85-9E25-BB66-0E783FDD7071}"/>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D665E9AC-673C-9A00-FCCC-A3ED0F44516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BB90C82-A54F-1470-8261-8AF7DE0B68B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73832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5FDA-6CF2-BF36-6007-EEFDD4148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A99C36B-9026-5BE7-C39D-1FA43E61F1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B540A0-58A9-AF42-E33B-467F882CE4BD}"/>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5BBD2BED-833E-5E75-EB88-4F7EF4DAD86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BE5C3B-2A48-FF82-EFE5-860B9DB623AC}"/>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295304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A02B-D9C8-8C71-7B8E-D088DEE553CD}"/>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8EAAD55-9333-0823-1AED-07F11FC78C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911FE43D-C70C-7550-6CFD-76B01CEF2D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3C346A4-74A1-29FF-8F3D-A074EE94005C}"/>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6" name="Footer Placeholder 5">
            <a:extLst>
              <a:ext uri="{FF2B5EF4-FFF2-40B4-BE49-F238E27FC236}">
                <a16:creationId xmlns:a16="http://schemas.microsoft.com/office/drawing/2014/main" id="{006F4861-B4FA-8361-BDC0-4D74BF06029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AAA52FB-D5F6-B1E5-4EA1-E5B1A8EB26ED}"/>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93516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CD99-4CEE-11AA-5E35-CAE3E4BD0162}"/>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ECA3DD5-B455-544B-9276-7475AA41A5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E8A1F1-024E-389F-0642-AC0B5BA4CB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D76E75-D561-B64C-13EC-170CEF4730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BE50D-7CE9-F541-9B72-C82E1445F3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248AE02-FDB3-C5F0-C4C0-F36EE81BA7BA}"/>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8" name="Footer Placeholder 7">
            <a:extLst>
              <a:ext uri="{FF2B5EF4-FFF2-40B4-BE49-F238E27FC236}">
                <a16:creationId xmlns:a16="http://schemas.microsoft.com/office/drawing/2014/main" id="{F1BF9D78-3855-5EFC-CE2F-90D2A5386B61}"/>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C6FF48B0-997D-DC9C-7A23-8FB1E855854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817593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8F18-E726-2EF0-BE86-F5453F544154}"/>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B471B8D-D7C4-C892-AE4D-B858E327F972}"/>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4" name="Footer Placeholder 3">
            <a:extLst>
              <a:ext uri="{FF2B5EF4-FFF2-40B4-BE49-F238E27FC236}">
                <a16:creationId xmlns:a16="http://schemas.microsoft.com/office/drawing/2014/main" id="{D68CE4D6-E7E2-2FD9-4EC1-BC98523A51A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A3DF215-A138-1BEC-2D94-49C62C57E50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13924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549D35-34FC-6A29-9D3C-1C604826C90C}"/>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3" name="Footer Placeholder 2">
            <a:extLst>
              <a:ext uri="{FF2B5EF4-FFF2-40B4-BE49-F238E27FC236}">
                <a16:creationId xmlns:a16="http://schemas.microsoft.com/office/drawing/2014/main" id="{05D8E435-7E51-C2B5-72B3-3FD4D4F78FA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EF03FC7-B1D8-D525-A32C-E05FB2F3DF7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744239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1230-CD0E-87F0-66C7-E4B042AC3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140698E-0E24-27D5-DB55-FC0777D4A9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A1680235-55A4-CAF8-0AF6-FA737DE01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E2D31-170E-E75A-E482-5A2DF893AD1B}"/>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6" name="Footer Placeholder 5">
            <a:extLst>
              <a:ext uri="{FF2B5EF4-FFF2-40B4-BE49-F238E27FC236}">
                <a16:creationId xmlns:a16="http://schemas.microsoft.com/office/drawing/2014/main" id="{8F07762B-FA01-3D24-AA39-75E3653F43A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F7B03CF-1499-CFE3-D649-CFA3BBD59EF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69613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3746-5BE3-D859-4432-929A8485D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9398D0E-D299-3CF4-AEDC-CDD040CF6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AFF1CB9-CE0D-66F8-1789-02B54CAB8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3881A7-6552-4823-B5C9-94EF8F62A5F4}"/>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6" name="Footer Placeholder 5">
            <a:extLst>
              <a:ext uri="{FF2B5EF4-FFF2-40B4-BE49-F238E27FC236}">
                <a16:creationId xmlns:a16="http://schemas.microsoft.com/office/drawing/2014/main" id="{32149BAA-8861-9E49-BAF2-DACE06DCBF0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EA0E42D-ADDE-A6E9-3EA5-C8EF762E5DE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99212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558F-79B5-CAB6-50F8-F901DCA3D02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EEA21AA-7BBD-349B-C6EF-374795B5E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308A0CC-D361-42D9-90F7-C6D474AB5F72}"/>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1694501F-7606-2994-B3FC-9E1BF3B7C53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D2ABD95-1DC3-5C61-58AB-1E720C44317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07457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6AD9FC-7D4B-E054-61D0-F2C55C3886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0763937-027E-F945-ABD1-F0C173D66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9A3A007-D4FF-5B6B-92FC-A9A6A7114309}"/>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FFD44B91-B8B8-D63D-0B18-FD80F506C84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7D2A8CD-9328-E406-1865-FE639036229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241215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567035"/>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6335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6488"/>
            <a:ext cx="12202406" cy="6864488"/>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grpSp>
        <p:nvGrpSpPr>
          <p:cNvPr id="23" name="Group 22">
            <a:extLst>
              <a:ext uri="{FF2B5EF4-FFF2-40B4-BE49-F238E27FC236}">
                <a16:creationId xmlns:a16="http://schemas.microsoft.com/office/drawing/2014/main" id="{FFA45A03-48CA-6C80-5699-E2BF5E0E453E}"/>
              </a:ext>
            </a:extLst>
          </p:cNvPr>
          <p:cNvGrpSpPr/>
          <p:nvPr userDrawn="1"/>
        </p:nvGrpSpPr>
        <p:grpSpPr>
          <a:xfrm>
            <a:off x="0" y="554836"/>
            <a:ext cx="4569154" cy="5748327"/>
            <a:chOff x="0" y="554836"/>
            <a:chExt cx="4569154" cy="5748327"/>
          </a:xfrm>
        </p:grpSpPr>
        <p:sp>
          <p:nvSpPr>
            <p:cNvPr id="22" name="Freeform 21">
              <a:extLst>
                <a:ext uri="{FF2B5EF4-FFF2-40B4-BE49-F238E27FC236}">
                  <a16:creationId xmlns:a16="http://schemas.microsoft.com/office/drawing/2014/main" id="{8174D15F-250A-9850-9CB0-F6D2F56DADD4}"/>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3" name="Freeform 12">
              <a:extLst>
                <a:ext uri="{FF2B5EF4-FFF2-40B4-BE49-F238E27FC236}">
                  <a16:creationId xmlns:a16="http://schemas.microsoft.com/office/drawing/2014/main" id="{E32C35DA-92AC-B5E9-FDB4-0DA506B21754}"/>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8" name="Freeform 7">
            <a:extLst>
              <a:ext uri="{FF2B5EF4-FFF2-40B4-BE49-F238E27FC236}">
                <a16:creationId xmlns:a16="http://schemas.microsoft.com/office/drawing/2014/main" id="{F2F075DC-010F-67C9-02A0-20CEBB8A854A}"/>
              </a:ext>
            </a:extLst>
          </p:cNvPr>
          <p:cNvSpPr/>
          <p:nvPr userDrawn="1"/>
        </p:nvSpPr>
        <p:spPr>
          <a:xfrm>
            <a:off x="10789920" y="461785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Freeform 8">
            <a:extLst>
              <a:ext uri="{FF2B5EF4-FFF2-40B4-BE49-F238E27FC236}">
                <a16:creationId xmlns:a16="http://schemas.microsoft.com/office/drawing/2014/main" id="{77C2D8CD-A91A-8531-9CB6-F7EA15775CDC}"/>
              </a:ext>
            </a:extLst>
          </p:cNvPr>
          <p:cNvSpPr/>
          <p:nvPr userDrawn="1"/>
        </p:nvSpPr>
        <p:spPr>
          <a:xfrm>
            <a:off x="10789920" y="341200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4F982CFB-B954-F5BC-8645-769B14D3D8D4}"/>
              </a:ext>
            </a:extLst>
          </p:cNvPr>
          <p:cNvSpPr/>
          <p:nvPr userDrawn="1"/>
        </p:nvSpPr>
        <p:spPr>
          <a:xfrm>
            <a:off x="9705646" y="394729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DB1CF321-B883-B77E-1E45-12A89D037AFC}"/>
              </a:ext>
            </a:extLst>
          </p:cNvPr>
          <p:cNvSpPr/>
          <p:nvPr userDrawn="1"/>
        </p:nvSpPr>
        <p:spPr>
          <a:xfrm>
            <a:off x="9705646" y="274652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userDrawn="1">
            <p:ph type="subTitle" idx="1"/>
          </p:nvPr>
        </p:nvSpPr>
        <p:spPr>
          <a:xfrm>
            <a:off x="8604908" y="5255179"/>
            <a:ext cx="2856136" cy="990661"/>
          </a:xfrm>
        </p:spPr>
        <p:txBody>
          <a:bodyPr>
            <a:normAutofit/>
          </a:bodyPr>
          <a:lstStyle>
            <a:lvl1pPr marL="0" indent="0" algn="l">
              <a:buNone/>
              <a:defRPr lang="en-US" sz="2000" kern="1200" dirty="0">
                <a:solidFill>
                  <a:srgbClr val="ECF6FC"/>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2" name="Picture 11">
            <a:extLst>
              <a:ext uri="{FF2B5EF4-FFF2-40B4-BE49-F238E27FC236}">
                <a16:creationId xmlns:a16="http://schemas.microsoft.com/office/drawing/2014/main" id="{F507D1FB-A266-4BC5-C7DA-22E57F83A2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grpSp>
        <p:nvGrpSpPr>
          <p:cNvPr id="21" name="Group 20">
            <a:extLst>
              <a:ext uri="{FF2B5EF4-FFF2-40B4-BE49-F238E27FC236}">
                <a16:creationId xmlns:a16="http://schemas.microsoft.com/office/drawing/2014/main" id="{35777A2D-2709-A28C-4B53-9FA2FD959A1F}"/>
              </a:ext>
            </a:extLst>
          </p:cNvPr>
          <p:cNvGrpSpPr/>
          <p:nvPr userDrawn="1"/>
        </p:nvGrpSpPr>
        <p:grpSpPr>
          <a:xfrm>
            <a:off x="5334000" y="6274676"/>
            <a:ext cx="6858000" cy="583324"/>
            <a:chOff x="5334000" y="6274676"/>
            <a:chExt cx="6858000" cy="583324"/>
          </a:xfrm>
        </p:grpSpPr>
        <p:sp>
          <p:nvSpPr>
            <p:cNvPr id="20" name="Right Triangle 19">
              <a:extLst>
                <a:ext uri="{FF2B5EF4-FFF2-40B4-BE49-F238E27FC236}">
                  <a16:creationId xmlns:a16="http://schemas.microsoft.com/office/drawing/2014/main" id="{20C620F9-6C65-AEF5-9EBB-297DCC8D93EA}"/>
                </a:ext>
              </a:extLst>
            </p:cNvPr>
            <p:cNvSpPr/>
            <p:nvPr userDrawn="1"/>
          </p:nvSpPr>
          <p:spPr>
            <a:xfrm rot="16200000">
              <a:off x="10581289" y="5247289"/>
              <a:ext cx="583324" cy="2638097"/>
            </a:xfrm>
            <a:prstGeom prst="rtTriangle">
              <a:avLst/>
            </a:prstGeom>
            <a:solidFill>
              <a:srgbClr val="21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48F387C0-BA07-3D3F-61CA-AC6201771322}"/>
                </a:ext>
              </a:extLst>
            </p:cNvPr>
            <p:cNvSpPr/>
            <p:nvPr userDrawn="1"/>
          </p:nvSpPr>
          <p:spPr>
            <a:xfrm rot="16200000">
              <a:off x="8634248" y="3300248"/>
              <a:ext cx="257503" cy="6858000"/>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5029136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2120831-E1F0-B7CA-61F5-ACAAEC3A4E3F}"/>
              </a:ext>
            </a:extLst>
          </p:cNvPr>
          <p:cNvSpPr/>
          <p:nvPr userDrawn="1"/>
        </p:nvSpPr>
        <p:spPr>
          <a:xfrm>
            <a:off x="0" y="1320"/>
            <a:ext cx="12192000" cy="685668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8604908" y="5255179"/>
            <a:ext cx="2856136" cy="990661"/>
          </a:xfrm>
        </p:spPr>
        <p:txBody>
          <a:bodyPr>
            <a:normAutofit/>
          </a:bodyPr>
          <a:lstStyle>
            <a:lvl1pPr marL="0" indent="0" algn="l">
              <a:buNone/>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40C68E95-86A9-1AEC-988F-870CF0509F28}"/>
              </a:ext>
            </a:extLst>
          </p:cNvPr>
          <p:cNvSpPr/>
          <p:nvPr userDrawn="1"/>
        </p:nvSpPr>
        <p:spPr>
          <a:xfrm>
            <a:off x="10789920" y="489373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02727E51-704B-245B-2A32-978C64030AA0}"/>
              </a:ext>
            </a:extLst>
          </p:cNvPr>
          <p:cNvSpPr/>
          <p:nvPr userDrawn="1"/>
        </p:nvSpPr>
        <p:spPr>
          <a:xfrm>
            <a:off x="10789920" y="368788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8AEBFF9D-A0DF-261E-E582-AA53B7EA8BC3}"/>
              </a:ext>
            </a:extLst>
          </p:cNvPr>
          <p:cNvSpPr/>
          <p:nvPr userDrawn="1"/>
        </p:nvSpPr>
        <p:spPr>
          <a:xfrm>
            <a:off x="9705646" y="422317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87F09748-B4F8-32CD-0403-EDA5188E836C}"/>
              </a:ext>
            </a:extLst>
          </p:cNvPr>
          <p:cNvSpPr/>
          <p:nvPr userDrawn="1"/>
        </p:nvSpPr>
        <p:spPr>
          <a:xfrm>
            <a:off x="9705646" y="302240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nvGrpSpPr>
          <p:cNvPr id="8" name="Group 7">
            <a:extLst>
              <a:ext uri="{FF2B5EF4-FFF2-40B4-BE49-F238E27FC236}">
                <a16:creationId xmlns:a16="http://schemas.microsoft.com/office/drawing/2014/main" id="{E1AA728D-47C1-4973-B15D-F9D7CAD3F1CD}"/>
              </a:ext>
            </a:extLst>
          </p:cNvPr>
          <p:cNvGrpSpPr/>
          <p:nvPr userDrawn="1"/>
        </p:nvGrpSpPr>
        <p:grpSpPr>
          <a:xfrm>
            <a:off x="-7057" y="581429"/>
            <a:ext cx="4569154" cy="5748327"/>
            <a:chOff x="0" y="554836"/>
            <a:chExt cx="4569154" cy="5748327"/>
          </a:xfrm>
          <a:solidFill>
            <a:srgbClr val="FFFFFF"/>
          </a:solidFill>
        </p:grpSpPr>
        <p:sp>
          <p:nvSpPr>
            <p:cNvPr id="9" name="Freeform 8">
              <a:extLst>
                <a:ext uri="{FF2B5EF4-FFF2-40B4-BE49-F238E27FC236}">
                  <a16:creationId xmlns:a16="http://schemas.microsoft.com/office/drawing/2014/main" id="{4CD10C20-C626-E285-5CF1-68D72F549DE9}"/>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67994038-063F-6DA4-A475-8D67F994A071}"/>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pic>
        <p:nvPicPr>
          <p:cNvPr id="12" name="Picture 11">
            <a:extLst>
              <a:ext uri="{FF2B5EF4-FFF2-40B4-BE49-F238E27FC236}">
                <a16:creationId xmlns:a16="http://schemas.microsoft.com/office/drawing/2014/main" id="{9345A8F4-CC3D-AE53-6879-E58F50E2C9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grpSp>
        <p:nvGrpSpPr>
          <p:cNvPr id="14" name="Group 13">
            <a:extLst>
              <a:ext uri="{FF2B5EF4-FFF2-40B4-BE49-F238E27FC236}">
                <a16:creationId xmlns:a16="http://schemas.microsoft.com/office/drawing/2014/main" id="{843F9F94-8E38-BF84-F36C-A02B7A0BA469}"/>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E3CB1439-D410-F553-BBA8-A03EC28ED384}"/>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4515BE05-3B0B-A01C-0463-64E3D152984B}"/>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3173318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5CF3292-BA41-D34E-CF88-A5ACA38CD163}"/>
              </a:ext>
            </a:extLst>
          </p:cNvPr>
          <p:cNvSpPr/>
          <p:nvPr userDrawn="1"/>
        </p:nvSpPr>
        <p:spPr>
          <a:xfrm>
            <a:off x="0" y="0"/>
            <a:ext cx="1223023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90E58835-6407-6496-07BF-2A202649DE0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150"/>
          <a:stretch/>
        </p:blipFill>
        <p:spPr>
          <a:xfrm>
            <a:off x="-38230" y="208402"/>
            <a:ext cx="8089154" cy="6658580"/>
          </a:xfrm>
          <a:prstGeom prst="rect">
            <a:avLst/>
          </a:prstGeom>
        </p:spPr>
      </p:pic>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19" name="Freeform 18">
            <a:extLst>
              <a:ext uri="{FF2B5EF4-FFF2-40B4-BE49-F238E27FC236}">
                <a16:creationId xmlns:a16="http://schemas.microsoft.com/office/drawing/2014/main" id="{D2E58EFF-45B8-F6B5-7B46-806824C80ED5}"/>
              </a:ext>
            </a:extLst>
          </p:cNvPr>
          <p:cNvSpPr/>
          <p:nvPr userDrawn="1"/>
        </p:nvSpPr>
        <p:spPr>
          <a:xfrm>
            <a:off x="5404102" y="564847"/>
            <a:ext cx="1554212" cy="1554212"/>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005AAB">
                <a:alpha val="32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BFA307B4-F0D0-91D1-18B3-6159164C5ABE}"/>
              </a:ext>
            </a:extLst>
          </p:cNvPr>
          <p:cNvSpPr/>
          <p:nvPr userDrawn="1"/>
        </p:nvSpPr>
        <p:spPr>
          <a:xfrm>
            <a:off x="-38230" y="1"/>
            <a:ext cx="1623535" cy="899187"/>
          </a:xfrm>
          <a:custGeom>
            <a:avLst/>
            <a:gdLst>
              <a:gd name="connsiteX0" fmla="*/ 0 w 1623535"/>
              <a:gd name="connsiteY0" fmla="*/ 0 h 899187"/>
              <a:gd name="connsiteX1" fmla="*/ 1623535 w 1623535"/>
              <a:gd name="connsiteY1" fmla="*/ 0 h 899187"/>
              <a:gd name="connsiteX2" fmla="*/ 1575984 w 1623535"/>
              <a:gd name="connsiteY2" fmla="*/ 98712 h 899187"/>
              <a:gd name="connsiteX3" fmla="*/ 231042 w 1623535"/>
              <a:gd name="connsiteY3" fmla="*/ 899187 h 899187"/>
              <a:gd name="connsiteX4" fmla="*/ 74654 w 1623535"/>
              <a:gd name="connsiteY4" fmla="*/ 891290 h 899187"/>
              <a:gd name="connsiteX5" fmla="*/ 0 w 1623535"/>
              <a:gd name="connsiteY5" fmla="*/ 879897 h 89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535" h="899187">
                <a:moveTo>
                  <a:pt x="0" y="0"/>
                </a:moveTo>
                <a:lnTo>
                  <a:pt x="1623535" y="0"/>
                </a:lnTo>
                <a:lnTo>
                  <a:pt x="1575984" y="98712"/>
                </a:lnTo>
                <a:cubicBezTo>
                  <a:pt x="1316971" y="575511"/>
                  <a:pt x="811806" y="899187"/>
                  <a:pt x="231042" y="899187"/>
                </a:cubicBezTo>
                <a:cubicBezTo>
                  <a:pt x="178245" y="899187"/>
                  <a:pt x="126073" y="896512"/>
                  <a:pt x="74654" y="891290"/>
                </a:cubicBezTo>
                <a:lnTo>
                  <a:pt x="0" y="879897"/>
                </a:ln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p:nvPr>
        </p:nvSpPr>
        <p:spPr>
          <a:xfrm>
            <a:off x="4526159" y="2152314"/>
            <a:ext cx="7239810" cy="2387600"/>
          </a:xfrm>
        </p:spPr>
        <p:txBody>
          <a:bodyPr anchor="b">
            <a:normAutofit/>
          </a:bodyPr>
          <a:lstStyle>
            <a:lvl1pPr marL="0" indent="9525" algn="l">
              <a:tabLst/>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sp>
        <p:nvSpPr>
          <p:cNvPr id="11" name="Freeform 10">
            <a:extLst>
              <a:ext uri="{FF2B5EF4-FFF2-40B4-BE49-F238E27FC236}">
                <a16:creationId xmlns:a16="http://schemas.microsoft.com/office/drawing/2014/main" id="{3AE7D4A6-0DE3-272C-39C4-1556B8BBEFDF}"/>
              </a:ext>
            </a:extLst>
          </p:cNvPr>
          <p:cNvSpPr/>
          <p:nvPr userDrawn="1"/>
        </p:nvSpPr>
        <p:spPr>
          <a:xfrm>
            <a:off x="6648809" y="5373264"/>
            <a:ext cx="3054574" cy="1484737"/>
          </a:xfrm>
          <a:custGeom>
            <a:avLst/>
            <a:gdLst>
              <a:gd name="connsiteX0" fmla="*/ 1527287 w 3054574"/>
              <a:gd name="connsiteY0" fmla="*/ 0 h 1484737"/>
              <a:gd name="connsiteX1" fmla="*/ 3048940 w 3054574"/>
              <a:gd name="connsiteY1" fmla="*/ 1373163 h 1484737"/>
              <a:gd name="connsiteX2" fmla="*/ 3054574 w 3054574"/>
              <a:gd name="connsiteY2" fmla="*/ 1484737 h 1484737"/>
              <a:gd name="connsiteX3" fmla="*/ 2032674 w 3054574"/>
              <a:gd name="connsiteY3" fmla="*/ 1484737 h 1484737"/>
              <a:gd name="connsiteX4" fmla="*/ 2032674 w 3054574"/>
              <a:gd name="connsiteY4" fmla="*/ 1027952 h 1484737"/>
              <a:gd name="connsiteX5" fmla="*/ 1016797 w 3054574"/>
              <a:gd name="connsiteY5" fmla="*/ 1027952 h 1484737"/>
              <a:gd name="connsiteX6" fmla="*/ 1016797 w 3054574"/>
              <a:gd name="connsiteY6" fmla="*/ 1484737 h 1484737"/>
              <a:gd name="connsiteX7" fmla="*/ 0 w 3054574"/>
              <a:gd name="connsiteY7" fmla="*/ 1484737 h 1484737"/>
              <a:gd name="connsiteX8" fmla="*/ 5634 w 3054574"/>
              <a:gd name="connsiteY8" fmla="*/ 1373163 h 1484737"/>
              <a:gd name="connsiteX9" fmla="*/ 1527287 w 3054574"/>
              <a:gd name="connsiteY9" fmla="*/ 0 h 148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4574" h="1484737">
                <a:moveTo>
                  <a:pt x="1527287" y="0"/>
                </a:moveTo>
                <a:cubicBezTo>
                  <a:pt x="2319238" y="0"/>
                  <a:pt x="2970612" y="601877"/>
                  <a:pt x="3048940" y="1373163"/>
                </a:cubicBezTo>
                <a:lnTo>
                  <a:pt x="3054574" y="1484737"/>
                </a:lnTo>
                <a:lnTo>
                  <a:pt x="2032674" y="1484737"/>
                </a:lnTo>
                <a:lnTo>
                  <a:pt x="2032674" y="1027952"/>
                </a:lnTo>
                <a:lnTo>
                  <a:pt x="1016797" y="1027952"/>
                </a:lnTo>
                <a:lnTo>
                  <a:pt x="1016797" y="1484737"/>
                </a:lnTo>
                <a:lnTo>
                  <a:pt x="0" y="1484737"/>
                </a:lnTo>
                <a:lnTo>
                  <a:pt x="5634" y="1373163"/>
                </a:lnTo>
                <a:cubicBezTo>
                  <a:pt x="83962" y="601877"/>
                  <a:pt x="735336" y="0"/>
                  <a:pt x="1527287" y="0"/>
                </a:cubicBez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4511675" y="4771302"/>
            <a:ext cx="5381341" cy="990661"/>
          </a:xfrm>
        </p:spPr>
        <p:txBody>
          <a:bodyPr>
            <a:normAutofit/>
          </a:bodyPr>
          <a:lstStyle>
            <a:lvl1pPr marL="0" indent="50800" algn="l">
              <a:buNone/>
              <a:tabLst/>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6" name="Picture 5">
            <a:extLst>
              <a:ext uri="{FF2B5EF4-FFF2-40B4-BE49-F238E27FC236}">
                <a16:creationId xmlns:a16="http://schemas.microsoft.com/office/drawing/2014/main" id="{46E142BC-FE7C-DDFE-68D3-6239870A600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spTree>
    <p:extLst>
      <p:ext uri="{BB962C8B-B14F-4D97-AF65-F5344CB8AC3E}">
        <p14:creationId xmlns:p14="http://schemas.microsoft.com/office/powerpoint/2010/main" val="970199859"/>
      </p:ext>
    </p:extLst>
  </p:cSld>
  <p:clrMapOvr>
    <a:masterClrMapping/>
  </p:clrMapOvr>
  <p:extLst>
    <p:ext uri="{DCECCB84-F9BA-43D5-87BE-67443E8EF086}">
      <p15:sldGuideLst xmlns:p15="http://schemas.microsoft.com/office/powerpoint/2012/main">
        <p15:guide id="1" orient="horz" pos="2160">
          <p15:clr>
            <a:srgbClr val="FBAE40"/>
          </p15:clr>
        </p15:guide>
        <p15:guide id="2" pos="28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8805223"/>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1063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lide Number Placeholder 5">
            <a:extLst>
              <a:ext uri="{FF2B5EF4-FFF2-40B4-BE49-F238E27FC236}">
                <a16:creationId xmlns:a16="http://schemas.microsoft.com/office/drawing/2014/main" id="{CC0864E1-F08A-EB51-4148-CEB390275C5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3" name="Date Placeholder 3">
            <a:extLst>
              <a:ext uri="{FF2B5EF4-FFF2-40B4-BE49-F238E27FC236}">
                <a16:creationId xmlns:a16="http://schemas.microsoft.com/office/drawing/2014/main" id="{E5BB4880-141C-051F-4230-C5FE42A43C50}"/>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4" name="Footer Placeholder 4">
            <a:extLst>
              <a:ext uri="{FF2B5EF4-FFF2-40B4-BE49-F238E27FC236}">
                <a16:creationId xmlns:a16="http://schemas.microsoft.com/office/drawing/2014/main" id="{A0A14C03-5607-C4FF-B96A-C798366456B9}"/>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041DA8FE-F2DA-08CD-C4A4-11B9DD3FF395}"/>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B368D7A3-C662-1A00-53B1-D310597AD525}"/>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68738101-02B8-AA95-EF26-C3C57A427F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868E9000-22E6-76D6-FCCF-2ED169DC8CB9}"/>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ED51E26B-4ECF-88C7-EF6E-482041ACD40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CF4E57DE-F122-C3A6-F8EB-71DF80FAAFB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855961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10048"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BD8A00FD-3D92-F06D-995C-0FC2FF583E5D}"/>
              </a:ext>
            </a:extLst>
          </p:cNvPr>
          <p:cNvGrpSpPr/>
          <p:nvPr userDrawn="1"/>
        </p:nvGrpSpPr>
        <p:grpSpPr>
          <a:xfrm>
            <a:off x="284582" y="5053083"/>
            <a:ext cx="1669897" cy="2268934"/>
            <a:chOff x="256846" y="331725"/>
            <a:chExt cx="1669897" cy="2268934"/>
          </a:xfrm>
        </p:grpSpPr>
        <p:sp>
          <p:nvSpPr>
            <p:cNvPr id="7" name="Freeform 6">
              <a:extLst>
                <a:ext uri="{FF2B5EF4-FFF2-40B4-BE49-F238E27FC236}">
                  <a16:creationId xmlns:a16="http://schemas.microsoft.com/office/drawing/2014/main" id="{720FEA40-81F6-B034-21F1-E36330146BDA}"/>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7B552142-4427-897A-BF4B-9210D7E59A38}"/>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549B930B-270D-B5BE-0384-72179237B705}"/>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BD6E84B7-C140-F1D8-86C0-E46F1FE572DC}"/>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0" name="Slide Number Placeholder 5">
            <a:extLst>
              <a:ext uri="{FF2B5EF4-FFF2-40B4-BE49-F238E27FC236}">
                <a16:creationId xmlns:a16="http://schemas.microsoft.com/office/drawing/2014/main" id="{DECBCD78-9697-5E2F-C428-2460BF003ABD}"/>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1" name="Date Placeholder 3">
            <a:extLst>
              <a:ext uri="{FF2B5EF4-FFF2-40B4-BE49-F238E27FC236}">
                <a16:creationId xmlns:a16="http://schemas.microsoft.com/office/drawing/2014/main" id="{72C7D018-7F25-CF99-890C-8315AF834FC7}"/>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2" name="Footer Placeholder 4">
            <a:extLst>
              <a:ext uri="{FF2B5EF4-FFF2-40B4-BE49-F238E27FC236}">
                <a16:creationId xmlns:a16="http://schemas.microsoft.com/office/drawing/2014/main" id="{7920A892-FC30-ADF2-3225-54E55685A8C8}"/>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4" name="Freeform 3">
            <a:extLst>
              <a:ext uri="{FF2B5EF4-FFF2-40B4-BE49-F238E27FC236}">
                <a16:creationId xmlns:a16="http://schemas.microsoft.com/office/drawing/2014/main" id="{E56A7035-D94D-04D8-794C-459DAB3AD08C}"/>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1D9E2B85-A8C3-82F8-00E4-7D07F4FB967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marL="0" indent="0">
              <a:buNone/>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6" name="Picture 5">
            <a:extLst>
              <a:ext uri="{FF2B5EF4-FFF2-40B4-BE49-F238E27FC236}">
                <a16:creationId xmlns:a16="http://schemas.microsoft.com/office/drawing/2014/main" id="{1C5362BD-7B08-9BF7-FB89-A052C4CF2E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7256634E-E388-3325-5934-84AFC4AE502F}"/>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5E9C775D-E9C3-BAF4-16AF-AB13362827F7}"/>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16697B31-91A7-9C67-096D-BDDAB27101CE}"/>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4753120"/>
      </p:ext>
    </p:extLst>
  </p:cSld>
  <p:clrMapOvr>
    <a:masterClrMapping/>
  </p:clrMapOvr>
  <p:extLst>
    <p:ext uri="{DCECCB84-F9BA-43D5-87BE-67443E8EF086}">
      <p15:sldGuideLst xmlns:p15="http://schemas.microsoft.com/office/powerpoint/2012/main">
        <p15:guide id="1" orient="horz" pos="2160">
          <p15:clr>
            <a:srgbClr val="FBAE40"/>
          </p15:clr>
        </p15:guide>
        <p15:guide id="2" pos="715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and Text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2"/>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lide Number Placeholder 5">
            <a:extLst>
              <a:ext uri="{FF2B5EF4-FFF2-40B4-BE49-F238E27FC236}">
                <a16:creationId xmlns:a16="http://schemas.microsoft.com/office/drawing/2014/main" id="{B7BD09EE-CACA-DCA0-63D6-A31C60CE867C}"/>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8" name="Date Placeholder 3">
            <a:extLst>
              <a:ext uri="{FF2B5EF4-FFF2-40B4-BE49-F238E27FC236}">
                <a16:creationId xmlns:a16="http://schemas.microsoft.com/office/drawing/2014/main" id="{BBE3141D-8D1A-1D21-AE0C-E71966B4F8D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9" name="Footer Placeholder 4">
            <a:extLst>
              <a:ext uri="{FF2B5EF4-FFF2-40B4-BE49-F238E27FC236}">
                <a16:creationId xmlns:a16="http://schemas.microsoft.com/office/drawing/2014/main" id="{F4E1F3FF-1BE0-8B99-B670-0496F973B9BF}"/>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67E368FC-EF8C-DC00-5D69-176D64FA3CFF}"/>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1AFB849F-9681-A61F-DA6A-5FAC48D97E13}"/>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 20">
            <a:extLst>
              <a:ext uri="{FF2B5EF4-FFF2-40B4-BE49-F238E27FC236}">
                <a16:creationId xmlns:a16="http://schemas.microsoft.com/office/drawing/2014/main" id="{B0E06F8A-12FC-C7DF-3F2B-BA0ED78343D2}"/>
              </a:ext>
            </a:extLst>
          </p:cNvPr>
          <p:cNvGrpSpPr/>
          <p:nvPr userDrawn="1"/>
        </p:nvGrpSpPr>
        <p:grpSpPr>
          <a:xfrm>
            <a:off x="10222956" y="3907687"/>
            <a:ext cx="1669897" cy="2268934"/>
            <a:chOff x="256846" y="331725"/>
            <a:chExt cx="1669897" cy="2268934"/>
          </a:xfrm>
        </p:grpSpPr>
        <p:sp>
          <p:nvSpPr>
            <p:cNvPr id="22" name="Freeform 21">
              <a:extLst>
                <a:ext uri="{FF2B5EF4-FFF2-40B4-BE49-F238E27FC236}">
                  <a16:creationId xmlns:a16="http://schemas.microsoft.com/office/drawing/2014/main" id="{461AE352-1E16-3DE5-0350-23B1ECFC7295}"/>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3" name="Freeform 22">
              <a:extLst>
                <a:ext uri="{FF2B5EF4-FFF2-40B4-BE49-F238E27FC236}">
                  <a16:creationId xmlns:a16="http://schemas.microsoft.com/office/drawing/2014/main" id="{80CB5A76-7C23-A6B8-9046-E57F16F97322}"/>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29923522-C037-90AD-94D2-EB4038BD7D2D}"/>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4F6ED453-7DC8-5748-378E-C38F78A03E4F}"/>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20" name="Content Placeholder 3">
            <a:extLst>
              <a:ext uri="{FF2B5EF4-FFF2-40B4-BE49-F238E27FC236}">
                <a16:creationId xmlns:a16="http://schemas.microsoft.com/office/drawing/2014/main" id="{D144C1CF-C823-09F7-30AE-C9C4F33A32F6}"/>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5" name="Picture 4">
            <a:extLst>
              <a:ext uri="{FF2B5EF4-FFF2-40B4-BE49-F238E27FC236}">
                <a16:creationId xmlns:a16="http://schemas.microsoft.com/office/drawing/2014/main" id="{0C36148C-06A0-7942-DC2D-7AE1241675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6" name="Group 5">
            <a:extLst>
              <a:ext uri="{FF2B5EF4-FFF2-40B4-BE49-F238E27FC236}">
                <a16:creationId xmlns:a16="http://schemas.microsoft.com/office/drawing/2014/main" id="{D1408B6B-01CE-D2F4-6F55-7F9F679BE230}"/>
              </a:ext>
            </a:extLst>
          </p:cNvPr>
          <p:cNvGrpSpPr/>
          <p:nvPr userDrawn="1"/>
        </p:nvGrpSpPr>
        <p:grpSpPr>
          <a:xfrm>
            <a:off x="7409792" y="6400799"/>
            <a:ext cx="4782209" cy="457201"/>
            <a:chOff x="7409792" y="6400799"/>
            <a:chExt cx="4782209" cy="457201"/>
          </a:xfrm>
        </p:grpSpPr>
        <p:sp>
          <p:nvSpPr>
            <p:cNvPr id="7" name="Right Triangle 6">
              <a:extLst>
                <a:ext uri="{FF2B5EF4-FFF2-40B4-BE49-F238E27FC236}">
                  <a16:creationId xmlns:a16="http://schemas.microsoft.com/office/drawing/2014/main" id="{9A91F009-8A94-8CA5-7BA9-EA701106FA9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E3312A93-05EC-2145-432F-8D5763A23BEF}"/>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27531388"/>
      </p:ext>
    </p:extLst>
  </p:cSld>
  <p:clrMapOvr>
    <a:masterClrMapping/>
  </p:clrMapOvr>
  <p:extLst>
    <p:ext uri="{DCECCB84-F9BA-43D5-87BE-67443E8EF086}">
      <p15:sldGuideLst xmlns:p15="http://schemas.microsoft.com/office/powerpoint/2012/main">
        <p15:guide id="1" orient="horz" pos="2160">
          <p15:clr>
            <a:srgbClr val="FBAE40"/>
          </p15:clr>
        </p15:guide>
        <p15:guide id="2" pos="710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0"/>
            <a:ext cx="12202406" cy="6858000"/>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1</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Date Placeholder 8">
            <a:extLst>
              <a:ext uri="{FF2B5EF4-FFF2-40B4-BE49-F238E27FC236}">
                <a16:creationId xmlns:a16="http://schemas.microsoft.com/office/drawing/2014/main" id="{2C7C3A47-5024-D5C2-1550-14C864B52DE8}"/>
              </a:ext>
            </a:extLst>
          </p:cNvPr>
          <p:cNvSpPr>
            <a:spLocks noGrp="1"/>
          </p:cNvSpPr>
          <p:nvPr>
            <p:ph type="dt" sz="half" idx="10"/>
          </p:nvPr>
        </p:nvSpPr>
        <p:spPr/>
        <p:txBody>
          <a:bodyPr/>
          <a:lstStyle>
            <a:lvl1pPr>
              <a:defRPr>
                <a:solidFill>
                  <a:schemeClr val="bg1"/>
                </a:solidFill>
              </a:defRPr>
            </a:lvl1pPr>
          </a:lstStyle>
          <a:p>
            <a:fld id="{24BB3054-D0FF-6949-B6FD-C363344CA48B}" type="datetime1">
              <a:rPr lang="en-SG" smtClean="0"/>
              <a:pPr/>
              <a:t>17/5/2026</a:t>
            </a:fld>
            <a:endParaRPr lang="en-US"/>
          </a:p>
        </p:txBody>
      </p:sp>
      <p:sp>
        <p:nvSpPr>
          <p:cNvPr id="10" name="Footer Placeholder 9">
            <a:extLst>
              <a:ext uri="{FF2B5EF4-FFF2-40B4-BE49-F238E27FC236}">
                <a16:creationId xmlns:a16="http://schemas.microsoft.com/office/drawing/2014/main" id="{C184FD84-FC8D-119D-39C4-A51A288E8B1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0F967868-E27A-E379-71CB-D7D52D68E9E6}"/>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4" name="Picture 3">
            <a:extLst>
              <a:ext uri="{FF2B5EF4-FFF2-40B4-BE49-F238E27FC236}">
                <a16:creationId xmlns:a16="http://schemas.microsoft.com/office/drawing/2014/main" id="{A04FF0F4-DA57-27D5-30E2-9996EAF524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1084443050"/>
      </p:ext>
    </p:extLst>
  </p:cSld>
  <p:clrMapOvr>
    <a:masterClrMapping/>
  </p:clrMapOvr>
  <p:extLst>
    <p:ext uri="{DCECCB84-F9BA-43D5-87BE-67443E8EF086}">
      <p15:sldGuideLst xmlns:p15="http://schemas.microsoft.com/office/powerpoint/2012/main">
        <p15:guide id="2" pos="7151">
          <p15:clr>
            <a:srgbClr val="FBAE40"/>
          </p15:clr>
        </p15:guide>
        <p15:guide id="3" orient="horz" pos="22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vider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2</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Slide Number Placeholder 5">
            <a:extLst>
              <a:ext uri="{FF2B5EF4-FFF2-40B4-BE49-F238E27FC236}">
                <a16:creationId xmlns:a16="http://schemas.microsoft.com/office/drawing/2014/main" id="{764D9953-232D-AAAB-7CA1-4FF4EDD8A7DD}"/>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9B1E1536-27AB-77BC-9C52-6C560AD4B46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322310744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ivider 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0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3</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30" name="Slide Number Placeholder 5">
            <a:extLst>
              <a:ext uri="{FF2B5EF4-FFF2-40B4-BE49-F238E27FC236}">
                <a16:creationId xmlns:a16="http://schemas.microsoft.com/office/drawing/2014/main" id="{053F6043-8612-600E-9C2C-05430811ED41}"/>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24BCBA92-B08F-7B65-A5A4-3C041ECF42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174076432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Divider 4">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005AAB"/>
                </a:solidFill>
                <a:latin typeface="Source Sans Pro" panose="020B0503030403020204" pitchFamily="34" charset="0"/>
                <a:ea typeface="+mj-ea"/>
                <a:cs typeface="+mj-cs"/>
              </a:defRPr>
            </a:lvl1pPr>
          </a:lstStyle>
          <a:p>
            <a:r>
              <a:rPr lang="en-GB"/>
              <a:t>Divider 4</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17" name="Freeform 16">
            <a:extLst>
              <a:ext uri="{FF2B5EF4-FFF2-40B4-BE49-F238E27FC236}">
                <a16:creationId xmlns:a16="http://schemas.microsoft.com/office/drawing/2014/main" id="{5C1C0FE5-44FB-72D5-08D2-45402CEF1E37}"/>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8" name="Freeform 17">
            <a:extLst>
              <a:ext uri="{FF2B5EF4-FFF2-40B4-BE49-F238E27FC236}">
                <a16:creationId xmlns:a16="http://schemas.microsoft.com/office/drawing/2014/main" id="{C5E61D77-3350-1934-C501-11B107E16025}"/>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9" name="Freeform 18">
            <a:extLst>
              <a:ext uri="{FF2B5EF4-FFF2-40B4-BE49-F238E27FC236}">
                <a16:creationId xmlns:a16="http://schemas.microsoft.com/office/drawing/2014/main" id="{7172709F-51B0-3CC2-4EFA-524CF2FC919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Slide Number Placeholder 5">
            <a:extLst>
              <a:ext uri="{FF2B5EF4-FFF2-40B4-BE49-F238E27FC236}">
                <a16:creationId xmlns:a16="http://schemas.microsoft.com/office/drawing/2014/main" id="{A4D8CC7F-D600-AA99-342E-37B4E8A4592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pic>
        <p:nvPicPr>
          <p:cNvPr id="11" name="Picture 10">
            <a:extLst>
              <a:ext uri="{FF2B5EF4-FFF2-40B4-BE49-F238E27FC236}">
                <a16:creationId xmlns:a16="http://schemas.microsoft.com/office/drawing/2014/main" id="{B36C5303-B951-95C6-DEC6-80731DCA9CB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0015" y="367488"/>
            <a:ext cx="1516545" cy="1516545"/>
          </a:xfrm>
          <a:prstGeom prst="rect">
            <a:avLst/>
          </a:prstGeom>
        </p:spPr>
      </p:pic>
    </p:spTree>
    <p:extLst>
      <p:ext uri="{BB962C8B-B14F-4D97-AF65-F5344CB8AC3E}">
        <p14:creationId xmlns:p14="http://schemas.microsoft.com/office/powerpoint/2010/main" val="1708061626"/>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vider 5">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FD7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GB" sz="5400" b="1" kern="1200" dirty="0" smtClean="0">
                <a:solidFill>
                  <a:srgbClr val="005AAB"/>
                </a:solidFill>
                <a:latin typeface="Source Sans Pro" panose="020B0503030403020204" pitchFamily="34" charset="0"/>
                <a:ea typeface="+mj-ea"/>
                <a:cs typeface="+mj-cs"/>
              </a:defRPr>
            </a:lvl1pPr>
          </a:lstStyle>
          <a:p>
            <a:r>
              <a:rPr lang="en-GB"/>
              <a:t>Divider</a:t>
            </a:r>
            <a:r>
              <a:rPr lang="en-US" sz="5400" b="1">
                <a:solidFill>
                  <a:srgbClr val="005AAB"/>
                </a:solidFill>
                <a:latin typeface="Source Sans Pro" panose="020B0503030403020204" pitchFamily="34" charset="0"/>
              </a:rPr>
              <a:t> </a:t>
            </a:r>
            <a:r>
              <a:rPr lang="en-GB"/>
              <a:t>5</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pic>
        <p:nvPicPr>
          <p:cNvPr id="8" name="Picture 7">
            <a:extLst>
              <a:ext uri="{FF2B5EF4-FFF2-40B4-BE49-F238E27FC236}">
                <a16:creationId xmlns:a16="http://schemas.microsoft.com/office/drawing/2014/main" id="{8C809E7A-8E45-6A38-5C59-FE1C753BD2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04194" y="420370"/>
            <a:ext cx="1270000" cy="1384300"/>
          </a:xfrm>
          <a:prstGeom prst="rect">
            <a:avLst/>
          </a:prstGeom>
        </p:spPr>
      </p:pic>
      <p:sp>
        <p:nvSpPr>
          <p:cNvPr id="9" name="Freeform 8">
            <a:extLst>
              <a:ext uri="{FF2B5EF4-FFF2-40B4-BE49-F238E27FC236}">
                <a16:creationId xmlns:a16="http://schemas.microsoft.com/office/drawing/2014/main" id="{1EB840C5-1C75-908B-6D53-75E64C211E25}"/>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2ADDA777-2F74-9D20-C1D6-B738411C85D2}"/>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0FCD4F8A-5CB6-05E7-3C73-8F62A6DA4D5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6" name="Slide Number Placeholder 5">
            <a:extLst>
              <a:ext uri="{FF2B5EF4-FFF2-40B4-BE49-F238E27FC236}">
                <a16:creationId xmlns:a16="http://schemas.microsoft.com/office/drawing/2014/main" id="{7E53DE04-7F57-BF5C-9664-258C79BB87F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spTree>
    <p:extLst>
      <p:ext uri="{BB962C8B-B14F-4D97-AF65-F5344CB8AC3E}">
        <p14:creationId xmlns:p14="http://schemas.microsoft.com/office/powerpoint/2010/main" val="2985882085"/>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ing slid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20750" y="-599632"/>
            <a:ext cx="13315770" cy="7483733"/>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2EEE51-4C43-2D24-570B-C29FCFFF63E7}"/>
              </a:ext>
            </a:extLst>
          </p:cNvPr>
          <p:cNvSpPr txBox="1"/>
          <p:nvPr userDrawn="1"/>
        </p:nvSpPr>
        <p:spPr>
          <a:xfrm>
            <a:off x="548640" y="5544212"/>
            <a:ext cx="11094719" cy="707886"/>
          </a:xfrm>
          <a:prstGeom prst="rect">
            <a:avLst/>
          </a:prstGeom>
          <a:noFill/>
        </p:spPr>
        <p:txBody>
          <a:bodyPr wrap="square" rtlCol="0">
            <a:spAutoFit/>
          </a:bodyPr>
          <a:lstStyle/>
          <a:p>
            <a:pPr algn="just"/>
            <a:r>
              <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rPr>
              <a:t>The information presented in the slides aims to provide a better general understanding of taxpayers’ tax obligations and is not intended to comprehensively address all possible tax issues that may arise. This information is correct as at the date of presentation. While every effort has been made to ensure that this information is consistent with existing law and practice, should there be any changes, IRAS reserves the right to vary its position accordingly.</a:t>
            </a:r>
          </a:p>
          <a:p>
            <a:pPr algn="just"/>
            <a:endPar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endParaRPr>
          </a:p>
        </p:txBody>
      </p:sp>
      <p:sp>
        <p:nvSpPr>
          <p:cNvPr id="8" name="TextBox 7">
            <a:extLst>
              <a:ext uri="{FF2B5EF4-FFF2-40B4-BE49-F238E27FC236}">
                <a16:creationId xmlns:a16="http://schemas.microsoft.com/office/drawing/2014/main" id="{D4293AA4-0CCB-5AA4-6709-A452A8FD78A5}"/>
              </a:ext>
            </a:extLst>
          </p:cNvPr>
          <p:cNvSpPr txBox="1"/>
          <p:nvPr userDrawn="1"/>
        </p:nvSpPr>
        <p:spPr>
          <a:xfrm>
            <a:off x="548640" y="4630075"/>
            <a:ext cx="6094476" cy="353943"/>
          </a:xfrm>
          <a:prstGeom prst="rect">
            <a:avLst/>
          </a:prstGeom>
          <a:noFill/>
        </p:spPr>
        <p:txBody>
          <a:bodyPr wrap="square">
            <a:spAutoFit/>
          </a:bodyPr>
          <a:lstStyle/>
          <a:p>
            <a:r>
              <a:rPr lang="en-US" sz="1700" b="1">
                <a:solidFill>
                  <a:srgbClr val="7FACD9"/>
                </a:solidFill>
                <a:latin typeface="Source Sans Pro" panose="020B0503030403020204" pitchFamily="34" charset="0"/>
                <a:ea typeface="Helvetica Neue" panose="02000503000000020004" pitchFamily="2" charset="0"/>
                <a:cs typeface="Arial" panose="020B0604020202020204" pitchFamily="34" charset="0"/>
              </a:rPr>
              <a:t>www.iras.gov.sg</a:t>
            </a:r>
            <a:endParaRPr lang="en-SG" sz="1700" b="1">
              <a:solidFill>
                <a:srgbClr val="7FACD9"/>
              </a:solidFill>
              <a:latin typeface="Source Sans Pro" panose="020B0503030403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BCB0984A-2A3E-9F6D-7FF1-3C2F08B61A9F}"/>
              </a:ext>
            </a:extLst>
          </p:cNvPr>
          <p:cNvGrpSpPr/>
          <p:nvPr userDrawn="1"/>
        </p:nvGrpSpPr>
        <p:grpSpPr>
          <a:xfrm>
            <a:off x="442921" y="634863"/>
            <a:ext cx="1669898" cy="2268933"/>
            <a:chOff x="-868290" y="2603114"/>
            <a:chExt cx="1669898" cy="2268933"/>
          </a:xfrm>
        </p:grpSpPr>
        <p:sp>
          <p:nvSpPr>
            <p:cNvPr id="19" name="Freeform 18">
              <a:extLst>
                <a:ext uri="{FF2B5EF4-FFF2-40B4-BE49-F238E27FC236}">
                  <a16:creationId xmlns:a16="http://schemas.microsoft.com/office/drawing/2014/main" id="{E12B55BC-1D65-590D-842A-B75BF20875B3}"/>
                </a:ext>
              </a:extLst>
            </p:cNvPr>
            <p:cNvSpPr/>
            <p:nvPr/>
          </p:nvSpPr>
          <p:spPr>
            <a:xfrm>
              <a:off x="-21352" y="4049087"/>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64C41AF1-1CF2-0563-2ED8-4828235AFD07}"/>
                </a:ext>
              </a:extLst>
            </p:cNvPr>
            <p:cNvSpPr/>
            <p:nvPr/>
          </p:nvSpPr>
          <p:spPr>
            <a:xfrm>
              <a:off x="-45330" y="3105121"/>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FE0E580B-BF61-E558-A19E-0EE2F11BF676}"/>
                </a:ext>
              </a:extLst>
            </p:cNvPr>
            <p:cNvSpPr/>
            <p:nvPr/>
          </p:nvSpPr>
          <p:spPr>
            <a:xfrm>
              <a:off x="-868290" y="35429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FE0BC440-80BB-87A0-02E3-3012F4F6D3C5}"/>
                </a:ext>
              </a:extLst>
            </p:cNvPr>
            <p:cNvSpPr/>
            <p:nvPr/>
          </p:nvSpPr>
          <p:spPr>
            <a:xfrm>
              <a:off x="-868290" y="26031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pic>
        <p:nvPicPr>
          <p:cNvPr id="2" name="Picture 1">
            <a:extLst>
              <a:ext uri="{FF2B5EF4-FFF2-40B4-BE49-F238E27FC236}">
                <a16:creationId xmlns:a16="http://schemas.microsoft.com/office/drawing/2014/main" id="{CCB821CC-EDBA-20B2-7B06-2006A1B054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pic>
        <p:nvPicPr>
          <p:cNvPr id="3" name="Picture 2" descr="A blue and white logo&#10;&#10;Description automatically generated">
            <a:hlinkClick r:id="rId3"/>
            <a:extLst>
              <a:ext uri="{FF2B5EF4-FFF2-40B4-BE49-F238E27FC236}">
                <a16:creationId xmlns:a16="http://schemas.microsoft.com/office/drawing/2014/main" id="{2D585E63-FED3-F71E-16E5-773AA2CE029F}"/>
              </a:ext>
            </a:extLst>
          </p:cNvPr>
          <p:cNvPicPr>
            <a:picLocks noChangeAspect="1"/>
          </p:cNvPicPr>
          <p:nvPr userDrawn="1"/>
        </p:nvPicPr>
        <p:blipFill>
          <a:blip r:embed="rId4"/>
          <a:stretch>
            <a:fillRect/>
          </a:stretch>
        </p:blipFill>
        <p:spPr>
          <a:xfrm>
            <a:off x="631887" y="5103280"/>
            <a:ext cx="306366" cy="310397"/>
          </a:xfrm>
          <a:prstGeom prst="roundRect">
            <a:avLst/>
          </a:prstGeom>
        </p:spPr>
      </p:pic>
      <p:pic>
        <p:nvPicPr>
          <p:cNvPr id="5" name="Picture 4" descr="A blue letter f&#10;&#10;Description automatically generated">
            <a:hlinkClick r:id="rId5"/>
            <a:extLst>
              <a:ext uri="{FF2B5EF4-FFF2-40B4-BE49-F238E27FC236}">
                <a16:creationId xmlns:a16="http://schemas.microsoft.com/office/drawing/2014/main" id="{8912D479-177E-9719-1B99-FC4559F3362E}"/>
              </a:ext>
            </a:extLst>
          </p:cNvPr>
          <p:cNvPicPr>
            <a:picLocks noChangeAspect="1"/>
          </p:cNvPicPr>
          <p:nvPr userDrawn="1"/>
        </p:nvPicPr>
        <p:blipFill>
          <a:blip r:embed="rId6"/>
          <a:stretch>
            <a:fillRect/>
          </a:stretch>
        </p:blipFill>
        <p:spPr>
          <a:xfrm>
            <a:off x="994635" y="5103280"/>
            <a:ext cx="306366" cy="310397"/>
          </a:xfrm>
          <a:prstGeom prst="roundRect">
            <a:avLst/>
          </a:prstGeom>
        </p:spPr>
      </p:pic>
      <p:pic>
        <p:nvPicPr>
          <p:cNvPr id="6" name="Picture 5" descr="A blue and white logo&#10;&#10;Description automatically generated">
            <a:hlinkClick r:id="rId7"/>
            <a:extLst>
              <a:ext uri="{FF2B5EF4-FFF2-40B4-BE49-F238E27FC236}">
                <a16:creationId xmlns:a16="http://schemas.microsoft.com/office/drawing/2014/main" id="{97982942-7969-2AEA-5290-B0A151056C97}"/>
              </a:ext>
            </a:extLst>
          </p:cNvPr>
          <p:cNvPicPr>
            <a:picLocks noChangeAspect="1"/>
          </p:cNvPicPr>
          <p:nvPr userDrawn="1"/>
        </p:nvPicPr>
        <p:blipFill>
          <a:blip r:embed="rId8"/>
          <a:stretch>
            <a:fillRect/>
          </a:stretch>
        </p:blipFill>
        <p:spPr>
          <a:xfrm>
            <a:off x="1357383" y="5103280"/>
            <a:ext cx="306366" cy="310397"/>
          </a:xfrm>
          <a:prstGeom prst="roundRect">
            <a:avLst/>
          </a:prstGeom>
        </p:spPr>
      </p:pic>
      <p:pic>
        <p:nvPicPr>
          <p:cNvPr id="10" name="Picture 9" descr="A blue logo with a white background&#10;&#10;Description automatically generated">
            <a:hlinkClick r:id="rId9"/>
            <a:extLst>
              <a:ext uri="{FF2B5EF4-FFF2-40B4-BE49-F238E27FC236}">
                <a16:creationId xmlns:a16="http://schemas.microsoft.com/office/drawing/2014/main" id="{E2E503EE-8DEC-B5F8-CCC6-A98804AA608F}"/>
              </a:ext>
            </a:extLst>
          </p:cNvPr>
          <p:cNvPicPr>
            <a:picLocks noChangeAspect="1"/>
          </p:cNvPicPr>
          <p:nvPr userDrawn="1"/>
        </p:nvPicPr>
        <p:blipFill>
          <a:blip r:embed="rId10"/>
          <a:stretch>
            <a:fillRect/>
          </a:stretch>
        </p:blipFill>
        <p:spPr>
          <a:xfrm>
            <a:off x="1720131" y="5103280"/>
            <a:ext cx="306366" cy="310397"/>
          </a:xfrm>
          <a:prstGeom prst="roundRect">
            <a:avLst/>
          </a:prstGeom>
        </p:spPr>
      </p:pic>
      <p:pic>
        <p:nvPicPr>
          <p:cNvPr id="14" name="Picture 13" descr="A blue and white x&#10;&#10;Description automatically generated">
            <a:hlinkClick r:id="rId11"/>
            <a:extLst>
              <a:ext uri="{FF2B5EF4-FFF2-40B4-BE49-F238E27FC236}">
                <a16:creationId xmlns:a16="http://schemas.microsoft.com/office/drawing/2014/main" id="{DB676160-988F-BBC4-3D7F-CC5B2CA74115}"/>
              </a:ext>
            </a:extLst>
          </p:cNvPr>
          <p:cNvPicPr>
            <a:picLocks noChangeAspect="1"/>
          </p:cNvPicPr>
          <p:nvPr userDrawn="1"/>
        </p:nvPicPr>
        <p:blipFill>
          <a:blip r:embed="rId12"/>
          <a:stretch>
            <a:fillRect/>
          </a:stretch>
        </p:blipFill>
        <p:spPr>
          <a:xfrm>
            <a:off x="2082879" y="5103280"/>
            <a:ext cx="306366" cy="310397"/>
          </a:xfrm>
          <a:prstGeom prst="roundRect">
            <a:avLst/>
          </a:prstGeom>
        </p:spPr>
      </p:pic>
      <p:pic>
        <p:nvPicPr>
          <p:cNvPr id="16" name="Picture 15" descr="A blue letter on a white background&#10;&#10;Description automatically generated">
            <a:hlinkClick r:id="rId13"/>
            <a:extLst>
              <a:ext uri="{FF2B5EF4-FFF2-40B4-BE49-F238E27FC236}">
                <a16:creationId xmlns:a16="http://schemas.microsoft.com/office/drawing/2014/main" id="{6ECC4F10-6667-5781-65B1-20F3142A841F}"/>
              </a:ext>
            </a:extLst>
          </p:cNvPr>
          <p:cNvPicPr>
            <a:picLocks noChangeAspect="1"/>
          </p:cNvPicPr>
          <p:nvPr userDrawn="1"/>
        </p:nvPicPr>
        <p:blipFill>
          <a:blip r:embed="rId14"/>
          <a:stretch>
            <a:fillRect/>
          </a:stretch>
        </p:blipFill>
        <p:spPr>
          <a:xfrm>
            <a:off x="2445627" y="5103280"/>
            <a:ext cx="306366" cy="310397"/>
          </a:xfrm>
          <a:prstGeom prst="roundRect">
            <a:avLst/>
          </a:prstGeom>
        </p:spPr>
      </p:pic>
      <p:pic>
        <p:nvPicPr>
          <p:cNvPr id="23" name="Picture 22" descr="A blue play button with a white arrow&#10;&#10;Description automatically generated">
            <a:hlinkClick r:id="rId15"/>
            <a:extLst>
              <a:ext uri="{FF2B5EF4-FFF2-40B4-BE49-F238E27FC236}">
                <a16:creationId xmlns:a16="http://schemas.microsoft.com/office/drawing/2014/main" id="{50FA0735-5682-C5F2-406A-0C18773F670B}"/>
              </a:ext>
            </a:extLst>
          </p:cNvPr>
          <p:cNvPicPr>
            <a:picLocks noChangeAspect="1"/>
          </p:cNvPicPr>
          <p:nvPr userDrawn="1"/>
        </p:nvPicPr>
        <p:blipFill>
          <a:blip r:embed="rId16"/>
          <a:stretch>
            <a:fillRect/>
          </a:stretch>
        </p:blipFill>
        <p:spPr>
          <a:xfrm>
            <a:off x="2808375" y="5103280"/>
            <a:ext cx="306366" cy="310397"/>
          </a:xfrm>
          <a:prstGeom prst="roundRect">
            <a:avLst/>
          </a:prstGeom>
        </p:spPr>
      </p:pic>
      <p:pic>
        <p:nvPicPr>
          <p:cNvPr id="24" name="Picture 23" descr="A blue paper plane logo&#10;&#10;Description automatically generated">
            <a:hlinkClick r:id="rId17"/>
            <a:extLst>
              <a:ext uri="{FF2B5EF4-FFF2-40B4-BE49-F238E27FC236}">
                <a16:creationId xmlns:a16="http://schemas.microsoft.com/office/drawing/2014/main" id="{74D8F6D2-5914-1E94-1E77-45EBF847478C}"/>
              </a:ext>
            </a:extLst>
          </p:cNvPr>
          <p:cNvPicPr>
            <a:picLocks noChangeAspect="1"/>
          </p:cNvPicPr>
          <p:nvPr userDrawn="1"/>
        </p:nvPicPr>
        <p:blipFill>
          <a:blip r:embed="rId18"/>
          <a:stretch>
            <a:fillRect/>
          </a:stretch>
        </p:blipFill>
        <p:spPr>
          <a:xfrm>
            <a:off x="3171123" y="5103280"/>
            <a:ext cx="306366" cy="310397"/>
          </a:xfrm>
          <a:prstGeom prst="roundRect">
            <a:avLst/>
          </a:prstGeom>
        </p:spPr>
      </p:pic>
      <p:pic>
        <p:nvPicPr>
          <p:cNvPr id="25" name="Picture 24" descr="A blue and white logo&#10;&#10;Description automatically generated">
            <a:hlinkClick r:id="rId19"/>
            <a:extLst>
              <a:ext uri="{FF2B5EF4-FFF2-40B4-BE49-F238E27FC236}">
                <a16:creationId xmlns:a16="http://schemas.microsoft.com/office/drawing/2014/main" id="{AF0667AA-6DC1-3BF0-FB14-C8DD062B8CD7}"/>
              </a:ext>
            </a:extLst>
          </p:cNvPr>
          <p:cNvPicPr>
            <a:picLocks noChangeAspect="1"/>
          </p:cNvPicPr>
          <p:nvPr userDrawn="1"/>
        </p:nvPicPr>
        <p:blipFill>
          <a:blip r:embed="rId20"/>
          <a:stretch>
            <a:fillRect/>
          </a:stretch>
        </p:blipFill>
        <p:spPr>
          <a:xfrm>
            <a:off x="3533871" y="5103280"/>
            <a:ext cx="306368" cy="310397"/>
          </a:xfrm>
          <a:prstGeom prst="roundRect">
            <a:avLst/>
          </a:prstGeom>
        </p:spPr>
      </p:pic>
    </p:spTree>
    <p:extLst>
      <p:ext uri="{BB962C8B-B14F-4D97-AF65-F5344CB8AC3E}">
        <p14:creationId xmlns:p14="http://schemas.microsoft.com/office/powerpoint/2010/main" val="3679419173"/>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BC94-FA1E-22D8-D4CE-E791BFA1338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4427F96-2243-F3B8-722A-5E5715384B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6745D9-02AB-7A92-28BC-6E0EDD81AC6A}"/>
              </a:ext>
            </a:extLst>
          </p:cNvPr>
          <p:cNvSpPr>
            <a:spLocks noGrp="1"/>
          </p:cNvSpPr>
          <p:nvPr>
            <p:ph type="dt" sz="half" idx="10"/>
          </p:nvPr>
        </p:nvSpPr>
        <p:spPr/>
        <p:txBody>
          <a:bodyPr/>
          <a:lstStyle/>
          <a:p>
            <a:fld id="{08F8C4C5-14AC-CD4E-B858-8D13EE358ED0}" type="datetime1">
              <a:rPr lang="en-SG" smtClean="0"/>
              <a:t>17/5/2026</a:t>
            </a:fld>
            <a:endParaRPr lang="en-US"/>
          </a:p>
        </p:txBody>
      </p:sp>
      <p:sp>
        <p:nvSpPr>
          <p:cNvPr id="5" name="Footer Placeholder 4">
            <a:extLst>
              <a:ext uri="{FF2B5EF4-FFF2-40B4-BE49-F238E27FC236}">
                <a16:creationId xmlns:a16="http://schemas.microsoft.com/office/drawing/2014/main" id="{6DD1058D-F069-009A-602D-C2169AE43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044B6-B605-9495-435A-667DA07F89E4}"/>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0146897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C8B2-AA0F-4FD8-DE3E-ECD7193EED9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213DB7-6375-6020-29D9-7E648274E5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7E09403-B1E7-34C2-8F35-AC3BF849E09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B935DFE-04A3-7688-D58A-2468B5370DF5}"/>
              </a:ext>
            </a:extLst>
          </p:cNvPr>
          <p:cNvSpPr>
            <a:spLocks noGrp="1"/>
          </p:cNvSpPr>
          <p:nvPr>
            <p:ph type="dt" sz="half" idx="10"/>
          </p:nvPr>
        </p:nvSpPr>
        <p:spPr/>
        <p:txBody>
          <a:bodyPr/>
          <a:lstStyle/>
          <a:p>
            <a:fld id="{10D53C8B-94E3-E144-AD36-2E68493F7592}" type="datetime1">
              <a:rPr lang="en-SG" smtClean="0"/>
              <a:t>17/5/2026</a:t>
            </a:fld>
            <a:endParaRPr lang="en-US"/>
          </a:p>
        </p:txBody>
      </p:sp>
      <p:sp>
        <p:nvSpPr>
          <p:cNvPr id="6" name="Footer Placeholder 5">
            <a:extLst>
              <a:ext uri="{FF2B5EF4-FFF2-40B4-BE49-F238E27FC236}">
                <a16:creationId xmlns:a16="http://schemas.microsoft.com/office/drawing/2014/main" id="{BDD0CBE7-4EF6-C43A-1D08-E30DE2BFD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D3B28D-5733-C0F0-5976-5CC233F3458A}"/>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843604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CBD5-4712-A63C-D787-8600248756E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DBADD3-789C-D9D1-9A30-9AE312D46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E3122F-D03B-71A7-4F81-DAB2B4C6E72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3C7E347-E89F-12A0-BCE9-6C71CD2E5C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8251682-42ED-43E8-03C8-DB276856D1F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FDA26AF-44F8-A7A0-D334-53343A434608}"/>
              </a:ext>
            </a:extLst>
          </p:cNvPr>
          <p:cNvSpPr>
            <a:spLocks noGrp="1"/>
          </p:cNvSpPr>
          <p:nvPr>
            <p:ph type="dt" sz="half" idx="10"/>
          </p:nvPr>
        </p:nvSpPr>
        <p:spPr/>
        <p:txBody>
          <a:bodyPr/>
          <a:lstStyle/>
          <a:p>
            <a:fld id="{020D5926-59AB-514A-882D-6D1C60A3AA5B}" type="datetime1">
              <a:rPr lang="en-SG" smtClean="0"/>
              <a:t>17/5/2026</a:t>
            </a:fld>
            <a:endParaRPr lang="en-US"/>
          </a:p>
        </p:txBody>
      </p:sp>
      <p:sp>
        <p:nvSpPr>
          <p:cNvPr id="8" name="Footer Placeholder 7">
            <a:extLst>
              <a:ext uri="{FF2B5EF4-FFF2-40B4-BE49-F238E27FC236}">
                <a16:creationId xmlns:a16="http://schemas.microsoft.com/office/drawing/2014/main" id="{AC3812E1-38A7-9F79-7FBA-E48BDAD2DA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924FA8-A98F-C035-726B-013976002FAE}"/>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72508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0F70-52AB-EE1B-EFFB-A31B0FB44A1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9FF72D2-7F00-9351-00E3-456EBF0296D9}"/>
              </a:ext>
            </a:extLst>
          </p:cNvPr>
          <p:cNvSpPr>
            <a:spLocks noGrp="1"/>
          </p:cNvSpPr>
          <p:nvPr>
            <p:ph type="dt" sz="half" idx="10"/>
          </p:nvPr>
        </p:nvSpPr>
        <p:spPr/>
        <p:txBody>
          <a:bodyPr/>
          <a:lstStyle/>
          <a:p>
            <a:fld id="{C1B3191A-8EDA-3C47-A55C-BE7E6C1C3452}" type="datetime1">
              <a:rPr lang="en-SG" smtClean="0"/>
              <a:t>17/5/2026</a:t>
            </a:fld>
            <a:endParaRPr lang="en-US"/>
          </a:p>
        </p:txBody>
      </p:sp>
      <p:sp>
        <p:nvSpPr>
          <p:cNvPr id="4" name="Footer Placeholder 3">
            <a:extLst>
              <a:ext uri="{FF2B5EF4-FFF2-40B4-BE49-F238E27FC236}">
                <a16:creationId xmlns:a16="http://schemas.microsoft.com/office/drawing/2014/main" id="{143EE16B-1897-27F6-62D0-B1D710D5F5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F91B2E-DCCB-BDF6-2903-FABA602D0C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10299509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B5B0D-9149-E170-FB64-D1BDB742379E}"/>
              </a:ext>
            </a:extLst>
          </p:cNvPr>
          <p:cNvSpPr>
            <a:spLocks noGrp="1"/>
          </p:cNvSpPr>
          <p:nvPr>
            <p:ph type="dt" sz="half" idx="10"/>
          </p:nvPr>
        </p:nvSpPr>
        <p:spPr/>
        <p:txBody>
          <a:bodyPr/>
          <a:lstStyle/>
          <a:p>
            <a:fld id="{0A2AFC1D-6E0C-5548-A79C-6DC0F0673A88}" type="datetime1">
              <a:rPr lang="en-SG" smtClean="0"/>
              <a:t>17/5/2026</a:t>
            </a:fld>
            <a:endParaRPr lang="en-US"/>
          </a:p>
        </p:txBody>
      </p:sp>
      <p:sp>
        <p:nvSpPr>
          <p:cNvPr id="3" name="Footer Placeholder 2">
            <a:extLst>
              <a:ext uri="{FF2B5EF4-FFF2-40B4-BE49-F238E27FC236}">
                <a16:creationId xmlns:a16="http://schemas.microsoft.com/office/drawing/2014/main" id="{743FC931-A83B-C737-D60E-D355F50E99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57B5-F3DF-4BD5-B2A5-7C0FD88D8F1B}"/>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14896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54D6-72B9-BD25-80E7-5A3B954DD5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1A27953-28FF-D3AD-FDB9-8FDCF1397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FF4ECDF-6E13-A7C4-3581-CF607150C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0C0D99-E1A3-E4F4-712D-7DF435AA3B10}"/>
              </a:ext>
            </a:extLst>
          </p:cNvPr>
          <p:cNvSpPr>
            <a:spLocks noGrp="1"/>
          </p:cNvSpPr>
          <p:nvPr>
            <p:ph type="dt" sz="half" idx="10"/>
          </p:nvPr>
        </p:nvSpPr>
        <p:spPr/>
        <p:txBody>
          <a:bodyPr/>
          <a:lstStyle/>
          <a:p>
            <a:fld id="{C2D2DBD9-5EEC-504D-BE85-5A981B58A7B4}" type="datetime1">
              <a:rPr lang="en-SG" smtClean="0"/>
              <a:t>17/5/2026</a:t>
            </a:fld>
            <a:endParaRPr lang="en-US"/>
          </a:p>
        </p:txBody>
      </p:sp>
      <p:sp>
        <p:nvSpPr>
          <p:cNvPr id="6" name="Footer Placeholder 5">
            <a:extLst>
              <a:ext uri="{FF2B5EF4-FFF2-40B4-BE49-F238E27FC236}">
                <a16:creationId xmlns:a16="http://schemas.microsoft.com/office/drawing/2014/main" id="{783703FB-2E22-ABC1-4F91-04A8250C5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AD39D2-A01A-F7B0-2293-067D81767E8F}"/>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7746724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4A908-B6B4-EF5A-7978-096761A7801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6A08EAC-3A4C-815C-C094-86B61CCE3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0DFD54-2C25-2E82-C172-67525E9E8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D0EA7D-D215-3FEA-3BEB-952005721D5E}"/>
              </a:ext>
            </a:extLst>
          </p:cNvPr>
          <p:cNvSpPr>
            <a:spLocks noGrp="1"/>
          </p:cNvSpPr>
          <p:nvPr>
            <p:ph type="dt" sz="half" idx="10"/>
          </p:nvPr>
        </p:nvSpPr>
        <p:spPr/>
        <p:txBody>
          <a:bodyPr/>
          <a:lstStyle/>
          <a:p>
            <a:fld id="{D63E337C-1D74-9646-919F-283ED9C14D29}" type="datetime1">
              <a:rPr lang="en-SG" smtClean="0"/>
              <a:t>17/5/2026</a:t>
            </a:fld>
            <a:endParaRPr lang="en-US"/>
          </a:p>
        </p:txBody>
      </p:sp>
      <p:sp>
        <p:nvSpPr>
          <p:cNvPr id="6" name="Footer Placeholder 5">
            <a:extLst>
              <a:ext uri="{FF2B5EF4-FFF2-40B4-BE49-F238E27FC236}">
                <a16:creationId xmlns:a16="http://schemas.microsoft.com/office/drawing/2014/main" id="{03C24A47-555E-2812-90E6-95F55DF27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615B7-5CE0-0ED5-2AC9-570F722AB7A5}"/>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0162025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FAF3-C8E9-E5F1-E78D-B97823C13B5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DBEEAF0-7281-A4B1-1464-1B861AEFAF6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70DEBF-A662-E089-6C57-A822700D0321}"/>
              </a:ext>
            </a:extLst>
          </p:cNvPr>
          <p:cNvSpPr>
            <a:spLocks noGrp="1"/>
          </p:cNvSpPr>
          <p:nvPr>
            <p:ph type="dt" sz="half" idx="10"/>
          </p:nvPr>
        </p:nvSpPr>
        <p:spPr/>
        <p:txBody>
          <a:bodyPr/>
          <a:lstStyle/>
          <a:p>
            <a:fld id="{2DEF6961-09F8-874F-9BA1-C8164B88BA73}" type="datetime1">
              <a:rPr lang="en-SG" smtClean="0"/>
              <a:t>17/5/2026</a:t>
            </a:fld>
            <a:endParaRPr lang="en-US"/>
          </a:p>
        </p:txBody>
      </p:sp>
      <p:sp>
        <p:nvSpPr>
          <p:cNvPr id="5" name="Footer Placeholder 4">
            <a:extLst>
              <a:ext uri="{FF2B5EF4-FFF2-40B4-BE49-F238E27FC236}">
                <a16:creationId xmlns:a16="http://schemas.microsoft.com/office/drawing/2014/main" id="{6D33E3AB-8D44-391D-B3D8-5C5906F94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E0496-FE43-6F6E-6679-07FB9CDD6042}"/>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667258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05405-A44C-D214-9134-C498A79D3C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E1CF0E5-0C77-02CC-CD03-44354AA89F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539181C-936C-9AD1-9304-5B17F4BE84EF}"/>
              </a:ext>
            </a:extLst>
          </p:cNvPr>
          <p:cNvSpPr>
            <a:spLocks noGrp="1"/>
          </p:cNvSpPr>
          <p:nvPr>
            <p:ph type="dt" sz="half" idx="10"/>
          </p:nvPr>
        </p:nvSpPr>
        <p:spPr/>
        <p:txBody>
          <a:bodyPr/>
          <a:lstStyle/>
          <a:p>
            <a:fld id="{D7D87608-DC0F-E34C-8C1C-8FE1046F38D0}" type="datetime1">
              <a:rPr lang="en-SG" smtClean="0"/>
              <a:t>17/5/2026</a:t>
            </a:fld>
            <a:endParaRPr lang="en-US"/>
          </a:p>
        </p:txBody>
      </p:sp>
      <p:sp>
        <p:nvSpPr>
          <p:cNvPr id="5" name="Footer Placeholder 4">
            <a:extLst>
              <a:ext uri="{FF2B5EF4-FFF2-40B4-BE49-F238E27FC236}">
                <a16:creationId xmlns:a16="http://schemas.microsoft.com/office/drawing/2014/main" id="{6B9A8CA2-FED4-F8BE-FFA9-D19101ED8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37D0B-898C-8216-79E6-6BC6CFF306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397007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6488"/>
            <a:ext cx="12202406" cy="6864488"/>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grpSp>
        <p:nvGrpSpPr>
          <p:cNvPr id="23" name="Group 22">
            <a:extLst>
              <a:ext uri="{FF2B5EF4-FFF2-40B4-BE49-F238E27FC236}">
                <a16:creationId xmlns:a16="http://schemas.microsoft.com/office/drawing/2014/main" id="{FFA45A03-48CA-6C80-5699-E2BF5E0E453E}"/>
              </a:ext>
            </a:extLst>
          </p:cNvPr>
          <p:cNvGrpSpPr/>
          <p:nvPr userDrawn="1"/>
        </p:nvGrpSpPr>
        <p:grpSpPr>
          <a:xfrm>
            <a:off x="0" y="554836"/>
            <a:ext cx="4569154" cy="5748327"/>
            <a:chOff x="0" y="554836"/>
            <a:chExt cx="4569154" cy="5748327"/>
          </a:xfrm>
        </p:grpSpPr>
        <p:sp>
          <p:nvSpPr>
            <p:cNvPr id="22" name="Freeform 21">
              <a:extLst>
                <a:ext uri="{FF2B5EF4-FFF2-40B4-BE49-F238E27FC236}">
                  <a16:creationId xmlns:a16="http://schemas.microsoft.com/office/drawing/2014/main" id="{8174D15F-250A-9850-9CB0-F6D2F56DADD4}"/>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3" name="Freeform 12">
              <a:extLst>
                <a:ext uri="{FF2B5EF4-FFF2-40B4-BE49-F238E27FC236}">
                  <a16:creationId xmlns:a16="http://schemas.microsoft.com/office/drawing/2014/main" id="{E32C35DA-92AC-B5E9-FDB4-0DA506B21754}"/>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8" name="Freeform 7">
            <a:extLst>
              <a:ext uri="{FF2B5EF4-FFF2-40B4-BE49-F238E27FC236}">
                <a16:creationId xmlns:a16="http://schemas.microsoft.com/office/drawing/2014/main" id="{F2F075DC-010F-67C9-02A0-20CEBB8A854A}"/>
              </a:ext>
            </a:extLst>
          </p:cNvPr>
          <p:cNvSpPr/>
          <p:nvPr userDrawn="1"/>
        </p:nvSpPr>
        <p:spPr>
          <a:xfrm>
            <a:off x="10789920" y="461785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Freeform 8">
            <a:extLst>
              <a:ext uri="{FF2B5EF4-FFF2-40B4-BE49-F238E27FC236}">
                <a16:creationId xmlns:a16="http://schemas.microsoft.com/office/drawing/2014/main" id="{77C2D8CD-A91A-8531-9CB6-F7EA15775CDC}"/>
              </a:ext>
            </a:extLst>
          </p:cNvPr>
          <p:cNvSpPr/>
          <p:nvPr userDrawn="1"/>
        </p:nvSpPr>
        <p:spPr>
          <a:xfrm>
            <a:off x="10789920" y="341200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4F982CFB-B954-F5BC-8645-769B14D3D8D4}"/>
              </a:ext>
            </a:extLst>
          </p:cNvPr>
          <p:cNvSpPr/>
          <p:nvPr userDrawn="1"/>
        </p:nvSpPr>
        <p:spPr>
          <a:xfrm>
            <a:off x="9705646" y="394729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DB1CF321-B883-B77E-1E45-12A89D037AFC}"/>
              </a:ext>
            </a:extLst>
          </p:cNvPr>
          <p:cNvSpPr/>
          <p:nvPr userDrawn="1"/>
        </p:nvSpPr>
        <p:spPr>
          <a:xfrm>
            <a:off x="9705646" y="274652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userDrawn="1">
            <p:ph type="subTitle" idx="1"/>
          </p:nvPr>
        </p:nvSpPr>
        <p:spPr>
          <a:xfrm>
            <a:off x="8604908" y="5255179"/>
            <a:ext cx="2856136" cy="990661"/>
          </a:xfrm>
        </p:spPr>
        <p:txBody>
          <a:bodyPr>
            <a:normAutofit/>
          </a:bodyPr>
          <a:lstStyle>
            <a:lvl1pPr marL="0" indent="0" algn="l">
              <a:buNone/>
              <a:defRPr lang="en-US" sz="2000" kern="1200" dirty="0">
                <a:solidFill>
                  <a:srgbClr val="ECF6FC"/>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2" name="Picture 11">
            <a:extLst>
              <a:ext uri="{FF2B5EF4-FFF2-40B4-BE49-F238E27FC236}">
                <a16:creationId xmlns:a16="http://schemas.microsoft.com/office/drawing/2014/main" id="{F507D1FB-A266-4BC5-C7DA-22E57F83A2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grpSp>
        <p:nvGrpSpPr>
          <p:cNvPr id="21" name="Group 20">
            <a:extLst>
              <a:ext uri="{FF2B5EF4-FFF2-40B4-BE49-F238E27FC236}">
                <a16:creationId xmlns:a16="http://schemas.microsoft.com/office/drawing/2014/main" id="{35777A2D-2709-A28C-4B53-9FA2FD959A1F}"/>
              </a:ext>
            </a:extLst>
          </p:cNvPr>
          <p:cNvGrpSpPr/>
          <p:nvPr userDrawn="1"/>
        </p:nvGrpSpPr>
        <p:grpSpPr>
          <a:xfrm>
            <a:off x="5334000" y="6274676"/>
            <a:ext cx="6858000" cy="583324"/>
            <a:chOff x="5334000" y="6274676"/>
            <a:chExt cx="6858000" cy="583324"/>
          </a:xfrm>
        </p:grpSpPr>
        <p:sp>
          <p:nvSpPr>
            <p:cNvPr id="20" name="Right Triangle 19">
              <a:extLst>
                <a:ext uri="{FF2B5EF4-FFF2-40B4-BE49-F238E27FC236}">
                  <a16:creationId xmlns:a16="http://schemas.microsoft.com/office/drawing/2014/main" id="{20C620F9-6C65-AEF5-9EBB-297DCC8D93EA}"/>
                </a:ext>
              </a:extLst>
            </p:cNvPr>
            <p:cNvSpPr/>
            <p:nvPr userDrawn="1"/>
          </p:nvSpPr>
          <p:spPr>
            <a:xfrm rot="16200000">
              <a:off x="10581289" y="5247289"/>
              <a:ext cx="583324" cy="2638097"/>
            </a:xfrm>
            <a:prstGeom prst="rtTriangle">
              <a:avLst/>
            </a:prstGeom>
            <a:solidFill>
              <a:srgbClr val="21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48F387C0-BA07-3D3F-61CA-AC6201771322}"/>
                </a:ext>
              </a:extLst>
            </p:cNvPr>
            <p:cNvSpPr/>
            <p:nvPr userDrawn="1"/>
          </p:nvSpPr>
          <p:spPr>
            <a:xfrm rot="16200000">
              <a:off x="8634248" y="3300248"/>
              <a:ext cx="257503" cy="6858000"/>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71183426"/>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2120831-E1F0-B7CA-61F5-ACAAEC3A4E3F}"/>
              </a:ext>
            </a:extLst>
          </p:cNvPr>
          <p:cNvSpPr/>
          <p:nvPr userDrawn="1"/>
        </p:nvSpPr>
        <p:spPr>
          <a:xfrm>
            <a:off x="0" y="1320"/>
            <a:ext cx="12192000" cy="685668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8604908" y="5255179"/>
            <a:ext cx="2856136" cy="990661"/>
          </a:xfrm>
        </p:spPr>
        <p:txBody>
          <a:bodyPr>
            <a:normAutofit/>
          </a:bodyPr>
          <a:lstStyle>
            <a:lvl1pPr marL="0" indent="0" algn="l">
              <a:buNone/>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40C68E95-86A9-1AEC-988F-870CF0509F28}"/>
              </a:ext>
            </a:extLst>
          </p:cNvPr>
          <p:cNvSpPr/>
          <p:nvPr userDrawn="1"/>
        </p:nvSpPr>
        <p:spPr>
          <a:xfrm>
            <a:off x="10789920" y="489373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02727E51-704B-245B-2A32-978C64030AA0}"/>
              </a:ext>
            </a:extLst>
          </p:cNvPr>
          <p:cNvSpPr/>
          <p:nvPr userDrawn="1"/>
        </p:nvSpPr>
        <p:spPr>
          <a:xfrm>
            <a:off x="10789920" y="368788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8AEBFF9D-A0DF-261E-E582-AA53B7EA8BC3}"/>
              </a:ext>
            </a:extLst>
          </p:cNvPr>
          <p:cNvSpPr/>
          <p:nvPr userDrawn="1"/>
        </p:nvSpPr>
        <p:spPr>
          <a:xfrm>
            <a:off x="9705646" y="422317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87F09748-B4F8-32CD-0403-EDA5188E836C}"/>
              </a:ext>
            </a:extLst>
          </p:cNvPr>
          <p:cNvSpPr/>
          <p:nvPr userDrawn="1"/>
        </p:nvSpPr>
        <p:spPr>
          <a:xfrm>
            <a:off x="9705646" y="302240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nvGrpSpPr>
          <p:cNvPr id="8" name="Group 7">
            <a:extLst>
              <a:ext uri="{FF2B5EF4-FFF2-40B4-BE49-F238E27FC236}">
                <a16:creationId xmlns:a16="http://schemas.microsoft.com/office/drawing/2014/main" id="{E1AA728D-47C1-4973-B15D-F9D7CAD3F1CD}"/>
              </a:ext>
            </a:extLst>
          </p:cNvPr>
          <p:cNvGrpSpPr/>
          <p:nvPr userDrawn="1"/>
        </p:nvGrpSpPr>
        <p:grpSpPr>
          <a:xfrm>
            <a:off x="-7057" y="581429"/>
            <a:ext cx="4569154" cy="5748327"/>
            <a:chOff x="0" y="554836"/>
            <a:chExt cx="4569154" cy="5748327"/>
          </a:xfrm>
          <a:solidFill>
            <a:srgbClr val="FFFFFF"/>
          </a:solidFill>
        </p:grpSpPr>
        <p:sp>
          <p:nvSpPr>
            <p:cNvPr id="9" name="Freeform 8">
              <a:extLst>
                <a:ext uri="{FF2B5EF4-FFF2-40B4-BE49-F238E27FC236}">
                  <a16:creationId xmlns:a16="http://schemas.microsoft.com/office/drawing/2014/main" id="{4CD10C20-C626-E285-5CF1-68D72F549DE9}"/>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67994038-063F-6DA4-A475-8D67F994A071}"/>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pic>
        <p:nvPicPr>
          <p:cNvPr id="12" name="Picture 11">
            <a:extLst>
              <a:ext uri="{FF2B5EF4-FFF2-40B4-BE49-F238E27FC236}">
                <a16:creationId xmlns:a16="http://schemas.microsoft.com/office/drawing/2014/main" id="{9345A8F4-CC3D-AE53-6879-E58F50E2C9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grpSp>
        <p:nvGrpSpPr>
          <p:cNvPr id="14" name="Group 13">
            <a:extLst>
              <a:ext uri="{FF2B5EF4-FFF2-40B4-BE49-F238E27FC236}">
                <a16:creationId xmlns:a16="http://schemas.microsoft.com/office/drawing/2014/main" id="{843F9F94-8E38-BF84-F36C-A02B7A0BA469}"/>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E3CB1439-D410-F553-BBA8-A03EC28ED384}"/>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4515BE05-3B0B-A01C-0463-64E3D152984B}"/>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24569021"/>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5CF3292-BA41-D34E-CF88-A5ACA38CD163}"/>
              </a:ext>
            </a:extLst>
          </p:cNvPr>
          <p:cNvSpPr/>
          <p:nvPr userDrawn="1"/>
        </p:nvSpPr>
        <p:spPr>
          <a:xfrm>
            <a:off x="0" y="0"/>
            <a:ext cx="1223023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90E58835-6407-6496-07BF-2A202649DE0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150"/>
          <a:stretch/>
        </p:blipFill>
        <p:spPr>
          <a:xfrm>
            <a:off x="-38230" y="208402"/>
            <a:ext cx="8089154" cy="6658580"/>
          </a:xfrm>
          <a:prstGeom prst="rect">
            <a:avLst/>
          </a:prstGeom>
        </p:spPr>
      </p:pic>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19" name="Freeform 18">
            <a:extLst>
              <a:ext uri="{FF2B5EF4-FFF2-40B4-BE49-F238E27FC236}">
                <a16:creationId xmlns:a16="http://schemas.microsoft.com/office/drawing/2014/main" id="{D2E58EFF-45B8-F6B5-7B46-806824C80ED5}"/>
              </a:ext>
            </a:extLst>
          </p:cNvPr>
          <p:cNvSpPr/>
          <p:nvPr userDrawn="1"/>
        </p:nvSpPr>
        <p:spPr>
          <a:xfrm>
            <a:off x="5404102" y="564847"/>
            <a:ext cx="1554212" cy="1554212"/>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005AAB">
                <a:alpha val="32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BFA307B4-F0D0-91D1-18B3-6159164C5ABE}"/>
              </a:ext>
            </a:extLst>
          </p:cNvPr>
          <p:cNvSpPr/>
          <p:nvPr userDrawn="1"/>
        </p:nvSpPr>
        <p:spPr>
          <a:xfrm>
            <a:off x="-38230" y="1"/>
            <a:ext cx="1623535" cy="899187"/>
          </a:xfrm>
          <a:custGeom>
            <a:avLst/>
            <a:gdLst>
              <a:gd name="connsiteX0" fmla="*/ 0 w 1623535"/>
              <a:gd name="connsiteY0" fmla="*/ 0 h 899187"/>
              <a:gd name="connsiteX1" fmla="*/ 1623535 w 1623535"/>
              <a:gd name="connsiteY1" fmla="*/ 0 h 899187"/>
              <a:gd name="connsiteX2" fmla="*/ 1575984 w 1623535"/>
              <a:gd name="connsiteY2" fmla="*/ 98712 h 899187"/>
              <a:gd name="connsiteX3" fmla="*/ 231042 w 1623535"/>
              <a:gd name="connsiteY3" fmla="*/ 899187 h 899187"/>
              <a:gd name="connsiteX4" fmla="*/ 74654 w 1623535"/>
              <a:gd name="connsiteY4" fmla="*/ 891290 h 899187"/>
              <a:gd name="connsiteX5" fmla="*/ 0 w 1623535"/>
              <a:gd name="connsiteY5" fmla="*/ 879897 h 89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535" h="899187">
                <a:moveTo>
                  <a:pt x="0" y="0"/>
                </a:moveTo>
                <a:lnTo>
                  <a:pt x="1623535" y="0"/>
                </a:lnTo>
                <a:lnTo>
                  <a:pt x="1575984" y="98712"/>
                </a:lnTo>
                <a:cubicBezTo>
                  <a:pt x="1316971" y="575511"/>
                  <a:pt x="811806" y="899187"/>
                  <a:pt x="231042" y="899187"/>
                </a:cubicBezTo>
                <a:cubicBezTo>
                  <a:pt x="178245" y="899187"/>
                  <a:pt x="126073" y="896512"/>
                  <a:pt x="74654" y="891290"/>
                </a:cubicBezTo>
                <a:lnTo>
                  <a:pt x="0" y="879897"/>
                </a:ln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p:nvPr>
        </p:nvSpPr>
        <p:spPr>
          <a:xfrm>
            <a:off x="4526159" y="2152314"/>
            <a:ext cx="7239810" cy="2387600"/>
          </a:xfrm>
        </p:spPr>
        <p:txBody>
          <a:bodyPr anchor="b">
            <a:normAutofit/>
          </a:bodyPr>
          <a:lstStyle>
            <a:lvl1pPr marL="0" indent="9525" algn="l">
              <a:tabLst/>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sp>
        <p:nvSpPr>
          <p:cNvPr id="11" name="Freeform 10">
            <a:extLst>
              <a:ext uri="{FF2B5EF4-FFF2-40B4-BE49-F238E27FC236}">
                <a16:creationId xmlns:a16="http://schemas.microsoft.com/office/drawing/2014/main" id="{3AE7D4A6-0DE3-272C-39C4-1556B8BBEFDF}"/>
              </a:ext>
            </a:extLst>
          </p:cNvPr>
          <p:cNvSpPr/>
          <p:nvPr userDrawn="1"/>
        </p:nvSpPr>
        <p:spPr>
          <a:xfrm>
            <a:off x="6648809" y="5373264"/>
            <a:ext cx="3054574" cy="1484737"/>
          </a:xfrm>
          <a:custGeom>
            <a:avLst/>
            <a:gdLst>
              <a:gd name="connsiteX0" fmla="*/ 1527287 w 3054574"/>
              <a:gd name="connsiteY0" fmla="*/ 0 h 1484737"/>
              <a:gd name="connsiteX1" fmla="*/ 3048940 w 3054574"/>
              <a:gd name="connsiteY1" fmla="*/ 1373163 h 1484737"/>
              <a:gd name="connsiteX2" fmla="*/ 3054574 w 3054574"/>
              <a:gd name="connsiteY2" fmla="*/ 1484737 h 1484737"/>
              <a:gd name="connsiteX3" fmla="*/ 2032674 w 3054574"/>
              <a:gd name="connsiteY3" fmla="*/ 1484737 h 1484737"/>
              <a:gd name="connsiteX4" fmla="*/ 2032674 w 3054574"/>
              <a:gd name="connsiteY4" fmla="*/ 1027952 h 1484737"/>
              <a:gd name="connsiteX5" fmla="*/ 1016797 w 3054574"/>
              <a:gd name="connsiteY5" fmla="*/ 1027952 h 1484737"/>
              <a:gd name="connsiteX6" fmla="*/ 1016797 w 3054574"/>
              <a:gd name="connsiteY6" fmla="*/ 1484737 h 1484737"/>
              <a:gd name="connsiteX7" fmla="*/ 0 w 3054574"/>
              <a:gd name="connsiteY7" fmla="*/ 1484737 h 1484737"/>
              <a:gd name="connsiteX8" fmla="*/ 5634 w 3054574"/>
              <a:gd name="connsiteY8" fmla="*/ 1373163 h 1484737"/>
              <a:gd name="connsiteX9" fmla="*/ 1527287 w 3054574"/>
              <a:gd name="connsiteY9" fmla="*/ 0 h 148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4574" h="1484737">
                <a:moveTo>
                  <a:pt x="1527287" y="0"/>
                </a:moveTo>
                <a:cubicBezTo>
                  <a:pt x="2319238" y="0"/>
                  <a:pt x="2970612" y="601877"/>
                  <a:pt x="3048940" y="1373163"/>
                </a:cubicBezTo>
                <a:lnTo>
                  <a:pt x="3054574" y="1484737"/>
                </a:lnTo>
                <a:lnTo>
                  <a:pt x="2032674" y="1484737"/>
                </a:lnTo>
                <a:lnTo>
                  <a:pt x="2032674" y="1027952"/>
                </a:lnTo>
                <a:lnTo>
                  <a:pt x="1016797" y="1027952"/>
                </a:lnTo>
                <a:lnTo>
                  <a:pt x="1016797" y="1484737"/>
                </a:lnTo>
                <a:lnTo>
                  <a:pt x="0" y="1484737"/>
                </a:lnTo>
                <a:lnTo>
                  <a:pt x="5634" y="1373163"/>
                </a:lnTo>
                <a:cubicBezTo>
                  <a:pt x="83962" y="601877"/>
                  <a:pt x="735336" y="0"/>
                  <a:pt x="1527287" y="0"/>
                </a:cubicBez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4511675" y="4771302"/>
            <a:ext cx="5381341" cy="990661"/>
          </a:xfrm>
        </p:spPr>
        <p:txBody>
          <a:bodyPr>
            <a:normAutofit/>
          </a:bodyPr>
          <a:lstStyle>
            <a:lvl1pPr marL="0" indent="50800" algn="l">
              <a:buNone/>
              <a:tabLst/>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6" name="Picture 5">
            <a:extLst>
              <a:ext uri="{FF2B5EF4-FFF2-40B4-BE49-F238E27FC236}">
                <a16:creationId xmlns:a16="http://schemas.microsoft.com/office/drawing/2014/main" id="{46E142BC-FE7C-DDFE-68D3-6239870A600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spTree>
    <p:extLst>
      <p:ext uri="{BB962C8B-B14F-4D97-AF65-F5344CB8AC3E}">
        <p14:creationId xmlns:p14="http://schemas.microsoft.com/office/powerpoint/2010/main" val="3062516101"/>
      </p:ext>
    </p:extLst>
  </p:cSld>
  <p:clrMapOvr>
    <a:masterClrMapping/>
  </p:clrMapOvr>
  <p:extLst>
    <p:ext uri="{DCECCB84-F9BA-43D5-87BE-67443E8EF086}">
      <p15:sldGuideLst xmlns:p15="http://schemas.microsoft.com/office/powerpoint/2012/main">
        <p15:guide id="1" orient="horz" pos="2160">
          <p15:clr>
            <a:srgbClr val="FBAE40"/>
          </p15:clr>
        </p15:guide>
        <p15:guide id="2" pos="284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55686970"/>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683260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lide Number Placeholder 5">
            <a:extLst>
              <a:ext uri="{FF2B5EF4-FFF2-40B4-BE49-F238E27FC236}">
                <a16:creationId xmlns:a16="http://schemas.microsoft.com/office/drawing/2014/main" id="{CC0864E1-F08A-EB51-4148-CEB390275C5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3" name="Date Placeholder 3">
            <a:extLst>
              <a:ext uri="{FF2B5EF4-FFF2-40B4-BE49-F238E27FC236}">
                <a16:creationId xmlns:a16="http://schemas.microsoft.com/office/drawing/2014/main" id="{E5BB4880-141C-051F-4230-C5FE42A43C50}"/>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4" name="Footer Placeholder 4">
            <a:extLst>
              <a:ext uri="{FF2B5EF4-FFF2-40B4-BE49-F238E27FC236}">
                <a16:creationId xmlns:a16="http://schemas.microsoft.com/office/drawing/2014/main" id="{A0A14C03-5607-C4FF-B96A-C798366456B9}"/>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041DA8FE-F2DA-08CD-C4A4-11B9DD3FF395}"/>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B368D7A3-C662-1A00-53B1-D310597AD525}"/>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68738101-02B8-AA95-EF26-C3C57A427F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868E9000-22E6-76D6-FCCF-2ED169DC8CB9}"/>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ED51E26B-4ECF-88C7-EF6E-482041ACD40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CF4E57DE-F122-C3A6-F8EB-71DF80FAAFB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345531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10048"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BD8A00FD-3D92-F06D-995C-0FC2FF583E5D}"/>
              </a:ext>
            </a:extLst>
          </p:cNvPr>
          <p:cNvGrpSpPr/>
          <p:nvPr userDrawn="1"/>
        </p:nvGrpSpPr>
        <p:grpSpPr>
          <a:xfrm>
            <a:off x="284582" y="5053083"/>
            <a:ext cx="1669897" cy="2268934"/>
            <a:chOff x="256846" y="331725"/>
            <a:chExt cx="1669897" cy="2268934"/>
          </a:xfrm>
        </p:grpSpPr>
        <p:sp>
          <p:nvSpPr>
            <p:cNvPr id="7" name="Freeform 6">
              <a:extLst>
                <a:ext uri="{FF2B5EF4-FFF2-40B4-BE49-F238E27FC236}">
                  <a16:creationId xmlns:a16="http://schemas.microsoft.com/office/drawing/2014/main" id="{720FEA40-81F6-B034-21F1-E36330146BDA}"/>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7B552142-4427-897A-BF4B-9210D7E59A38}"/>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549B930B-270D-B5BE-0384-72179237B705}"/>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BD6E84B7-C140-F1D8-86C0-E46F1FE572DC}"/>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0" name="Slide Number Placeholder 5">
            <a:extLst>
              <a:ext uri="{FF2B5EF4-FFF2-40B4-BE49-F238E27FC236}">
                <a16:creationId xmlns:a16="http://schemas.microsoft.com/office/drawing/2014/main" id="{DECBCD78-9697-5E2F-C428-2460BF003ABD}"/>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1" name="Date Placeholder 3">
            <a:extLst>
              <a:ext uri="{FF2B5EF4-FFF2-40B4-BE49-F238E27FC236}">
                <a16:creationId xmlns:a16="http://schemas.microsoft.com/office/drawing/2014/main" id="{72C7D018-7F25-CF99-890C-8315AF834FC7}"/>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2" name="Footer Placeholder 4">
            <a:extLst>
              <a:ext uri="{FF2B5EF4-FFF2-40B4-BE49-F238E27FC236}">
                <a16:creationId xmlns:a16="http://schemas.microsoft.com/office/drawing/2014/main" id="{7920A892-FC30-ADF2-3225-54E55685A8C8}"/>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4" name="Freeform 3">
            <a:extLst>
              <a:ext uri="{FF2B5EF4-FFF2-40B4-BE49-F238E27FC236}">
                <a16:creationId xmlns:a16="http://schemas.microsoft.com/office/drawing/2014/main" id="{E56A7035-D94D-04D8-794C-459DAB3AD08C}"/>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1D9E2B85-A8C3-82F8-00E4-7D07F4FB967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marL="0" indent="0">
              <a:buNone/>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6" name="Picture 5">
            <a:extLst>
              <a:ext uri="{FF2B5EF4-FFF2-40B4-BE49-F238E27FC236}">
                <a16:creationId xmlns:a16="http://schemas.microsoft.com/office/drawing/2014/main" id="{1C5362BD-7B08-9BF7-FB89-A052C4CF2E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7256634E-E388-3325-5934-84AFC4AE502F}"/>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5E9C775D-E9C3-BAF4-16AF-AB13362827F7}"/>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16697B31-91A7-9C67-096D-BDDAB27101CE}"/>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48745790"/>
      </p:ext>
    </p:extLst>
  </p:cSld>
  <p:clrMapOvr>
    <a:masterClrMapping/>
  </p:clrMapOvr>
  <p:extLst>
    <p:ext uri="{DCECCB84-F9BA-43D5-87BE-67443E8EF086}">
      <p15:sldGuideLst xmlns:p15="http://schemas.microsoft.com/office/powerpoint/2012/main">
        <p15:guide id="1" orient="horz" pos="2160">
          <p15:clr>
            <a:srgbClr val="FBAE40"/>
          </p15:clr>
        </p15:guide>
        <p15:guide id="2" pos="71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and Text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2"/>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lide Number Placeholder 5">
            <a:extLst>
              <a:ext uri="{FF2B5EF4-FFF2-40B4-BE49-F238E27FC236}">
                <a16:creationId xmlns:a16="http://schemas.microsoft.com/office/drawing/2014/main" id="{B7BD09EE-CACA-DCA0-63D6-A31C60CE867C}"/>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8" name="Date Placeholder 3">
            <a:extLst>
              <a:ext uri="{FF2B5EF4-FFF2-40B4-BE49-F238E27FC236}">
                <a16:creationId xmlns:a16="http://schemas.microsoft.com/office/drawing/2014/main" id="{BBE3141D-8D1A-1D21-AE0C-E71966B4F8D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9" name="Footer Placeholder 4">
            <a:extLst>
              <a:ext uri="{FF2B5EF4-FFF2-40B4-BE49-F238E27FC236}">
                <a16:creationId xmlns:a16="http://schemas.microsoft.com/office/drawing/2014/main" id="{F4E1F3FF-1BE0-8B99-B670-0496F973B9BF}"/>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67E368FC-EF8C-DC00-5D69-176D64FA3CFF}"/>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1AFB849F-9681-A61F-DA6A-5FAC48D97E13}"/>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 20">
            <a:extLst>
              <a:ext uri="{FF2B5EF4-FFF2-40B4-BE49-F238E27FC236}">
                <a16:creationId xmlns:a16="http://schemas.microsoft.com/office/drawing/2014/main" id="{B0E06F8A-12FC-C7DF-3F2B-BA0ED78343D2}"/>
              </a:ext>
            </a:extLst>
          </p:cNvPr>
          <p:cNvGrpSpPr/>
          <p:nvPr userDrawn="1"/>
        </p:nvGrpSpPr>
        <p:grpSpPr>
          <a:xfrm>
            <a:off x="10222956" y="3907687"/>
            <a:ext cx="1669897" cy="2268934"/>
            <a:chOff x="256846" y="331725"/>
            <a:chExt cx="1669897" cy="2268934"/>
          </a:xfrm>
        </p:grpSpPr>
        <p:sp>
          <p:nvSpPr>
            <p:cNvPr id="22" name="Freeform 21">
              <a:extLst>
                <a:ext uri="{FF2B5EF4-FFF2-40B4-BE49-F238E27FC236}">
                  <a16:creationId xmlns:a16="http://schemas.microsoft.com/office/drawing/2014/main" id="{461AE352-1E16-3DE5-0350-23B1ECFC7295}"/>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3" name="Freeform 22">
              <a:extLst>
                <a:ext uri="{FF2B5EF4-FFF2-40B4-BE49-F238E27FC236}">
                  <a16:creationId xmlns:a16="http://schemas.microsoft.com/office/drawing/2014/main" id="{80CB5A76-7C23-A6B8-9046-E57F16F97322}"/>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29923522-C037-90AD-94D2-EB4038BD7D2D}"/>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4F6ED453-7DC8-5748-378E-C38F78A03E4F}"/>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20" name="Content Placeholder 3">
            <a:extLst>
              <a:ext uri="{FF2B5EF4-FFF2-40B4-BE49-F238E27FC236}">
                <a16:creationId xmlns:a16="http://schemas.microsoft.com/office/drawing/2014/main" id="{D144C1CF-C823-09F7-30AE-C9C4F33A32F6}"/>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5" name="Picture 4">
            <a:extLst>
              <a:ext uri="{FF2B5EF4-FFF2-40B4-BE49-F238E27FC236}">
                <a16:creationId xmlns:a16="http://schemas.microsoft.com/office/drawing/2014/main" id="{0C36148C-06A0-7942-DC2D-7AE1241675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6" name="Group 5">
            <a:extLst>
              <a:ext uri="{FF2B5EF4-FFF2-40B4-BE49-F238E27FC236}">
                <a16:creationId xmlns:a16="http://schemas.microsoft.com/office/drawing/2014/main" id="{D1408B6B-01CE-D2F4-6F55-7F9F679BE230}"/>
              </a:ext>
            </a:extLst>
          </p:cNvPr>
          <p:cNvGrpSpPr/>
          <p:nvPr userDrawn="1"/>
        </p:nvGrpSpPr>
        <p:grpSpPr>
          <a:xfrm>
            <a:off x="7409792" y="6400799"/>
            <a:ext cx="4782209" cy="457201"/>
            <a:chOff x="7409792" y="6400799"/>
            <a:chExt cx="4782209" cy="457201"/>
          </a:xfrm>
        </p:grpSpPr>
        <p:sp>
          <p:nvSpPr>
            <p:cNvPr id="7" name="Right Triangle 6">
              <a:extLst>
                <a:ext uri="{FF2B5EF4-FFF2-40B4-BE49-F238E27FC236}">
                  <a16:creationId xmlns:a16="http://schemas.microsoft.com/office/drawing/2014/main" id="{9A91F009-8A94-8CA5-7BA9-EA701106FA9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E3312A93-05EC-2145-432F-8D5763A23BEF}"/>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97091002"/>
      </p:ext>
    </p:extLst>
  </p:cSld>
  <p:clrMapOvr>
    <a:masterClrMapping/>
  </p:clrMapOvr>
  <p:extLst>
    <p:ext uri="{DCECCB84-F9BA-43D5-87BE-67443E8EF086}">
      <p15:sldGuideLst xmlns:p15="http://schemas.microsoft.com/office/powerpoint/2012/main">
        <p15:guide id="1" orient="horz" pos="2160">
          <p15:clr>
            <a:srgbClr val="FBAE40"/>
          </p15:clr>
        </p15:guide>
        <p15:guide id="2" pos="710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0"/>
            <a:ext cx="12202406" cy="6858000"/>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1</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Date Placeholder 8">
            <a:extLst>
              <a:ext uri="{FF2B5EF4-FFF2-40B4-BE49-F238E27FC236}">
                <a16:creationId xmlns:a16="http://schemas.microsoft.com/office/drawing/2014/main" id="{2C7C3A47-5024-D5C2-1550-14C864B52DE8}"/>
              </a:ext>
            </a:extLst>
          </p:cNvPr>
          <p:cNvSpPr>
            <a:spLocks noGrp="1"/>
          </p:cNvSpPr>
          <p:nvPr>
            <p:ph type="dt" sz="half" idx="10"/>
          </p:nvPr>
        </p:nvSpPr>
        <p:spPr/>
        <p:txBody>
          <a:bodyPr/>
          <a:lstStyle>
            <a:lvl1pPr>
              <a:defRPr>
                <a:solidFill>
                  <a:schemeClr val="bg1"/>
                </a:solidFill>
              </a:defRPr>
            </a:lvl1pPr>
          </a:lstStyle>
          <a:p>
            <a:fld id="{24BB3054-D0FF-6949-B6FD-C363344CA48B}" type="datetime1">
              <a:rPr lang="en-SG" smtClean="0"/>
              <a:pPr/>
              <a:t>17/5/2026</a:t>
            </a:fld>
            <a:endParaRPr lang="en-US"/>
          </a:p>
        </p:txBody>
      </p:sp>
      <p:sp>
        <p:nvSpPr>
          <p:cNvPr id="10" name="Footer Placeholder 9">
            <a:extLst>
              <a:ext uri="{FF2B5EF4-FFF2-40B4-BE49-F238E27FC236}">
                <a16:creationId xmlns:a16="http://schemas.microsoft.com/office/drawing/2014/main" id="{C184FD84-FC8D-119D-39C4-A51A288E8B1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0F967868-E27A-E379-71CB-D7D52D68E9E6}"/>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4" name="Picture 3">
            <a:extLst>
              <a:ext uri="{FF2B5EF4-FFF2-40B4-BE49-F238E27FC236}">
                <a16:creationId xmlns:a16="http://schemas.microsoft.com/office/drawing/2014/main" id="{A04FF0F4-DA57-27D5-30E2-9996EAF524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394796089"/>
      </p:ext>
    </p:extLst>
  </p:cSld>
  <p:clrMapOvr>
    <a:masterClrMapping/>
  </p:clrMapOvr>
  <p:extLst>
    <p:ext uri="{DCECCB84-F9BA-43D5-87BE-67443E8EF086}">
      <p15:sldGuideLst xmlns:p15="http://schemas.microsoft.com/office/powerpoint/2012/main">
        <p15:guide id="2" pos="7151">
          <p15:clr>
            <a:srgbClr val="FBAE40"/>
          </p15:clr>
        </p15:guide>
        <p15:guide id="3" orient="horz" pos="22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Divider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2</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Slide Number Placeholder 5">
            <a:extLst>
              <a:ext uri="{FF2B5EF4-FFF2-40B4-BE49-F238E27FC236}">
                <a16:creationId xmlns:a16="http://schemas.microsoft.com/office/drawing/2014/main" id="{764D9953-232D-AAAB-7CA1-4FF4EDD8A7DD}"/>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9B1E1536-27AB-77BC-9C52-6C560AD4B46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4170040451"/>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Divider 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0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3</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30" name="Slide Number Placeholder 5">
            <a:extLst>
              <a:ext uri="{FF2B5EF4-FFF2-40B4-BE49-F238E27FC236}">
                <a16:creationId xmlns:a16="http://schemas.microsoft.com/office/drawing/2014/main" id="{053F6043-8612-600E-9C2C-05430811ED41}"/>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24BCBA92-B08F-7B65-A5A4-3C041ECF42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2163898306"/>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Divider 4">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005AAB"/>
                </a:solidFill>
                <a:latin typeface="Source Sans Pro" panose="020B0503030403020204" pitchFamily="34" charset="0"/>
                <a:ea typeface="+mj-ea"/>
                <a:cs typeface="+mj-cs"/>
              </a:defRPr>
            </a:lvl1pPr>
          </a:lstStyle>
          <a:p>
            <a:r>
              <a:rPr lang="en-GB"/>
              <a:t>Divider 4</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17" name="Freeform 16">
            <a:extLst>
              <a:ext uri="{FF2B5EF4-FFF2-40B4-BE49-F238E27FC236}">
                <a16:creationId xmlns:a16="http://schemas.microsoft.com/office/drawing/2014/main" id="{5C1C0FE5-44FB-72D5-08D2-45402CEF1E37}"/>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8" name="Freeform 17">
            <a:extLst>
              <a:ext uri="{FF2B5EF4-FFF2-40B4-BE49-F238E27FC236}">
                <a16:creationId xmlns:a16="http://schemas.microsoft.com/office/drawing/2014/main" id="{C5E61D77-3350-1934-C501-11B107E16025}"/>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9" name="Freeform 18">
            <a:extLst>
              <a:ext uri="{FF2B5EF4-FFF2-40B4-BE49-F238E27FC236}">
                <a16:creationId xmlns:a16="http://schemas.microsoft.com/office/drawing/2014/main" id="{7172709F-51B0-3CC2-4EFA-524CF2FC919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Slide Number Placeholder 5">
            <a:extLst>
              <a:ext uri="{FF2B5EF4-FFF2-40B4-BE49-F238E27FC236}">
                <a16:creationId xmlns:a16="http://schemas.microsoft.com/office/drawing/2014/main" id="{A4D8CC7F-D600-AA99-342E-37B4E8A4592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pic>
        <p:nvPicPr>
          <p:cNvPr id="11" name="Picture 10">
            <a:extLst>
              <a:ext uri="{FF2B5EF4-FFF2-40B4-BE49-F238E27FC236}">
                <a16:creationId xmlns:a16="http://schemas.microsoft.com/office/drawing/2014/main" id="{B36C5303-B951-95C6-DEC6-80731DCA9CB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0015" y="367488"/>
            <a:ext cx="1516545" cy="1516545"/>
          </a:xfrm>
          <a:prstGeom prst="rect">
            <a:avLst/>
          </a:prstGeom>
        </p:spPr>
      </p:pic>
    </p:spTree>
    <p:extLst>
      <p:ext uri="{BB962C8B-B14F-4D97-AF65-F5344CB8AC3E}">
        <p14:creationId xmlns:p14="http://schemas.microsoft.com/office/powerpoint/2010/main" val="4290355419"/>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Divider 5">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FD7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17/5/2026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GB" sz="5400" b="1" kern="1200" dirty="0" smtClean="0">
                <a:solidFill>
                  <a:srgbClr val="005AAB"/>
                </a:solidFill>
                <a:latin typeface="Source Sans Pro" panose="020B0503030403020204" pitchFamily="34" charset="0"/>
                <a:ea typeface="+mj-ea"/>
                <a:cs typeface="+mj-cs"/>
              </a:defRPr>
            </a:lvl1pPr>
          </a:lstStyle>
          <a:p>
            <a:r>
              <a:rPr lang="en-GB"/>
              <a:t>Divider</a:t>
            </a:r>
            <a:r>
              <a:rPr lang="en-US" sz="5400" b="1">
                <a:solidFill>
                  <a:srgbClr val="005AAB"/>
                </a:solidFill>
                <a:latin typeface="Source Sans Pro" panose="020B0503030403020204" pitchFamily="34" charset="0"/>
              </a:rPr>
              <a:t> </a:t>
            </a:r>
            <a:r>
              <a:rPr lang="en-GB"/>
              <a:t>5</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pic>
        <p:nvPicPr>
          <p:cNvPr id="8" name="Picture 7">
            <a:extLst>
              <a:ext uri="{FF2B5EF4-FFF2-40B4-BE49-F238E27FC236}">
                <a16:creationId xmlns:a16="http://schemas.microsoft.com/office/drawing/2014/main" id="{8C809E7A-8E45-6A38-5C59-FE1C753BD2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04194" y="420370"/>
            <a:ext cx="1270000" cy="1384300"/>
          </a:xfrm>
          <a:prstGeom prst="rect">
            <a:avLst/>
          </a:prstGeom>
        </p:spPr>
      </p:pic>
      <p:sp>
        <p:nvSpPr>
          <p:cNvPr id="9" name="Freeform 8">
            <a:extLst>
              <a:ext uri="{FF2B5EF4-FFF2-40B4-BE49-F238E27FC236}">
                <a16:creationId xmlns:a16="http://schemas.microsoft.com/office/drawing/2014/main" id="{1EB840C5-1C75-908B-6D53-75E64C211E25}"/>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2ADDA777-2F74-9D20-C1D6-B738411C85D2}"/>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0FCD4F8A-5CB6-05E7-3C73-8F62A6DA4D5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6" name="Slide Number Placeholder 5">
            <a:extLst>
              <a:ext uri="{FF2B5EF4-FFF2-40B4-BE49-F238E27FC236}">
                <a16:creationId xmlns:a16="http://schemas.microsoft.com/office/drawing/2014/main" id="{7E53DE04-7F57-BF5C-9664-258C79BB87F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spTree>
    <p:extLst>
      <p:ext uri="{BB962C8B-B14F-4D97-AF65-F5344CB8AC3E}">
        <p14:creationId xmlns:p14="http://schemas.microsoft.com/office/powerpoint/2010/main" val="523671870"/>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ding slid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20750" y="-599632"/>
            <a:ext cx="13315770" cy="7483733"/>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2EEE51-4C43-2D24-570B-C29FCFFF63E7}"/>
              </a:ext>
            </a:extLst>
          </p:cNvPr>
          <p:cNvSpPr txBox="1"/>
          <p:nvPr userDrawn="1"/>
        </p:nvSpPr>
        <p:spPr>
          <a:xfrm>
            <a:off x="548640" y="5544212"/>
            <a:ext cx="11094719" cy="707886"/>
          </a:xfrm>
          <a:prstGeom prst="rect">
            <a:avLst/>
          </a:prstGeom>
          <a:noFill/>
        </p:spPr>
        <p:txBody>
          <a:bodyPr wrap="square" rtlCol="0">
            <a:spAutoFit/>
          </a:bodyPr>
          <a:lstStyle/>
          <a:p>
            <a:pPr algn="just"/>
            <a:r>
              <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rPr>
              <a:t>The information presented in the slides aims to provide a better general understanding of taxpayers’ tax obligations and is not intended to comprehensively address all possible tax issues that may arise. This information is correct as at the date of presentation. While every effort has been made to ensure that this information is consistent with existing law and practice, should there be any changes, IRAS reserves the right to vary its position accordingly.</a:t>
            </a:r>
          </a:p>
          <a:p>
            <a:pPr algn="just"/>
            <a:endPar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endParaRPr>
          </a:p>
        </p:txBody>
      </p:sp>
      <p:sp>
        <p:nvSpPr>
          <p:cNvPr id="8" name="TextBox 7">
            <a:extLst>
              <a:ext uri="{FF2B5EF4-FFF2-40B4-BE49-F238E27FC236}">
                <a16:creationId xmlns:a16="http://schemas.microsoft.com/office/drawing/2014/main" id="{D4293AA4-0CCB-5AA4-6709-A452A8FD78A5}"/>
              </a:ext>
            </a:extLst>
          </p:cNvPr>
          <p:cNvSpPr txBox="1"/>
          <p:nvPr userDrawn="1"/>
        </p:nvSpPr>
        <p:spPr>
          <a:xfrm>
            <a:off x="548640" y="4630075"/>
            <a:ext cx="6094476" cy="353943"/>
          </a:xfrm>
          <a:prstGeom prst="rect">
            <a:avLst/>
          </a:prstGeom>
          <a:noFill/>
        </p:spPr>
        <p:txBody>
          <a:bodyPr wrap="square">
            <a:spAutoFit/>
          </a:bodyPr>
          <a:lstStyle/>
          <a:p>
            <a:r>
              <a:rPr lang="en-US" sz="1700" b="1">
                <a:solidFill>
                  <a:srgbClr val="7FACD9"/>
                </a:solidFill>
                <a:latin typeface="Source Sans Pro" panose="020B0503030403020204" pitchFamily="34" charset="0"/>
                <a:ea typeface="Helvetica Neue" panose="02000503000000020004" pitchFamily="2" charset="0"/>
                <a:cs typeface="Arial" panose="020B0604020202020204" pitchFamily="34" charset="0"/>
              </a:rPr>
              <a:t>www.iras.gov.sg</a:t>
            </a:r>
            <a:endParaRPr lang="en-SG" sz="1700" b="1">
              <a:solidFill>
                <a:srgbClr val="7FACD9"/>
              </a:solidFill>
              <a:latin typeface="Source Sans Pro" panose="020B0503030403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BCB0984A-2A3E-9F6D-7FF1-3C2F08B61A9F}"/>
              </a:ext>
            </a:extLst>
          </p:cNvPr>
          <p:cNvGrpSpPr/>
          <p:nvPr userDrawn="1"/>
        </p:nvGrpSpPr>
        <p:grpSpPr>
          <a:xfrm>
            <a:off x="442921" y="634863"/>
            <a:ext cx="1669898" cy="2268933"/>
            <a:chOff x="-868290" y="2603114"/>
            <a:chExt cx="1669898" cy="2268933"/>
          </a:xfrm>
        </p:grpSpPr>
        <p:sp>
          <p:nvSpPr>
            <p:cNvPr id="19" name="Freeform 18">
              <a:extLst>
                <a:ext uri="{FF2B5EF4-FFF2-40B4-BE49-F238E27FC236}">
                  <a16:creationId xmlns:a16="http://schemas.microsoft.com/office/drawing/2014/main" id="{E12B55BC-1D65-590D-842A-B75BF20875B3}"/>
                </a:ext>
              </a:extLst>
            </p:cNvPr>
            <p:cNvSpPr/>
            <p:nvPr/>
          </p:nvSpPr>
          <p:spPr>
            <a:xfrm>
              <a:off x="-21352" y="4049087"/>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64C41AF1-1CF2-0563-2ED8-4828235AFD07}"/>
                </a:ext>
              </a:extLst>
            </p:cNvPr>
            <p:cNvSpPr/>
            <p:nvPr/>
          </p:nvSpPr>
          <p:spPr>
            <a:xfrm>
              <a:off x="-45330" y="3105121"/>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FE0E580B-BF61-E558-A19E-0EE2F11BF676}"/>
                </a:ext>
              </a:extLst>
            </p:cNvPr>
            <p:cNvSpPr/>
            <p:nvPr/>
          </p:nvSpPr>
          <p:spPr>
            <a:xfrm>
              <a:off x="-868290" y="35429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FE0BC440-80BB-87A0-02E3-3012F4F6D3C5}"/>
                </a:ext>
              </a:extLst>
            </p:cNvPr>
            <p:cNvSpPr/>
            <p:nvPr/>
          </p:nvSpPr>
          <p:spPr>
            <a:xfrm>
              <a:off x="-868290" y="26031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pic>
        <p:nvPicPr>
          <p:cNvPr id="2" name="Picture 1">
            <a:extLst>
              <a:ext uri="{FF2B5EF4-FFF2-40B4-BE49-F238E27FC236}">
                <a16:creationId xmlns:a16="http://schemas.microsoft.com/office/drawing/2014/main" id="{CCB821CC-EDBA-20B2-7B06-2006A1B054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pic>
        <p:nvPicPr>
          <p:cNvPr id="3" name="Picture 2" descr="A blue and white logo&#10;&#10;Description automatically generated">
            <a:hlinkClick r:id="rId3"/>
            <a:extLst>
              <a:ext uri="{FF2B5EF4-FFF2-40B4-BE49-F238E27FC236}">
                <a16:creationId xmlns:a16="http://schemas.microsoft.com/office/drawing/2014/main" id="{2D585E63-FED3-F71E-16E5-773AA2CE029F}"/>
              </a:ext>
            </a:extLst>
          </p:cNvPr>
          <p:cNvPicPr>
            <a:picLocks noChangeAspect="1"/>
          </p:cNvPicPr>
          <p:nvPr userDrawn="1"/>
        </p:nvPicPr>
        <p:blipFill>
          <a:blip r:embed="rId4"/>
          <a:stretch>
            <a:fillRect/>
          </a:stretch>
        </p:blipFill>
        <p:spPr>
          <a:xfrm>
            <a:off x="631887" y="5103280"/>
            <a:ext cx="306366" cy="310397"/>
          </a:xfrm>
          <a:prstGeom prst="roundRect">
            <a:avLst/>
          </a:prstGeom>
        </p:spPr>
      </p:pic>
      <p:pic>
        <p:nvPicPr>
          <p:cNvPr id="5" name="Picture 4" descr="A blue letter f&#10;&#10;Description automatically generated">
            <a:hlinkClick r:id="rId5"/>
            <a:extLst>
              <a:ext uri="{FF2B5EF4-FFF2-40B4-BE49-F238E27FC236}">
                <a16:creationId xmlns:a16="http://schemas.microsoft.com/office/drawing/2014/main" id="{8912D479-177E-9719-1B99-FC4559F3362E}"/>
              </a:ext>
            </a:extLst>
          </p:cNvPr>
          <p:cNvPicPr>
            <a:picLocks noChangeAspect="1"/>
          </p:cNvPicPr>
          <p:nvPr userDrawn="1"/>
        </p:nvPicPr>
        <p:blipFill>
          <a:blip r:embed="rId6"/>
          <a:stretch>
            <a:fillRect/>
          </a:stretch>
        </p:blipFill>
        <p:spPr>
          <a:xfrm>
            <a:off x="994635" y="5103280"/>
            <a:ext cx="306366" cy="310397"/>
          </a:xfrm>
          <a:prstGeom prst="roundRect">
            <a:avLst/>
          </a:prstGeom>
        </p:spPr>
      </p:pic>
      <p:pic>
        <p:nvPicPr>
          <p:cNvPr id="6" name="Picture 5" descr="A blue and white logo&#10;&#10;Description automatically generated">
            <a:hlinkClick r:id="rId7"/>
            <a:extLst>
              <a:ext uri="{FF2B5EF4-FFF2-40B4-BE49-F238E27FC236}">
                <a16:creationId xmlns:a16="http://schemas.microsoft.com/office/drawing/2014/main" id="{97982942-7969-2AEA-5290-B0A151056C97}"/>
              </a:ext>
            </a:extLst>
          </p:cNvPr>
          <p:cNvPicPr>
            <a:picLocks noChangeAspect="1"/>
          </p:cNvPicPr>
          <p:nvPr userDrawn="1"/>
        </p:nvPicPr>
        <p:blipFill>
          <a:blip r:embed="rId8"/>
          <a:stretch>
            <a:fillRect/>
          </a:stretch>
        </p:blipFill>
        <p:spPr>
          <a:xfrm>
            <a:off x="1357383" y="5103280"/>
            <a:ext cx="306366" cy="310397"/>
          </a:xfrm>
          <a:prstGeom prst="roundRect">
            <a:avLst/>
          </a:prstGeom>
        </p:spPr>
      </p:pic>
      <p:pic>
        <p:nvPicPr>
          <p:cNvPr id="10" name="Picture 9" descr="A blue logo with a white background&#10;&#10;Description automatically generated">
            <a:hlinkClick r:id="rId9"/>
            <a:extLst>
              <a:ext uri="{FF2B5EF4-FFF2-40B4-BE49-F238E27FC236}">
                <a16:creationId xmlns:a16="http://schemas.microsoft.com/office/drawing/2014/main" id="{E2E503EE-8DEC-B5F8-CCC6-A98804AA608F}"/>
              </a:ext>
            </a:extLst>
          </p:cNvPr>
          <p:cNvPicPr>
            <a:picLocks noChangeAspect="1"/>
          </p:cNvPicPr>
          <p:nvPr userDrawn="1"/>
        </p:nvPicPr>
        <p:blipFill>
          <a:blip r:embed="rId10"/>
          <a:stretch>
            <a:fillRect/>
          </a:stretch>
        </p:blipFill>
        <p:spPr>
          <a:xfrm>
            <a:off x="1720131" y="5103280"/>
            <a:ext cx="306366" cy="310397"/>
          </a:xfrm>
          <a:prstGeom prst="roundRect">
            <a:avLst/>
          </a:prstGeom>
        </p:spPr>
      </p:pic>
      <p:pic>
        <p:nvPicPr>
          <p:cNvPr id="14" name="Picture 13" descr="A blue and white x&#10;&#10;Description automatically generated">
            <a:hlinkClick r:id="rId11"/>
            <a:extLst>
              <a:ext uri="{FF2B5EF4-FFF2-40B4-BE49-F238E27FC236}">
                <a16:creationId xmlns:a16="http://schemas.microsoft.com/office/drawing/2014/main" id="{DB676160-988F-BBC4-3D7F-CC5B2CA74115}"/>
              </a:ext>
            </a:extLst>
          </p:cNvPr>
          <p:cNvPicPr>
            <a:picLocks noChangeAspect="1"/>
          </p:cNvPicPr>
          <p:nvPr userDrawn="1"/>
        </p:nvPicPr>
        <p:blipFill>
          <a:blip r:embed="rId12"/>
          <a:stretch>
            <a:fillRect/>
          </a:stretch>
        </p:blipFill>
        <p:spPr>
          <a:xfrm>
            <a:off x="2082879" y="5103280"/>
            <a:ext cx="306366" cy="310397"/>
          </a:xfrm>
          <a:prstGeom prst="roundRect">
            <a:avLst/>
          </a:prstGeom>
        </p:spPr>
      </p:pic>
      <p:pic>
        <p:nvPicPr>
          <p:cNvPr id="16" name="Picture 15" descr="A blue letter on a white background&#10;&#10;Description automatically generated">
            <a:hlinkClick r:id="rId13"/>
            <a:extLst>
              <a:ext uri="{FF2B5EF4-FFF2-40B4-BE49-F238E27FC236}">
                <a16:creationId xmlns:a16="http://schemas.microsoft.com/office/drawing/2014/main" id="{6ECC4F10-6667-5781-65B1-20F3142A841F}"/>
              </a:ext>
            </a:extLst>
          </p:cNvPr>
          <p:cNvPicPr>
            <a:picLocks noChangeAspect="1"/>
          </p:cNvPicPr>
          <p:nvPr userDrawn="1"/>
        </p:nvPicPr>
        <p:blipFill>
          <a:blip r:embed="rId14"/>
          <a:stretch>
            <a:fillRect/>
          </a:stretch>
        </p:blipFill>
        <p:spPr>
          <a:xfrm>
            <a:off x="2445627" y="5103280"/>
            <a:ext cx="306366" cy="310397"/>
          </a:xfrm>
          <a:prstGeom prst="roundRect">
            <a:avLst/>
          </a:prstGeom>
        </p:spPr>
      </p:pic>
      <p:pic>
        <p:nvPicPr>
          <p:cNvPr id="23" name="Picture 22" descr="A blue play button with a white arrow&#10;&#10;Description automatically generated">
            <a:hlinkClick r:id="rId15"/>
            <a:extLst>
              <a:ext uri="{FF2B5EF4-FFF2-40B4-BE49-F238E27FC236}">
                <a16:creationId xmlns:a16="http://schemas.microsoft.com/office/drawing/2014/main" id="{50FA0735-5682-C5F2-406A-0C18773F670B}"/>
              </a:ext>
            </a:extLst>
          </p:cNvPr>
          <p:cNvPicPr>
            <a:picLocks noChangeAspect="1"/>
          </p:cNvPicPr>
          <p:nvPr userDrawn="1"/>
        </p:nvPicPr>
        <p:blipFill>
          <a:blip r:embed="rId16"/>
          <a:stretch>
            <a:fillRect/>
          </a:stretch>
        </p:blipFill>
        <p:spPr>
          <a:xfrm>
            <a:off x="2808375" y="5103280"/>
            <a:ext cx="306366" cy="310397"/>
          </a:xfrm>
          <a:prstGeom prst="roundRect">
            <a:avLst/>
          </a:prstGeom>
        </p:spPr>
      </p:pic>
      <p:pic>
        <p:nvPicPr>
          <p:cNvPr id="24" name="Picture 23" descr="A blue paper plane logo&#10;&#10;Description automatically generated">
            <a:hlinkClick r:id="rId17"/>
            <a:extLst>
              <a:ext uri="{FF2B5EF4-FFF2-40B4-BE49-F238E27FC236}">
                <a16:creationId xmlns:a16="http://schemas.microsoft.com/office/drawing/2014/main" id="{74D8F6D2-5914-1E94-1E77-45EBF847478C}"/>
              </a:ext>
            </a:extLst>
          </p:cNvPr>
          <p:cNvPicPr>
            <a:picLocks noChangeAspect="1"/>
          </p:cNvPicPr>
          <p:nvPr userDrawn="1"/>
        </p:nvPicPr>
        <p:blipFill>
          <a:blip r:embed="rId18"/>
          <a:stretch>
            <a:fillRect/>
          </a:stretch>
        </p:blipFill>
        <p:spPr>
          <a:xfrm>
            <a:off x="3171123" y="5103280"/>
            <a:ext cx="306366" cy="310397"/>
          </a:xfrm>
          <a:prstGeom prst="roundRect">
            <a:avLst/>
          </a:prstGeom>
        </p:spPr>
      </p:pic>
      <p:pic>
        <p:nvPicPr>
          <p:cNvPr id="25" name="Picture 24" descr="A blue and white logo&#10;&#10;Description automatically generated">
            <a:hlinkClick r:id="rId19"/>
            <a:extLst>
              <a:ext uri="{FF2B5EF4-FFF2-40B4-BE49-F238E27FC236}">
                <a16:creationId xmlns:a16="http://schemas.microsoft.com/office/drawing/2014/main" id="{AF0667AA-6DC1-3BF0-FB14-C8DD062B8CD7}"/>
              </a:ext>
            </a:extLst>
          </p:cNvPr>
          <p:cNvPicPr>
            <a:picLocks noChangeAspect="1"/>
          </p:cNvPicPr>
          <p:nvPr userDrawn="1"/>
        </p:nvPicPr>
        <p:blipFill>
          <a:blip r:embed="rId20"/>
          <a:stretch>
            <a:fillRect/>
          </a:stretch>
        </p:blipFill>
        <p:spPr>
          <a:xfrm>
            <a:off x="3533871" y="5103280"/>
            <a:ext cx="306368" cy="310397"/>
          </a:xfrm>
          <a:prstGeom prst="roundRect">
            <a:avLst/>
          </a:prstGeom>
        </p:spPr>
      </p:pic>
    </p:spTree>
    <p:extLst>
      <p:ext uri="{BB962C8B-B14F-4D97-AF65-F5344CB8AC3E}">
        <p14:creationId xmlns:p14="http://schemas.microsoft.com/office/powerpoint/2010/main" val="340056714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BC94-FA1E-22D8-D4CE-E791BFA1338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4427F96-2243-F3B8-722A-5E5715384B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6745D9-02AB-7A92-28BC-6E0EDD81AC6A}"/>
              </a:ext>
            </a:extLst>
          </p:cNvPr>
          <p:cNvSpPr>
            <a:spLocks noGrp="1"/>
          </p:cNvSpPr>
          <p:nvPr>
            <p:ph type="dt" sz="half" idx="10"/>
          </p:nvPr>
        </p:nvSpPr>
        <p:spPr/>
        <p:txBody>
          <a:bodyPr/>
          <a:lstStyle/>
          <a:p>
            <a:fld id="{08F8C4C5-14AC-CD4E-B858-8D13EE358ED0}" type="datetime1">
              <a:rPr lang="en-SG" smtClean="0"/>
              <a:t>17/5/2026</a:t>
            </a:fld>
            <a:endParaRPr lang="en-US"/>
          </a:p>
        </p:txBody>
      </p:sp>
      <p:sp>
        <p:nvSpPr>
          <p:cNvPr id="5" name="Footer Placeholder 4">
            <a:extLst>
              <a:ext uri="{FF2B5EF4-FFF2-40B4-BE49-F238E27FC236}">
                <a16:creationId xmlns:a16="http://schemas.microsoft.com/office/drawing/2014/main" id="{6DD1058D-F069-009A-602D-C2169AE43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044B6-B605-9495-435A-667DA07F89E4}"/>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2058447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C8B2-AA0F-4FD8-DE3E-ECD7193EED9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213DB7-6375-6020-29D9-7E648274E5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7E09403-B1E7-34C2-8F35-AC3BF849E09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B935DFE-04A3-7688-D58A-2468B5370DF5}"/>
              </a:ext>
            </a:extLst>
          </p:cNvPr>
          <p:cNvSpPr>
            <a:spLocks noGrp="1"/>
          </p:cNvSpPr>
          <p:nvPr>
            <p:ph type="dt" sz="half" idx="10"/>
          </p:nvPr>
        </p:nvSpPr>
        <p:spPr/>
        <p:txBody>
          <a:bodyPr/>
          <a:lstStyle/>
          <a:p>
            <a:fld id="{10D53C8B-94E3-E144-AD36-2E68493F7592}" type="datetime1">
              <a:rPr lang="en-SG" smtClean="0"/>
              <a:t>17/5/2026</a:t>
            </a:fld>
            <a:endParaRPr lang="en-US"/>
          </a:p>
        </p:txBody>
      </p:sp>
      <p:sp>
        <p:nvSpPr>
          <p:cNvPr id="6" name="Footer Placeholder 5">
            <a:extLst>
              <a:ext uri="{FF2B5EF4-FFF2-40B4-BE49-F238E27FC236}">
                <a16:creationId xmlns:a16="http://schemas.microsoft.com/office/drawing/2014/main" id="{BDD0CBE7-4EF6-C43A-1D08-E30DE2BFD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D3B28D-5733-C0F0-5976-5CC233F3458A}"/>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2282374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CBD5-4712-A63C-D787-8600248756E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DBADD3-789C-D9D1-9A30-9AE312D46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E3122F-D03B-71A7-4F81-DAB2B4C6E72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3C7E347-E89F-12A0-BCE9-6C71CD2E5C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8251682-42ED-43E8-03C8-DB276856D1F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FDA26AF-44F8-A7A0-D334-53343A434608}"/>
              </a:ext>
            </a:extLst>
          </p:cNvPr>
          <p:cNvSpPr>
            <a:spLocks noGrp="1"/>
          </p:cNvSpPr>
          <p:nvPr>
            <p:ph type="dt" sz="half" idx="10"/>
          </p:nvPr>
        </p:nvSpPr>
        <p:spPr/>
        <p:txBody>
          <a:bodyPr/>
          <a:lstStyle/>
          <a:p>
            <a:fld id="{020D5926-59AB-514A-882D-6D1C60A3AA5B}" type="datetime1">
              <a:rPr lang="en-SG" smtClean="0"/>
              <a:t>17/5/2026</a:t>
            </a:fld>
            <a:endParaRPr lang="en-US"/>
          </a:p>
        </p:txBody>
      </p:sp>
      <p:sp>
        <p:nvSpPr>
          <p:cNvPr id="8" name="Footer Placeholder 7">
            <a:extLst>
              <a:ext uri="{FF2B5EF4-FFF2-40B4-BE49-F238E27FC236}">
                <a16:creationId xmlns:a16="http://schemas.microsoft.com/office/drawing/2014/main" id="{AC3812E1-38A7-9F79-7FBA-E48BDAD2DA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924FA8-A98F-C035-726B-013976002FAE}"/>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2710439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0F70-52AB-EE1B-EFFB-A31B0FB44A1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9FF72D2-7F00-9351-00E3-456EBF0296D9}"/>
              </a:ext>
            </a:extLst>
          </p:cNvPr>
          <p:cNvSpPr>
            <a:spLocks noGrp="1"/>
          </p:cNvSpPr>
          <p:nvPr>
            <p:ph type="dt" sz="half" idx="10"/>
          </p:nvPr>
        </p:nvSpPr>
        <p:spPr/>
        <p:txBody>
          <a:bodyPr/>
          <a:lstStyle/>
          <a:p>
            <a:fld id="{C1B3191A-8EDA-3C47-A55C-BE7E6C1C3452}" type="datetime1">
              <a:rPr lang="en-SG" smtClean="0"/>
              <a:t>17/5/2026</a:t>
            </a:fld>
            <a:endParaRPr lang="en-US"/>
          </a:p>
        </p:txBody>
      </p:sp>
      <p:sp>
        <p:nvSpPr>
          <p:cNvPr id="4" name="Footer Placeholder 3">
            <a:extLst>
              <a:ext uri="{FF2B5EF4-FFF2-40B4-BE49-F238E27FC236}">
                <a16:creationId xmlns:a16="http://schemas.microsoft.com/office/drawing/2014/main" id="{143EE16B-1897-27F6-62D0-B1D710D5F5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F91B2E-DCCB-BDF6-2903-FABA602D0C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4547959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B5B0D-9149-E170-FB64-D1BDB742379E}"/>
              </a:ext>
            </a:extLst>
          </p:cNvPr>
          <p:cNvSpPr>
            <a:spLocks noGrp="1"/>
          </p:cNvSpPr>
          <p:nvPr>
            <p:ph type="dt" sz="half" idx="10"/>
          </p:nvPr>
        </p:nvSpPr>
        <p:spPr/>
        <p:txBody>
          <a:bodyPr/>
          <a:lstStyle/>
          <a:p>
            <a:fld id="{0A2AFC1D-6E0C-5548-A79C-6DC0F0673A88}" type="datetime1">
              <a:rPr lang="en-SG" smtClean="0"/>
              <a:t>17/5/2026</a:t>
            </a:fld>
            <a:endParaRPr lang="en-US"/>
          </a:p>
        </p:txBody>
      </p:sp>
      <p:sp>
        <p:nvSpPr>
          <p:cNvPr id="3" name="Footer Placeholder 2">
            <a:extLst>
              <a:ext uri="{FF2B5EF4-FFF2-40B4-BE49-F238E27FC236}">
                <a16:creationId xmlns:a16="http://schemas.microsoft.com/office/drawing/2014/main" id="{743FC931-A83B-C737-D60E-D355F50E99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57B5-F3DF-4BD5-B2A5-7C0FD88D8F1B}"/>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29671878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54D6-72B9-BD25-80E7-5A3B954DD5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1A27953-28FF-D3AD-FDB9-8FDCF1397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FF4ECDF-6E13-A7C4-3581-CF607150C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0C0D99-E1A3-E4F4-712D-7DF435AA3B10}"/>
              </a:ext>
            </a:extLst>
          </p:cNvPr>
          <p:cNvSpPr>
            <a:spLocks noGrp="1"/>
          </p:cNvSpPr>
          <p:nvPr>
            <p:ph type="dt" sz="half" idx="10"/>
          </p:nvPr>
        </p:nvSpPr>
        <p:spPr/>
        <p:txBody>
          <a:bodyPr/>
          <a:lstStyle/>
          <a:p>
            <a:fld id="{C2D2DBD9-5EEC-504D-BE85-5A981B58A7B4}" type="datetime1">
              <a:rPr lang="en-SG" smtClean="0"/>
              <a:t>17/5/2026</a:t>
            </a:fld>
            <a:endParaRPr lang="en-US"/>
          </a:p>
        </p:txBody>
      </p:sp>
      <p:sp>
        <p:nvSpPr>
          <p:cNvPr id="6" name="Footer Placeholder 5">
            <a:extLst>
              <a:ext uri="{FF2B5EF4-FFF2-40B4-BE49-F238E27FC236}">
                <a16:creationId xmlns:a16="http://schemas.microsoft.com/office/drawing/2014/main" id="{783703FB-2E22-ABC1-4F91-04A8250C5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AD39D2-A01A-F7B0-2293-067D81767E8F}"/>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11963700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4A908-B6B4-EF5A-7978-096761A7801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6A08EAC-3A4C-815C-C094-86B61CCE3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0DFD54-2C25-2E82-C172-67525E9E8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D0EA7D-D215-3FEA-3BEB-952005721D5E}"/>
              </a:ext>
            </a:extLst>
          </p:cNvPr>
          <p:cNvSpPr>
            <a:spLocks noGrp="1"/>
          </p:cNvSpPr>
          <p:nvPr>
            <p:ph type="dt" sz="half" idx="10"/>
          </p:nvPr>
        </p:nvSpPr>
        <p:spPr/>
        <p:txBody>
          <a:bodyPr/>
          <a:lstStyle/>
          <a:p>
            <a:fld id="{D63E337C-1D74-9646-919F-283ED9C14D29}" type="datetime1">
              <a:rPr lang="en-SG" smtClean="0"/>
              <a:t>17/5/2026</a:t>
            </a:fld>
            <a:endParaRPr lang="en-US"/>
          </a:p>
        </p:txBody>
      </p:sp>
      <p:sp>
        <p:nvSpPr>
          <p:cNvPr id="6" name="Footer Placeholder 5">
            <a:extLst>
              <a:ext uri="{FF2B5EF4-FFF2-40B4-BE49-F238E27FC236}">
                <a16:creationId xmlns:a16="http://schemas.microsoft.com/office/drawing/2014/main" id="{03C24A47-555E-2812-90E6-95F55DF27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615B7-5CE0-0ED5-2AC9-570F722AB7A5}"/>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29440769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FAF3-C8E9-E5F1-E78D-B97823C13B5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DBEEAF0-7281-A4B1-1464-1B861AEFAF6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70DEBF-A662-E089-6C57-A822700D0321}"/>
              </a:ext>
            </a:extLst>
          </p:cNvPr>
          <p:cNvSpPr>
            <a:spLocks noGrp="1"/>
          </p:cNvSpPr>
          <p:nvPr>
            <p:ph type="dt" sz="half" idx="10"/>
          </p:nvPr>
        </p:nvSpPr>
        <p:spPr/>
        <p:txBody>
          <a:bodyPr/>
          <a:lstStyle/>
          <a:p>
            <a:fld id="{2DEF6961-09F8-874F-9BA1-C8164B88BA73}" type="datetime1">
              <a:rPr lang="en-SG" smtClean="0"/>
              <a:t>17/5/2026</a:t>
            </a:fld>
            <a:endParaRPr lang="en-US"/>
          </a:p>
        </p:txBody>
      </p:sp>
      <p:sp>
        <p:nvSpPr>
          <p:cNvPr id="5" name="Footer Placeholder 4">
            <a:extLst>
              <a:ext uri="{FF2B5EF4-FFF2-40B4-BE49-F238E27FC236}">
                <a16:creationId xmlns:a16="http://schemas.microsoft.com/office/drawing/2014/main" id="{6D33E3AB-8D44-391D-B3D8-5C5906F94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E0496-FE43-6F6E-6679-07FB9CDD6042}"/>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0488797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05405-A44C-D214-9134-C498A79D3C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E1CF0E5-0C77-02CC-CD03-44354AA89F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539181C-936C-9AD1-9304-5B17F4BE84EF}"/>
              </a:ext>
            </a:extLst>
          </p:cNvPr>
          <p:cNvSpPr>
            <a:spLocks noGrp="1"/>
          </p:cNvSpPr>
          <p:nvPr>
            <p:ph type="dt" sz="half" idx="10"/>
          </p:nvPr>
        </p:nvSpPr>
        <p:spPr/>
        <p:txBody>
          <a:bodyPr/>
          <a:lstStyle/>
          <a:p>
            <a:fld id="{D7D87608-DC0F-E34C-8C1C-8FE1046F38D0}" type="datetime1">
              <a:rPr lang="en-SG" smtClean="0"/>
              <a:t>17/5/2026</a:t>
            </a:fld>
            <a:endParaRPr lang="en-US"/>
          </a:p>
        </p:txBody>
      </p:sp>
      <p:sp>
        <p:nvSpPr>
          <p:cNvPr id="5" name="Footer Placeholder 4">
            <a:extLst>
              <a:ext uri="{FF2B5EF4-FFF2-40B4-BE49-F238E27FC236}">
                <a16:creationId xmlns:a16="http://schemas.microsoft.com/office/drawing/2014/main" id="{6B9A8CA2-FED4-F8BE-FFA9-D19101ED8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37D0B-898C-8216-79E6-6BC6CFF306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27064310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F4BD-9E67-6131-13D7-62B9492D96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D91C1B2-48C4-B5B8-A716-99125EE266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7630F83C-2070-A248-5204-8A2479E4573C}"/>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092166BC-1FF2-15D1-73C5-D0C17ACAF21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6C7AB63-39B1-B608-7B22-0978E35F6087}"/>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5488362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D6F6-D2D0-84CD-E1D1-A86431A7AAA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37655F-E193-3FC0-6A12-4EDF1D6EE9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E38BECD-2E85-9E25-BB66-0E783FDD7071}"/>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D665E9AC-673C-9A00-FCCC-A3ED0F44516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BB90C82-A54F-1470-8261-8AF7DE0B68B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00048233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5FDA-6CF2-BF36-6007-EEFDD4148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A99C36B-9026-5BE7-C39D-1FA43E61F1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B540A0-58A9-AF42-E33B-467F882CE4BD}"/>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5BBD2BED-833E-5E75-EB88-4F7EF4DAD86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BE5C3B-2A48-FF82-EFE5-860B9DB623AC}"/>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5947432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A02B-D9C8-8C71-7B8E-D088DEE553CD}"/>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8EAAD55-9333-0823-1AED-07F11FC78C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911FE43D-C70C-7550-6CFD-76B01CEF2D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3C346A4-74A1-29FF-8F3D-A074EE94005C}"/>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6" name="Footer Placeholder 5">
            <a:extLst>
              <a:ext uri="{FF2B5EF4-FFF2-40B4-BE49-F238E27FC236}">
                <a16:creationId xmlns:a16="http://schemas.microsoft.com/office/drawing/2014/main" id="{006F4861-B4FA-8361-BDC0-4D74BF06029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AAA52FB-D5F6-B1E5-4EA1-E5B1A8EB26ED}"/>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0170723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CD99-4CEE-11AA-5E35-CAE3E4BD0162}"/>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ECA3DD5-B455-544B-9276-7475AA41A5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E8A1F1-024E-389F-0642-AC0B5BA4CB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D76E75-D561-B64C-13EC-170CEF4730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BE50D-7CE9-F541-9B72-C82E1445F3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248AE02-FDB3-C5F0-C4C0-F36EE81BA7BA}"/>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8" name="Footer Placeholder 7">
            <a:extLst>
              <a:ext uri="{FF2B5EF4-FFF2-40B4-BE49-F238E27FC236}">
                <a16:creationId xmlns:a16="http://schemas.microsoft.com/office/drawing/2014/main" id="{F1BF9D78-3855-5EFC-CE2F-90D2A5386B61}"/>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C6FF48B0-997D-DC9C-7A23-8FB1E855854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6585867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8F18-E726-2EF0-BE86-F5453F544154}"/>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B471B8D-D7C4-C892-AE4D-B858E327F972}"/>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4" name="Footer Placeholder 3">
            <a:extLst>
              <a:ext uri="{FF2B5EF4-FFF2-40B4-BE49-F238E27FC236}">
                <a16:creationId xmlns:a16="http://schemas.microsoft.com/office/drawing/2014/main" id="{D68CE4D6-E7E2-2FD9-4EC1-BC98523A51A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A3DF215-A138-1BEC-2D94-49C62C57E50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3517164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549D35-34FC-6A29-9D3C-1C604826C90C}"/>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3" name="Footer Placeholder 2">
            <a:extLst>
              <a:ext uri="{FF2B5EF4-FFF2-40B4-BE49-F238E27FC236}">
                <a16:creationId xmlns:a16="http://schemas.microsoft.com/office/drawing/2014/main" id="{05D8E435-7E51-C2B5-72B3-3FD4D4F78FA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EF03FC7-B1D8-D525-A32C-E05FB2F3DF7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5103309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1230-CD0E-87F0-66C7-E4B042AC3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140698E-0E24-27D5-DB55-FC0777D4A9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A1680235-55A4-CAF8-0AF6-FA737DE01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E2D31-170E-E75A-E482-5A2DF893AD1B}"/>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6" name="Footer Placeholder 5">
            <a:extLst>
              <a:ext uri="{FF2B5EF4-FFF2-40B4-BE49-F238E27FC236}">
                <a16:creationId xmlns:a16="http://schemas.microsoft.com/office/drawing/2014/main" id="{8F07762B-FA01-3D24-AA39-75E3653F43A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F7B03CF-1499-CFE3-D649-CFA3BBD59EF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5981367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3746-5BE3-D859-4432-929A8485D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9398D0E-D299-3CF4-AEDC-CDD040CF6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AFF1CB9-CE0D-66F8-1789-02B54CAB8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3881A7-6552-4823-B5C9-94EF8F62A5F4}"/>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6" name="Footer Placeholder 5">
            <a:extLst>
              <a:ext uri="{FF2B5EF4-FFF2-40B4-BE49-F238E27FC236}">
                <a16:creationId xmlns:a16="http://schemas.microsoft.com/office/drawing/2014/main" id="{32149BAA-8861-9E49-BAF2-DACE06DCBF0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EA0E42D-ADDE-A6E9-3EA5-C8EF762E5DE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45023175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558F-79B5-CAB6-50F8-F901DCA3D02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EEA21AA-7BBD-349B-C6EF-374795B5E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308A0CC-D361-42D9-90F7-C6D474AB5F72}"/>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1694501F-7606-2994-B3FC-9E1BF3B7C53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D2ABD95-1DC3-5C61-58AB-1E720C44317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8680490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6AD9FC-7D4B-E054-61D0-F2C55C3886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0763937-027E-F945-ABD1-F0C173D66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9A3A007-D4FF-5B6B-92FC-A9A6A7114309}"/>
              </a:ext>
            </a:extLst>
          </p:cNvPr>
          <p:cNvSpPr>
            <a:spLocks noGrp="1"/>
          </p:cNvSpPr>
          <p:nvPr>
            <p:ph type="dt" sz="half" idx="10"/>
          </p:nvPr>
        </p:nvSpPr>
        <p:spPr/>
        <p:txBody>
          <a:body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FFD44B91-B8B8-D63D-0B18-FD80F506C84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7D2A8CD-9328-E406-1865-FE639036229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031618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7717294"/>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17/5/2026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71226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theme" Target="../theme/theme3.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33578-C3F3-A36D-000A-6D1988DAFD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066BDC4-DF72-8D08-0372-06ABF24FE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884AF9C-DBF9-1F2E-11BC-ACE867D4A4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5DF9D5E9-F0A4-782A-1823-1A223DCECC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4963BFC-8BB1-EACF-4DA4-55CF5DDD2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7117E0-1359-4C0B-83B0-C602786C33F4}" type="slidenum">
              <a:rPr lang="en-SG" smtClean="0"/>
              <a:t>‹#›</a:t>
            </a:fld>
            <a:endParaRPr lang="en-SG"/>
          </a:p>
        </p:txBody>
      </p:sp>
    </p:spTree>
    <p:extLst>
      <p:ext uri="{BB962C8B-B14F-4D97-AF65-F5344CB8AC3E}">
        <p14:creationId xmlns:p14="http://schemas.microsoft.com/office/powerpoint/2010/main" val="972052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F48C6A-32B6-3A39-5670-D6B3D7DE6C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FEF6E1-201E-8822-F982-3932E017A0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2B412D3-A0BF-6CA5-434A-7C5C421BB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B3054-D0FF-6949-B6FD-C363344CA48B}" type="datetime1">
              <a:rPr lang="en-SG" smtClean="0"/>
              <a:t>17/5/2026</a:t>
            </a:fld>
            <a:endParaRPr lang="en-US"/>
          </a:p>
        </p:txBody>
      </p:sp>
      <p:sp>
        <p:nvSpPr>
          <p:cNvPr id="5" name="Footer Placeholder 4">
            <a:extLst>
              <a:ext uri="{FF2B5EF4-FFF2-40B4-BE49-F238E27FC236}">
                <a16:creationId xmlns:a16="http://schemas.microsoft.com/office/drawing/2014/main" id="{7548D4CC-7D63-FA48-F280-1B43408F8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D52923-63C2-FCA9-56B1-026DC08DB9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F5AE18-F94A-B54C-9347-4CAFB5D76058}" type="slidenum">
              <a:rPr lang="en-US" smtClean="0"/>
              <a:t>‹#›</a:t>
            </a:fld>
            <a:endParaRPr lang="en-US"/>
          </a:p>
        </p:txBody>
      </p:sp>
    </p:spTree>
    <p:extLst>
      <p:ext uri="{BB962C8B-B14F-4D97-AF65-F5344CB8AC3E}">
        <p14:creationId xmlns:p14="http://schemas.microsoft.com/office/powerpoint/2010/main" val="18277579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F48C6A-32B6-3A39-5670-D6B3D7DE6C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FEF6E1-201E-8822-F982-3932E017A0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2B412D3-A0BF-6CA5-434A-7C5C421BB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B3054-D0FF-6949-B6FD-C363344CA48B}" type="datetime1">
              <a:rPr lang="en-SG" smtClean="0"/>
              <a:t>17/5/2026</a:t>
            </a:fld>
            <a:endParaRPr lang="en-US"/>
          </a:p>
        </p:txBody>
      </p:sp>
      <p:sp>
        <p:nvSpPr>
          <p:cNvPr id="5" name="Footer Placeholder 4">
            <a:extLst>
              <a:ext uri="{FF2B5EF4-FFF2-40B4-BE49-F238E27FC236}">
                <a16:creationId xmlns:a16="http://schemas.microsoft.com/office/drawing/2014/main" id="{7548D4CC-7D63-FA48-F280-1B43408F8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D52923-63C2-FCA9-56B1-026DC08DB9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F5AE18-F94A-B54C-9347-4CAFB5D76058}" type="slidenum">
              <a:rPr lang="en-US" smtClean="0"/>
              <a:t>‹#›</a:t>
            </a:fld>
            <a:endParaRPr lang="en-US"/>
          </a:p>
        </p:txBody>
      </p:sp>
    </p:spTree>
    <p:extLst>
      <p:ext uri="{BB962C8B-B14F-4D97-AF65-F5344CB8AC3E}">
        <p14:creationId xmlns:p14="http://schemas.microsoft.com/office/powerpoint/2010/main" val="299263014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33578-C3F3-A36D-000A-6D1988DAFD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066BDC4-DF72-8D08-0372-06ABF24FE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884AF9C-DBF9-1F2E-11BC-ACE867D4A4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35BEEC-C1E2-4B8C-A850-68E75164F492}" type="datetimeFigureOut">
              <a:rPr lang="en-SG" smtClean="0"/>
              <a:t>17/5/2026</a:t>
            </a:fld>
            <a:endParaRPr lang="en-SG"/>
          </a:p>
        </p:txBody>
      </p:sp>
      <p:sp>
        <p:nvSpPr>
          <p:cNvPr id="5" name="Footer Placeholder 4">
            <a:extLst>
              <a:ext uri="{FF2B5EF4-FFF2-40B4-BE49-F238E27FC236}">
                <a16:creationId xmlns:a16="http://schemas.microsoft.com/office/drawing/2014/main" id="{5DF9D5E9-F0A4-782A-1823-1A223DCECC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4963BFC-8BB1-EACF-4DA4-55CF5DDD2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7117E0-1359-4C0B-83B0-C602786C33F4}" type="slidenum">
              <a:rPr lang="en-SG" smtClean="0"/>
              <a:t>‹#›</a:t>
            </a:fld>
            <a:endParaRPr lang="en-SG"/>
          </a:p>
        </p:txBody>
      </p:sp>
    </p:spTree>
    <p:extLst>
      <p:ext uri="{BB962C8B-B14F-4D97-AF65-F5344CB8AC3E}">
        <p14:creationId xmlns:p14="http://schemas.microsoft.com/office/powerpoint/2010/main" val="1138743093"/>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31.xml"/><Relationship Id="rId18" Type="http://schemas.openxmlformats.org/officeDocument/2006/relationships/slide" Target="slide14.xml"/><Relationship Id="rId26" Type="http://schemas.openxmlformats.org/officeDocument/2006/relationships/slide" Target="slide16.xml"/><Relationship Id="rId3" Type="http://schemas.openxmlformats.org/officeDocument/2006/relationships/slide" Target="slide6.xml"/><Relationship Id="rId21" Type="http://schemas.openxmlformats.org/officeDocument/2006/relationships/slide" Target="slide10.xml"/><Relationship Id="rId7" Type="http://schemas.openxmlformats.org/officeDocument/2006/relationships/slide" Target="slide7.xml"/><Relationship Id="rId12" Type="http://schemas.openxmlformats.org/officeDocument/2006/relationships/slide" Target="slide30.xml"/><Relationship Id="rId17" Type="http://schemas.openxmlformats.org/officeDocument/2006/relationships/slide" Target="slide4.xml"/><Relationship Id="rId25" Type="http://schemas.openxmlformats.org/officeDocument/2006/relationships/slide" Target="slide22.xml"/><Relationship Id="rId2" Type="http://schemas.openxmlformats.org/officeDocument/2006/relationships/slide" Target="slide24.xml"/><Relationship Id="rId16" Type="http://schemas.openxmlformats.org/officeDocument/2006/relationships/slide" Target="slide20.xml"/><Relationship Id="rId20" Type="http://schemas.openxmlformats.org/officeDocument/2006/relationships/slide" Target="slide17.xml"/><Relationship Id="rId29" Type="http://schemas.openxmlformats.org/officeDocument/2006/relationships/image" Target="../media/image28.png"/><Relationship Id="rId1" Type="http://schemas.openxmlformats.org/officeDocument/2006/relationships/slideLayout" Target="../slideLayouts/slideLayout71.xml"/><Relationship Id="rId6" Type="http://schemas.openxmlformats.org/officeDocument/2006/relationships/slide" Target="slide5.xml"/><Relationship Id="rId11" Type="http://schemas.openxmlformats.org/officeDocument/2006/relationships/slide" Target="slide29.xml"/><Relationship Id="rId24" Type="http://schemas.openxmlformats.org/officeDocument/2006/relationships/slide" Target="slide15.xml"/><Relationship Id="rId5" Type="http://schemas.openxmlformats.org/officeDocument/2006/relationships/slide" Target="slide37.xml"/><Relationship Id="rId15" Type="http://schemas.openxmlformats.org/officeDocument/2006/relationships/slide" Target="slide25.xml"/><Relationship Id="rId23" Type="http://schemas.openxmlformats.org/officeDocument/2006/relationships/slide" Target="slide12.xml"/><Relationship Id="rId28" Type="http://schemas.openxmlformats.org/officeDocument/2006/relationships/image" Target="../media/image27.png"/><Relationship Id="rId10" Type="http://schemas.openxmlformats.org/officeDocument/2006/relationships/slide" Target="slide26.xml"/><Relationship Id="rId19" Type="http://schemas.openxmlformats.org/officeDocument/2006/relationships/slide" Target="slide8.xml"/><Relationship Id="rId4" Type="http://schemas.openxmlformats.org/officeDocument/2006/relationships/slide" Target="slide42.xml"/><Relationship Id="rId9" Type="http://schemas.openxmlformats.org/officeDocument/2006/relationships/slide" Target="slide21.xml"/><Relationship Id="rId14" Type="http://schemas.openxmlformats.org/officeDocument/2006/relationships/slide" Target="slide32.xml"/><Relationship Id="rId22" Type="http://schemas.openxmlformats.org/officeDocument/2006/relationships/slide" Target="slide44.xml"/><Relationship Id="rId27" Type="http://schemas.openxmlformats.org/officeDocument/2006/relationships/slide" Target="slide19.xml"/><Relationship Id="rId30" Type="http://schemas.openxmlformats.org/officeDocument/2006/relationships/image" Target="../media/image29.pn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02_0.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1A_F5D52E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6_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rize-ai/openinference"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11C_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0B_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10E_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microsoft.com/office/2018/10/relationships/comments" Target="../comments/modernComment_113_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microsoft.com/office/2018/10/relationships/comments" Target="../comments/modernComment_109_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microsoft.com/office/2018/10/relationships/comments" Target="../comments/modernComment_127_2B38C7E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microsoft.com/office/2018/10/relationships/comments" Target="../comments/modernComment_107_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1D_6E3DD9EE.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5CCD6-04A4-8C53-1494-DA0D7707F4FD}"/>
              </a:ext>
            </a:extLst>
          </p:cNvPr>
          <p:cNvSpPr>
            <a:spLocks noGrp="1"/>
          </p:cNvSpPr>
          <p:nvPr>
            <p:ph type="ctrTitle"/>
          </p:nvPr>
        </p:nvSpPr>
        <p:spPr>
          <a:xfrm>
            <a:off x="3029004" y="2401654"/>
            <a:ext cx="7239810" cy="771180"/>
          </a:xfrm>
        </p:spPr>
        <p:txBody>
          <a:bodyPr>
            <a:noAutofit/>
          </a:bodyPr>
          <a:lstStyle/>
          <a:p>
            <a:r>
              <a:rPr lang="en-SG" noProof="0" dirty="0"/>
              <a:t>AI Blueprint</a:t>
            </a:r>
          </a:p>
        </p:txBody>
      </p:sp>
      <p:sp>
        <p:nvSpPr>
          <p:cNvPr id="3" name="Subtitle 2">
            <a:extLst>
              <a:ext uri="{FF2B5EF4-FFF2-40B4-BE49-F238E27FC236}">
                <a16:creationId xmlns:a16="http://schemas.microsoft.com/office/drawing/2014/main" id="{C29EEA22-F71C-B7C4-48EB-7FE6D930F47A}"/>
              </a:ext>
            </a:extLst>
          </p:cNvPr>
          <p:cNvSpPr>
            <a:spLocks noGrp="1"/>
          </p:cNvSpPr>
          <p:nvPr>
            <p:ph type="subTitle" idx="1"/>
          </p:nvPr>
        </p:nvSpPr>
        <p:spPr/>
        <p:txBody>
          <a:bodyPr/>
          <a:lstStyle/>
          <a:p>
            <a:r>
              <a:rPr lang="en-SG" noProof="0" dirty="0"/>
              <a:t>AO</a:t>
            </a:r>
          </a:p>
          <a:p>
            <a:r>
              <a:rPr lang="en-SG" noProof="0" dirty="0"/>
              <a:t>3 Jun 2026</a:t>
            </a:r>
          </a:p>
        </p:txBody>
      </p:sp>
      <p:sp>
        <p:nvSpPr>
          <p:cNvPr id="4" name="Title 1">
            <a:extLst>
              <a:ext uri="{FF2B5EF4-FFF2-40B4-BE49-F238E27FC236}">
                <a16:creationId xmlns:a16="http://schemas.microsoft.com/office/drawing/2014/main" id="{8C134BB0-1CEF-A60F-25F9-C795E4176039}"/>
              </a:ext>
            </a:extLst>
          </p:cNvPr>
          <p:cNvSpPr txBox="1">
            <a:spLocks/>
          </p:cNvSpPr>
          <p:nvPr/>
        </p:nvSpPr>
        <p:spPr>
          <a:xfrm>
            <a:off x="3029004" y="3172834"/>
            <a:ext cx="7239810" cy="7711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5400" b="1" kern="1200" dirty="0">
                <a:solidFill>
                  <a:srgbClr val="ECF6FC"/>
                </a:solidFill>
                <a:latin typeface="Source Sans Pro" panose="020B0503030403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SG" sz="5400" b="1" i="0" u="none" strike="noStrike" kern="1200" cap="none" spc="0" normalizeH="0" baseline="0" noProof="0" dirty="0">
                <a:ln>
                  <a:noFill/>
                </a:ln>
                <a:solidFill>
                  <a:srgbClr val="ECF6FC"/>
                </a:solidFill>
                <a:effectLst/>
                <a:uLnTx/>
                <a:uFillTx/>
                <a:latin typeface="Source Sans Pro" panose="020B0503030403020204" pitchFamily="34" charset="0"/>
                <a:ea typeface="+mj-ea"/>
                <a:cs typeface="+mj-cs"/>
              </a:rPr>
              <a:t>Operations</a:t>
            </a:r>
          </a:p>
        </p:txBody>
      </p:sp>
    </p:spTree>
    <p:extLst>
      <p:ext uri="{BB962C8B-B14F-4D97-AF65-F5344CB8AC3E}">
        <p14:creationId xmlns:p14="http://schemas.microsoft.com/office/powerpoint/2010/main" val="266111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55D5-A493-620E-916B-F90A62111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C1EAE-14FC-7B3B-A6CE-5E8675D174B8}"/>
              </a:ext>
            </a:extLst>
          </p:cNvPr>
          <p:cNvSpPr>
            <a:spLocks noGrp="1"/>
          </p:cNvSpPr>
          <p:nvPr>
            <p:ph type="title"/>
          </p:nvPr>
        </p:nvSpPr>
        <p:spPr>
          <a:xfrm>
            <a:off x="838200" y="517769"/>
            <a:ext cx="10515600" cy="425507"/>
          </a:xfrm>
        </p:spPr>
        <p:txBody>
          <a:bodyPr>
            <a:noAutofit/>
          </a:bodyPr>
          <a:lstStyle/>
          <a:p>
            <a:r>
              <a:rPr lang="en-SG" sz="2800" noProof="0" dirty="0"/>
              <a:t>Playing Rules</a:t>
            </a:r>
          </a:p>
        </p:txBody>
      </p:sp>
      <p:sp>
        <p:nvSpPr>
          <p:cNvPr id="4" name="Slide Number Placeholder 3">
            <a:extLst>
              <a:ext uri="{FF2B5EF4-FFF2-40B4-BE49-F238E27FC236}">
                <a16:creationId xmlns:a16="http://schemas.microsoft.com/office/drawing/2014/main" id="{0FB53AFA-A108-7943-374C-55C587615E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F5AE18-F94A-B54C-9347-4CAFB5D76058}"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G"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itle 1">
            <a:extLst>
              <a:ext uri="{FF2B5EF4-FFF2-40B4-BE49-F238E27FC236}">
                <a16:creationId xmlns:a16="http://schemas.microsoft.com/office/drawing/2014/main" id="{90DEF11B-E368-66DF-44C5-F8FD616F7C7E}"/>
              </a:ext>
            </a:extLst>
          </p:cNvPr>
          <p:cNvSpPr txBox="1">
            <a:spLocks/>
          </p:cNvSpPr>
          <p:nvPr/>
        </p:nvSpPr>
        <p:spPr>
          <a:xfrm>
            <a:off x="858522" y="3528635"/>
            <a:ext cx="10627687" cy="28115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For Slide 7-14 on Token Exchange Flow Diagrams:</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endParaRPr>
          </a:p>
          <a:p>
            <a:pPr marL="285750" marR="0" lvl="0" indent="-2857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The token exchange diagrams shown by IRAS are still drafts.</a:t>
            </a:r>
          </a:p>
          <a:p>
            <a:pPr marL="285750" marR="0" lvl="0" indent="-2857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External Participants may re-imagine, adapt, or redraw them using their own notation or conventions.</a:t>
            </a:r>
          </a:p>
          <a:p>
            <a:pPr marL="285750" marR="0" lvl="0" indent="-2857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You do not need to follow IRAS’s diagramming style, but your diagram should be as detailed and in-depth.</a:t>
            </a:r>
          </a:p>
          <a:p>
            <a:pPr marL="285750" marR="0" lvl="0" indent="-2857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A separate skeleton slide has been provided after each diagram for participants who wish to redraw or annotate an alternative flow.</a:t>
            </a:r>
          </a:p>
          <a:p>
            <a:pPr marL="285750" marR="0" lvl="0" indent="-2857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Participants should also cater for the “unhappy flow”, i.e., If the Officer rejects the HITL request with/without recommendations/reasons</a:t>
            </a:r>
          </a:p>
          <a:p>
            <a:pPr marL="285750" marR="0" lvl="0" indent="-2857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SG" sz="1600" b="1"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If participants do not redraw or comment on the draft flow, IRAS will assume there are no major objections to the proposed design at this stage.</a:t>
            </a:r>
          </a:p>
        </p:txBody>
      </p:sp>
      <p:sp>
        <p:nvSpPr>
          <p:cNvPr id="3" name="TextBox 2">
            <a:extLst>
              <a:ext uri="{FF2B5EF4-FFF2-40B4-BE49-F238E27FC236}">
                <a16:creationId xmlns:a16="http://schemas.microsoft.com/office/drawing/2014/main" id="{BF63B17B-E627-B70A-A63D-54A5F80A9E35}"/>
              </a:ext>
            </a:extLst>
          </p:cNvPr>
          <p:cNvSpPr txBox="1"/>
          <p:nvPr/>
        </p:nvSpPr>
        <p:spPr>
          <a:xfrm>
            <a:off x="1263707" y="1201850"/>
            <a:ext cx="8937197"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1800"/>
              </a:spcBef>
              <a:spcAft>
                <a:spcPts val="1200"/>
              </a:spcAft>
              <a:buClrTx/>
              <a:buSzTx/>
              <a:buFontTx/>
              <a:buNone/>
              <a:tabLst/>
              <a:defRPr/>
            </a:pP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For Information – Slide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2" action="ppaction://hlinksldjump"/>
              </a:rPr>
              <a:t>5</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3" action="ppaction://hlinksldjump"/>
              </a:rPr>
              <a:t>6</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4" action="ppaction://hlinksldjump"/>
              </a:rPr>
              <a:t>15</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5" action="ppaction://hlinksldjump"/>
              </a:rPr>
              <a:t>18</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6" action="ppaction://hlinksldjump"/>
              </a:rPr>
              <a:t>19</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7" action="ppaction://hlinksldjump"/>
              </a:rPr>
              <a:t>20</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8" action="ppaction://hlinksldjump"/>
              </a:rPr>
              <a:t>21</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9" action="ppaction://hlinksldjump"/>
              </a:rPr>
              <a:t>23</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0" action="ppaction://hlinksldjump"/>
              </a:rPr>
              <a:t>26</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1" action="ppaction://hlinksldjump"/>
              </a:rPr>
              <a:t>29</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2" action="ppaction://hlinksldjump"/>
              </a:rPr>
              <a:t>30</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3" action="ppaction://hlinksldjump"/>
              </a:rPr>
              <a:t>31</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4" action="ppaction://hlinksldjump"/>
              </a:rPr>
              <a:t>32</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5" action="ppaction://hlinksldjump"/>
              </a:rPr>
              <a:t>33</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hlinkClick r:id="rId16" action="ppaction://hlinksldjump"/>
              </a:rPr>
              <a:t>34</a:t>
            </a:r>
            <a:endParaRPr kumimoji="0" lang="en-SG" sz="1600" b="1"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AF607EB0-9A8A-A0C2-E0EA-2ECF163F2D06}"/>
              </a:ext>
            </a:extLst>
          </p:cNvPr>
          <p:cNvSpPr txBox="1"/>
          <p:nvPr/>
        </p:nvSpPr>
        <p:spPr>
          <a:xfrm>
            <a:off x="1263705" y="2622607"/>
            <a:ext cx="1039786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1800"/>
              </a:spcBef>
              <a:spcAft>
                <a:spcPts val="1200"/>
              </a:spcAft>
              <a:buClrTx/>
              <a:buSzTx/>
              <a:buFontTx/>
              <a:buNone/>
              <a:tabLst/>
              <a:defRPr/>
            </a:pP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For Confirmation – Slide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17" action="ppaction://hlinksldjump"/>
              </a:rPr>
              <a:t>4</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18" action="ppaction://hlinksldjump"/>
              </a:rPr>
              <a:t>7</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19" action="ppaction://hlinksldjump"/>
              </a:rPr>
              <a:t>8</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20" action="ppaction://hlinksldjump"/>
              </a:rPr>
              <a:t>9</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21" action="ppaction://hlinksldjump"/>
              </a:rPr>
              <a:t>10</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22" action="ppaction://hlinksldjump"/>
              </a:rPr>
              <a:t>11</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23" action="ppaction://hlinksldjump"/>
              </a:rPr>
              <a:t>12</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24" action="ppaction://hlinksldjump"/>
              </a:rPr>
              <a:t>13</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18" action="ppaction://hlinksldjump"/>
              </a:rPr>
              <a:t>14</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11" action="ppaction://hlinksldjump"/>
              </a:rPr>
              <a:t>24</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15" action="ppaction://hlinksldjump"/>
              </a:rPr>
              <a:t>25</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hlinkClick r:id="rId25" action="ppaction://hlinksldjump"/>
              </a:rPr>
              <a:t>28</a:t>
            </a:r>
            <a:r>
              <a:rPr kumimoji="0" lang="en-SG" sz="1600" b="1" i="0" u="none" strike="noStrike" kern="1200" cap="none" spc="0" normalizeH="0" baseline="0" noProof="0" dirty="0">
                <a:ln>
                  <a:noFill/>
                </a:ln>
                <a:solidFill>
                  <a:srgbClr val="FF0000"/>
                </a:solidFill>
                <a:effectLst/>
                <a:uLnTx/>
                <a:uFillTx/>
                <a:latin typeface="Aptos" panose="02110004020202020204"/>
                <a:ea typeface="+mn-ea"/>
                <a:cs typeface="+mn-cs"/>
              </a:rPr>
              <a:t> </a:t>
            </a:r>
          </a:p>
        </p:txBody>
      </p:sp>
      <p:sp>
        <p:nvSpPr>
          <p:cNvPr id="7" name="TextBox 6">
            <a:extLst>
              <a:ext uri="{FF2B5EF4-FFF2-40B4-BE49-F238E27FC236}">
                <a16:creationId xmlns:a16="http://schemas.microsoft.com/office/drawing/2014/main" id="{0B6C5055-8A30-E162-31D1-0DB0F7165D0E}"/>
              </a:ext>
            </a:extLst>
          </p:cNvPr>
          <p:cNvSpPr txBox="1"/>
          <p:nvPr/>
        </p:nvSpPr>
        <p:spPr>
          <a:xfrm>
            <a:off x="1274906" y="1811842"/>
            <a:ext cx="997102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1800"/>
              </a:spcBef>
              <a:spcAft>
                <a:spcPts val="1200"/>
              </a:spcAft>
              <a:buClrTx/>
              <a:buSzTx/>
              <a:buFontTx/>
              <a:buNone/>
              <a:tabLst/>
              <a:defRPr/>
            </a:pP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rPr>
              <a:t>For Inputs – Slide </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hlinkClick r:id="rId26" action="ppaction://hlinksldjump"/>
              </a:rPr>
              <a:t>16</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hlinkClick r:id="rId20" action="ppaction://hlinksldjump"/>
              </a:rPr>
              <a:t>17</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hlinkClick r:id="rId27" action="ppaction://hlinksldjump"/>
              </a:rPr>
              <a:t>22</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hlinkClick r:id="rId10" action="ppaction://hlinksldjump"/>
              </a:rPr>
              <a:t>27</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rPr>
              <a:t>, </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hlinkClick r:id="rId23" action="ppaction://hlinksldjump"/>
              </a:rPr>
              <a:t>35</a:t>
            </a:r>
            <a:r>
              <a:rPr kumimoji="0" lang="en-SG" sz="1600" b="1" i="0" u="none" strike="noStrike" kern="1200" cap="none" spc="0" normalizeH="0" baseline="0" noProof="0" dirty="0">
                <a:ln>
                  <a:noFill/>
                </a:ln>
                <a:solidFill>
                  <a:srgbClr val="E97132"/>
                </a:solidFill>
                <a:effectLst/>
                <a:uLnTx/>
                <a:uFillTx/>
                <a:latin typeface="Aptos" panose="02110004020202020204"/>
                <a:ea typeface="+mn-ea"/>
                <a:cs typeface="+mn-cs"/>
              </a:rPr>
              <a:t> </a:t>
            </a:r>
          </a:p>
        </p:txBody>
      </p:sp>
      <p:pic>
        <p:nvPicPr>
          <p:cNvPr id="2052" name="Picture 4" descr="Confirm Generic Blue icon | Freepik">
            <a:extLst>
              <a:ext uri="{FF2B5EF4-FFF2-40B4-BE49-F238E27FC236}">
                <a16:creationId xmlns:a16="http://schemas.microsoft.com/office/drawing/2014/main" id="{59515181-C26F-8F14-7758-0805337309E1}"/>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38200" y="1200414"/>
            <a:ext cx="425507" cy="42550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Icon Of A Rounded Red Exclamation Sign In, Excitement, Caution, Beware PNG  Transparent Image and Clipart for Free Download">
            <a:extLst>
              <a:ext uri="{FF2B5EF4-FFF2-40B4-BE49-F238E27FC236}">
                <a16:creationId xmlns:a16="http://schemas.microsoft.com/office/drawing/2014/main" id="{4F3D41BF-6E2C-BEC9-0DC4-79513C325DA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58522" y="2654751"/>
            <a:ext cx="396000" cy="3960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Question mark - Free ui icons">
            <a:extLst>
              <a:ext uri="{FF2B5EF4-FFF2-40B4-BE49-F238E27FC236}">
                <a16:creationId xmlns:a16="http://schemas.microsoft.com/office/drawing/2014/main" id="{16569210-3FFC-6997-67E4-EAA29463488C}"/>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38200" y="1815316"/>
            <a:ext cx="436707" cy="436707"/>
          </a:xfrm>
          <a:prstGeom prst="rect">
            <a:avLst/>
          </a:prstGeom>
          <a:noFill/>
          <a:extLst>
            <a:ext uri="{909E8E84-426E-40DD-AFC4-6F175D3DCCD1}">
              <a14:hiddenFill xmlns:a14="http://schemas.microsoft.com/office/drawing/2010/main">
                <a:solidFill>
                  <a:srgbClr val="FFFFFF"/>
                </a:solidFill>
              </a14:hiddenFill>
            </a:ext>
          </a:extLst>
        </p:spPr>
      </p:pic>
      <p:sp>
        <p:nvSpPr>
          <p:cNvPr id="11" name="Footer Placeholder 3">
            <a:extLst>
              <a:ext uri="{FF2B5EF4-FFF2-40B4-BE49-F238E27FC236}">
                <a16:creationId xmlns:a16="http://schemas.microsoft.com/office/drawing/2014/main" id="{32AEC50C-7C8C-0578-DFC8-664F69C90E6F}"/>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Official (Closed) Non-Sensitive</a:t>
            </a:r>
          </a:p>
        </p:txBody>
      </p:sp>
      <p:sp>
        <p:nvSpPr>
          <p:cNvPr id="12" name="Title 1">
            <a:extLst>
              <a:ext uri="{FF2B5EF4-FFF2-40B4-BE49-F238E27FC236}">
                <a16:creationId xmlns:a16="http://schemas.microsoft.com/office/drawing/2014/main" id="{9CB350FC-E416-D3B3-645C-35194D5FD6A1}"/>
              </a:ext>
            </a:extLst>
          </p:cNvPr>
          <p:cNvSpPr txBox="1">
            <a:spLocks/>
          </p:cNvSpPr>
          <p:nvPr/>
        </p:nvSpPr>
        <p:spPr>
          <a:xfrm>
            <a:off x="1263708" y="1408353"/>
            <a:ext cx="10314268" cy="396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SG" sz="1600" b="0"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rPr>
              <a:t>Reading is optional. Participants may review the slide if useful, but no response is expected by IRAS.</a:t>
            </a:r>
            <a:endParaRPr kumimoji="0" lang="en-SG" sz="5400" b="0" i="0" u="none" strike="noStrike" kern="1200" cap="none" spc="0" normalizeH="0" baseline="0" noProof="0" dirty="0">
              <a:ln>
                <a:noFill/>
              </a:ln>
              <a:solidFill>
                <a:srgbClr val="005AAB"/>
              </a:solidFill>
              <a:effectLst/>
              <a:uLnTx/>
              <a:uFillTx/>
              <a:latin typeface="Source Sans Pro" panose="020B0503030403020204" pitchFamily="34" charset="0"/>
              <a:ea typeface="+mj-ea"/>
              <a:cs typeface="+mj-cs"/>
            </a:endParaRPr>
          </a:p>
        </p:txBody>
      </p:sp>
      <p:sp>
        <p:nvSpPr>
          <p:cNvPr id="13" name="Title 1">
            <a:extLst>
              <a:ext uri="{FF2B5EF4-FFF2-40B4-BE49-F238E27FC236}">
                <a16:creationId xmlns:a16="http://schemas.microsoft.com/office/drawing/2014/main" id="{577FB6ED-BA2C-23D8-E0CD-277330E2B873}"/>
              </a:ext>
            </a:extLst>
          </p:cNvPr>
          <p:cNvSpPr txBox="1">
            <a:spLocks/>
          </p:cNvSpPr>
          <p:nvPr/>
        </p:nvSpPr>
        <p:spPr>
          <a:xfrm>
            <a:off x="1263707" y="2922766"/>
            <a:ext cx="10164561" cy="436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SG" sz="1600" b="0" i="0" u="none" strike="noStrike" kern="1200" cap="none" spc="0" normalizeH="0" baseline="0" noProof="0" dirty="0">
                <a:ln>
                  <a:noFill/>
                </a:ln>
                <a:solidFill>
                  <a:srgbClr val="FF0000"/>
                </a:solidFill>
                <a:effectLst/>
                <a:uLnTx/>
                <a:uFillTx/>
                <a:latin typeface="Source Sans Pro" panose="020B0503030403020204" pitchFamily="34" charset="0"/>
                <a:ea typeface="+mj-ea"/>
                <a:cs typeface="+mj-cs"/>
              </a:rPr>
              <a:t>Participants are expected to review the slide and provide a response or comments, as IRAS is seeking confirmation of the proposed position or design.</a:t>
            </a:r>
            <a:endParaRPr kumimoji="0" lang="en-SG" sz="5400" b="0" i="0" u="none" strike="noStrike" kern="1200" cap="none" spc="0" normalizeH="0" baseline="0" noProof="0" dirty="0">
              <a:ln>
                <a:noFill/>
              </a:ln>
              <a:solidFill>
                <a:srgbClr val="FF0000"/>
              </a:solidFill>
              <a:effectLst/>
              <a:uLnTx/>
              <a:uFillTx/>
              <a:latin typeface="Source Sans Pro" panose="020B0503030403020204" pitchFamily="34" charset="0"/>
              <a:ea typeface="+mj-ea"/>
              <a:cs typeface="+mj-cs"/>
            </a:endParaRPr>
          </a:p>
        </p:txBody>
      </p:sp>
      <p:sp>
        <p:nvSpPr>
          <p:cNvPr id="14" name="Title 1">
            <a:extLst>
              <a:ext uri="{FF2B5EF4-FFF2-40B4-BE49-F238E27FC236}">
                <a16:creationId xmlns:a16="http://schemas.microsoft.com/office/drawing/2014/main" id="{1838FA57-7B77-C5D0-1BB8-FE8E5A74257F}"/>
              </a:ext>
            </a:extLst>
          </p:cNvPr>
          <p:cNvSpPr txBox="1">
            <a:spLocks/>
          </p:cNvSpPr>
          <p:nvPr/>
        </p:nvSpPr>
        <p:spPr>
          <a:xfrm>
            <a:off x="1274907" y="2095900"/>
            <a:ext cx="10164561" cy="436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SG" sz="1600" b="0" i="0" u="none" strike="noStrike" kern="1200" cap="none" spc="0" normalizeH="0" baseline="0" noProof="0" dirty="0">
                <a:ln>
                  <a:noFill/>
                </a:ln>
                <a:solidFill>
                  <a:srgbClr val="E97132"/>
                </a:solidFill>
                <a:effectLst/>
                <a:uLnTx/>
                <a:uFillTx/>
                <a:latin typeface="Source Sans Pro" panose="020B0503030403020204" pitchFamily="34" charset="0"/>
                <a:ea typeface="+mj-ea"/>
                <a:cs typeface="+mj-cs"/>
              </a:rPr>
              <a:t>Participants are encouraged to review the slide and provide comments, suggestions, or validation if they have any, but a response is not strictly required by IRAS.</a:t>
            </a:r>
            <a:endParaRPr kumimoji="0" lang="en-SG" sz="5400" b="0" i="0" u="none" strike="noStrike" kern="1200" cap="none" spc="0" normalizeH="0" baseline="0" noProof="0" dirty="0">
              <a:ln>
                <a:noFill/>
              </a:ln>
              <a:solidFill>
                <a:srgbClr val="E9713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911620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70"/>
            <a:ext cx="10515600" cy="541010"/>
          </a:xfrm>
        </p:spPr>
        <p:txBody>
          <a:bodyPr/>
          <a:lstStyle/>
          <a:p>
            <a:r>
              <a:rPr lang="en-SG" sz="2000" noProof="0" dirty="0">
                <a:latin typeface="Source Sans Pro"/>
              </a:rPr>
              <a:t>Topic Coverage / Scope Validation</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53441" y="964932"/>
            <a:ext cx="5120640" cy="2893100"/>
          </a:xfrm>
          <a:prstGeom prst="rect">
            <a:avLst/>
          </a:prstGeom>
          <a:noFill/>
        </p:spPr>
        <p:txBody>
          <a:bodyPr wrap="square">
            <a:spAutoFit/>
          </a:bodyPr>
          <a:lstStyle/>
          <a:p>
            <a:pPr algn="l"/>
            <a:r>
              <a:rPr lang="en-SG" sz="1400" b="1" i="0" noProof="0" dirty="0">
                <a:solidFill>
                  <a:srgbClr val="000000"/>
                </a:solidFill>
                <a:latin typeface="Source Sans Pro"/>
              </a:rPr>
              <a:t>Release Management</a:t>
            </a:r>
          </a:p>
          <a:p>
            <a:pPr marL="285750" indent="-285750" algn="l">
              <a:buFont typeface="Arial" panose="020B0604020202020204" pitchFamily="34" charset="0"/>
              <a:buChar char="•"/>
            </a:pPr>
            <a:r>
              <a:rPr lang="en-SG" sz="1400" b="0" i="0" noProof="0" dirty="0">
                <a:solidFill>
                  <a:srgbClr val="000000"/>
                </a:solidFill>
                <a:latin typeface="Source Sans Pro"/>
              </a:rPr>
              <a:t> Agent Fleet &amp; Version Registry</a:t>
            </a:r>
          </a:p>
          <a:p>
            <a:pPr marL="285750" indent="-285750" algn="l">
              <a:buFont typeface="Arial" panose="020B0604020202020204" pitchFamily="34" charset="0"/>
              <a:buChar char="•"/>
            </a:pPr>
            <a:r>
              <a:rPr lang="en-SG" sz="1400" b="0" i="0" noProof="0" dirty="0">
                <a:solidFill>
                  <a:srgbClr val="000000"/>
                </a:solidFill>
                <a:latin typeface="Source Sans Pro"/>
              </a:rPr>
              <a:t>Deployment Lifecycle (Dev → Test → Pre-Prod → Prod)</a:t>
            </a:r>
          </a:p>
          <a:p>
            <a:pPr marL="285750" indent="-285750" algn="l">
              <a:buFont typeface="Arial" panose="020B0604020202020204" pitchFamily="34" charset="0"/>
              <a:buChar char="•"/>
            </a:pPr>
            <a:r>
              <a:rPr lang="en-SG" sz="1400" b="0" i="0" noProof="0" dirty="0">
                <a:solidFill>
                  <a:srgbClr val="000000"/>
                </a:solidFill>
                <a:latin typeface="Source Sans Pro"/>
              </a:rPr>
              <a:t>Testing Strategy (Blue-Green + Canary)</a:t>
            </a:r>
          </a:p>
          <a:p>
            <a:pPr algn="l"/>
            <a:endParaRPr lang="en-SG" sz="1400" b="0" i="0" noProof="0" dirty="0">
              <a:solidFill>
                <a:srgbClr val="000000"/>
              </a:solidFill>
              <a:latin typeface="Source Sans Pro"/>
            </a:endParaRPr>
          </a:p>
          <a:p>
            <a:pPr algn="l"/>
            <a:r>
              <a:rPr lang="en-SG" sz="1400" b="1" i="0" noProof="0" dirty="0">
                <a:solidFill>
                  <a:srgbClr val="000000"/>
                </a:solidFill>
                <a:latin typeface="Source Sans Pro"/>
              </a:rPr>
              <a:t>Monitoring, Observability &amp; Auditing</a:t>
            </a:r>
          </a:p>
          <a:p>
            <a:pPr marL="285750" indent="-285750" algn="l">
              <a:buFont typeface="Arial" panose="020B0604020202020204" pitchFamily="34" charset="0"/>
              <a:buChar char="•"/>
            </a:pPr>
            <a:r>
              <a:rPr lang="en-SG" sz="1400" b="0" i="0" noProof="0" dirty="0" err="1">
                <a:solidFill>
                  <a:srgbClr val="000000"/>
                </a:solidFill>
                <a:latin typeface="Source Sans Pro"/>
              </a:rPr>
              <a:t>EvalOps</a:t>
            </a:r>
            <a:r>
              <a:rPr lang="en-SG" sz="1400" b="0" i="0" noProof="0" dirty="0">
                <a:solidFill>
                  <a:srgbClr val="000000"/>
                </a:solidFill>
                <a:latin typeface="Source Sans Pro"/>
              </a:rPr>
              <a:t>: Continuous Quality Evaluation</a:t>
            </a:r>
          </a:p>
          <a:p>
            <a:pPr marL="285750" indent="-285750" algn="l">
              <a:buFont typeface="Arial" panose="020B0604020202020204" pitchFamily="34" charset="0"/>
              <a:buChar char="•"/>
            </a:pPr>
            <a:r>
              <a:rPr lang="en-SG" sz="1400" b="0" i="0" noProof="0" dirty="0">
                <a:solidFill>
                  <a:srgbClr val="000000"/>
                </a:solidFill>
                <a:latin typeface="Source Sans Pro"/>
              </a:rPr>
              <a:t>Distributed Tracing (</a:t>
            </a:r>
            <a:r>
              <a:rPr lang="en-SG" sz="1400" b="0" i="0" noProof="0" dirty="0" err="1">
                <a:solidFill>
                  <a:srgbClr val="000000"/>
                </a:solidFill>
                <a:latin typeface="Source Sans Pro"/>
              </a:rPr>
              <a:t>OpenTelemetry</a:t>
            </a:r>
            <a:r>
              <a:rPr lang="en-SG" sz="1400" b="0" i="0" noProof="0" dirty="0">
                <a:solidFill>
                  <a:srgbClr val="000000"/>
                </a:solidFill>
                <a:latin typeface="Source Sans Pro"/>
              </a:rPr>
              <a:t> + </a:t>
            </a:r>
            <a:r>
              <a:rPr lang="en-SG" sz="1400" b="0" i="0" noProof="0" dirty="0" err="1">
                <a:solidFill>
                  <a:srgbClr val="000000"/>
                </a:solidFill>
                <a:latin typeface="Source Sans Pro"/>
              </a:rPr>
              <a:t>Langfuse</a:t>
            </a:r>
            <a:r>
              <a:rPr lang="en-SG" sz="1400" b="0" i="0" noProof="0" dirty="0">
                <a:solidFill>
                  <a:srgbClr val="000000"/>
                </a:solidFill>
                <a:latin typeface="Source Sans Pro"/>
              </a:rPr>
              <a:t>)</a:t>
            </a:r>
          </a:p>
          <a:p>
            <a:pPr marL="285750" indent="-285750" algn="l">
              <a:buFont typeface="Arial" panose="020B0604020202020204" pitchFamily="34" charset="0"/>
              <a:buChar char="•"/>
            </a:pPr>
            <a:r>
              <a:rPr lang="en-SG" sz="1400" b="0" i="0" noProof="0" dirty="0">
                <a:solidFill>
                  <a:srgbClr val="000000"/>
                </a:solidFill>
                <a:latin typeface="Source Sans Pro"/>
              </a:rPr>
              <a:t>Behavioural Auditing &amp; Anomaly Detection</a:t>
            </a:r>
          </a:p>
          <a:p>
            <a:pPr algn="l"/>
            <a:endParaRPr lang="en-SG" sz="1400" b="0" i="0" noProof="0" dirty="0">
              <a:solidFill>
                <a:srgbClr val="000000"/>
              </a:solidFill>
              <a:latin typeface="Source Sans Pro"/>
            </a:endParaRPr>
          </a:p>
          <a:p>
            <a:pPr algn="l"/>
            <a:r>
              <a:rPr lang="en-SG" sz="1400" b="1" i="0" noProof="0" dirty="0">
                <a:solidFill>
                  <a:srgbClr val="000000"/>
                </a:solidFill>
                <a:latin typeface="Source Sans Pro"/>
              </a:rPr>
              <a:t>Incident Management</a:t>
            </a:r>
          </a:p>
          <a:p>
            <a:pPr marL="285750" indent="-285750" algn="l">
              <a:buFont typeface="Arial" panose="020B0604020202020204" pitchFamily="34" charset="0"/>
              <a:buChar char="•"/>
            </a:pPr>
            <a:r>
              <a:rPr lang="en-SG" sz="1400" b="0" i="0" noProof="0" dirty="0">
                <a:solidFill>
                  <a:srgbClr val="000000"/>
                </a:solidFill>
                <a:latin typeface="Source Sans Pro"/>
              </a:rPr>
              <a:t>Human-in-the-Loop (HITL) Management</a:t>
            </a:r>
          </a:p>
          <a:p>
            <a:pPr marL="285750" indent="-285750" algn="l">
              <a:buFont typeface="Arial" panose="020B0604020202020204" pitchFamily="34" charset="0"/>
              <a:buChar char="•"/>
            </a:pPr>
            <a:r>
              <a:rPr lang="en-SG" sz="1400" b="0" i="0" noProof="0" dirty="0">
                <a:solidFill>
                  <a:srgbClr val="000000"/>
                </a:solidFill>
                <a:latin typeface="Source Sans Pro"/>
              </a:rPr>
              <a:t>Emergency Stop &amp; Kill Switch Hierarchy</a:t>
            </a:r>
          </a:p>
        </p:txBody>
      </p:sp>
      <p:sp>
        <p:nvSpPr>
          <p:cNvPr id="6" name="TextBox 5"/>
          <p:cNvSpPr txBox="1"/>
          <p:nvPr/>
        </p:nvSpPr>
        <p:spPr>
          <a:xfrm>
            <a:off x="6248401" y="964932"/>
            <a:ext cx="5120640" cy="3323987"/>
          </a:xfrm>
          <a:prstGeom prst="rect">
            <a:avLst/>
          </a:prstGeom>
          <a:noFill/>
        </p:spPr>
        <p:txBody>
          <a:bodyPr wrap="square">
            <a:spAutoFit/>
          </a:bodyPr>
          <a:lstStyle/>
          <a:p>
            <a:pPr algn="l"/>
            <a:r>
              <a:rPr lang="en-SG" sz="1400" b="1" i="0" noProof="0" dirty="0">
                <a:solidFill>
                  <a:srgbClr val="000000"/>
                </a:solidFill>
                <a:latin typeface="Source Sans Pro"/>
              </a:rPr>
              <a:t>Platform Reliability &amp; SLAs</a:t>
            </a:r>
          </a:p>
          <a:p>
            <a:pPr marL="285750" indent="-285750" algn="l">
              <a:buFont typeface="Arial" panose="020B0604020202020204" pitchFamily="34" charset="0"/>
              <a:buChar char="•"/>
            </a:pPr>
            <a:r>
              <a:rPr lang="en-SG" sz="1400" b="0" i="0" noProof="0" dirty="0">
                <a:solidFill>
                  <a:srgbClr val="000000"/>
                </a:solidFill>
                <a:latin typeface="Source Sans Pro"/>
              </a:rPr>
              <a:t>Circuit Breakers &amp; Fallback Routing</a:t>
            </a:r>
            <a:endParaRPr lang="en-SG" sz="1400" noProof="0" dirty="0">
              <a:solidFill>
                <a:srgbClr val="000000"/>
              </a:solidFill>
              <a:latin typeface="Source Sans Pro"/>
            </a:endParaRPr>
          </a:p>
          <a:p>
            <a:pPr marL="285750" indent="-285750" algn="l">
              <a:buFont typeface="Arial" panose="020B0604020202020204" pitchFamily="34" charset="0"/>
              <a:buChar char="•"/>
            </a:pPr>
            <a:r>
              <a:rPr lang="en-SG" sz="1400" b="0" i="0" noProof="0" dirty="0">
                <a:solidFill>
                  <a:srgbClr val="000000"/>
                </a:solidFill>
                <a:latin typeface="Source Sans Pro"/>
              </a:rPr>
              <a:t>SLA Framework (Speed, Quality, Availability, Cost)</a:t>
            </a:r>
          </a:p>
          <a:p>
            <a:pPr algn="l"/>
            <a:endParaRPr lang="en-SG" sz="1400" b="0" i="0" noProof="0" dirty="0">
              <a:solidFill>
                <a:srgbClr val="000000"/>
              </a:solidFill>
              <a:latin typeface="Source Sans Pro"/>
            </a:endParaRPr>
          </a:p>
          <a:p>
            <a:pPr algn="l"/>
            <a:r>
              <a:rPr lang="en-SG" sz="1400" b="1" i="0" noProof="0" dirty="0">
                <a:solidFill>
                  <a:srgbClr val="000000"/>
                </a:solidFill>
                <a:latin typeface="Source Sans Pro"/>
              </a:rPr>
              <a:t>FinOps: Token &amp; Cost Management</a:t>
            </a:r>
          </a:p>
          <a:p>
            <a:pPr marL="285750" indent="-285750" algn="l">
              <a:buFont typeface="Arial" panose="020B0604020202020204" pitchFamily="34" charset="0"/>
              <a:buChar char="•"/>
            </a:pPr>
            <a:r>
              <a:rPr lang="en-SG" sz="1400" b="0" i="0" noProof="0" dirty="0">
                <a:solidFill>
                  <a:srgbClr val="000000"/>
                </a:solidFill>
                <a:latin typeface="Source Sans Pro"/>
              </a:rPr>
              <a:t>Per-session cost attribution &amp; guardrails</a:t>
            </a:r>
          </a:p>
          <a:p>
            <a:pPr marL="285750" indent="-285750" algn="l">
              <a:buFont typeface="Arial" panose="020B0604020202020204" pitchFamily="34" charset="0"/>
              <a:buChar char="•"/>
            </a:pPr>
            <a:r>
              <a:rPr lang="en-SG" sz="1400" b="0" i="0" noProof="0" dirty="0">
                <a:solidFill>
                  <a:srgbClr val="000000"/>
                </a:solidFill>
                <a:latin typeface="Source Sans Pro"/>
              </a:rPr>
              <a:t>Cost comparison: Agent vs. Human Officer</a:t>
            </a:r>
          </a:p>
          <a:p>
            <a:pPr algn="l"/>
            <a:endParaRPr lang="en-SG" sz="1400" b="0" i="0" noProof="0" dirty="0">
              <a:solidFill>
                <a:srgbClr val="000000"/>
              </a:solidFill>
              <a:latin typeface="Source Sans Pro"/>
            </a:endParaRPr>
          </a:p>
          <a:p>
            <a:pPr algn="l"/>
            <a:r>
              <a:rPr lang="en-SG" sz="1400" b="1" i="0" noProof="0" dirty="0">
                <a:solidFill>
                  <a:srgbClr val="000000"/>
                </a:solidFill>
                <a:latin typeface="Source Sans Pro"/>
              </a:rPr>
              <a:t>Operational Feedback &amp; Lifecycle</a:t>
            </a:r>
          </a:p>
          <a:p>
            <a:pPr marL="285750" indent="-285750" algn="l">
              <a:buFont typeface="Arial" panose="020B0604020202020204" pitchFamily="34" charset="0"/>
              <a:buChar char="•"/>
            </a:pPr>
            <a:r>
              <a:rPr lang="en-SG" sz="1400" b="0" i="0" noProof="0" dirty="0">
                <a:solidFill>
                  <a:srgbClr val="000000"/>
                </a:solidFill>
                <a:latin typeface="Source Sans Pro"/>
              </a:rPr>
              <a:t>Structured feedback loop</a:t>
            </a:r>
          </a:p>
          <a:p>
            <a:pPr marL="285750" indent="-285750" algn="l">
              <a:buFont typeface="Arial" panose="020B0604020202020204" pitchFamily="34" charset="0"/>
              <a:buChar char="•"/>
            </a:pPr>
            <a:r>
              <a:rPr lang="en-SG" sz="1400" b="0" i="0" noProof="0" dirty="0">
                <a:solidFill>
                  <a:srgbClr val="000000"/>
                </a:solidFill>
                <a:latin typeface="Source Sans Pro"/>
              </a:rPr>
              <a:t>Model / application lifecycle management</a:t>
            </a:r>
          </a:p>
          <a:p>
            <a:pPr algn="l"/>
            <a:endParaRPr lang="en-SG" sz="1400" b="0" i="0" noProof="0" dirty="0">
              <a:solidFill>
                <a:srgbClr val="000000"/>
              </a:solidFill>
              <a:latin typeface="Source Sans Pro"/>
            </a:endParaRPr>
          </a:p>
          <a:p>
            <a:pPr algn="l"/>
            <a:r>
              <a:rPr lang="en-SG" sz="1400" b="1" i="0" noProof="0" dirty="0">
                <a:solidFill>
                  <a:srgbClr val="000000"/>
                </a:solidFill>
                <a:latin typeface="Source Sans Pro"/>
              </a:rPr>
              <a:t>Operating Model</a:t>
            </a:r>
          </a:p>
          <a:p>
            <a:pPr marL="285750" indent="-285750" algn="l">
              <a:buFont typeface="Arial" panose="020B0604020202020204" pitchFamily="34" charset="0"/>
              <a:buChar char="•"/>
            </a:pPr>
            <a:r>
              <a:rPr lang="en-SG" sz="1400" b="0" i="0" noProof="0" dirty="0">
                <a:solidFill>
                  <a:srgbClr val="000000"/>
                </a:solidFill>
                <a:latin typeface="Source Sans Pro"/>
              </a:rPr>
              <a:t>Roles &amp; responsibilities (RACI)</a:t>
            </a:r>
          </a:p>
          <a:p>
            <a:pPr marL="285750" indent="-285750" algn="l">
              <a:buFont typeface="Arial" panose="020B0604020202020204" pitchFamily="34" charset="0"/>
              <a:buChar char="•"/>
            </a:pPr>
            <a:r>
              <a:rPr lang="en-SG" sz="1400" b="0" i="0" noProof="0" dirty="0">
                <a:solidFill>
                  <a:srgbClr val="000000"/>
                </a:solidFill>
                <a:latin typeface="Source Sans Pro"/>
              </a:rPr>
              <a:t>Runbooks &amp; escalation playbooks</a:t>
            </a:r>
          </a:p>
        </p:txBody>
      </p:sp>
      <p:sp>
        <p:nvSpPr>
          <p:cNvPr id="8" name="TextBox 7">
            <a:extLst>
              <a:ext uri="{FF2B5EF4-FFF2-40B4-BE49-F238E27FC236}">
                <a16:creationId xmlns:a16="http://schemas.microsoft.com/office/drawing/2014/main" id="{64576BBC-5BBF-F6A5-2CE4-6F6CAFF7E54E}"/>
              </a:ext>
            </a:extLst>
          </p:cNvPr>
          <p:cNvSpPr txBox="1"/>
          <p:nvPr/>
        </p:nvSpPr>
        <p:spPr>
          <a:xfrm>
            <a:off x="1123547" y="5442258"/>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rPr>
              <a:t>For Confirmation</a:t>
            </a:r>
          </a:p>
        </p:txBody>
      </p:sp>
      <p:pic>
        <p:nvPicPr>
          <p:cNvPr id="9" name="Picture 14" descr="Icon Of A Rounded Red Exclamation Sign In, Excitement, Caution, Beware PNG  Transparent Image and Clipart for Free Download">
            <a:extLst>
              <a:ext uri="{FF2B5EF4-FFF2-40B4-BE49-F238E27FC236}">
                <a16:creationId xmlns:a16="http://schemas.microsoft.com/office/drawing/2014/main" id="{9C5814C6-368D-A21E-DB21-89CD98562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727" y="5376956"/>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B52370B-EB2D-8FA0-085C-2605D8D9434F}"/>
              </a:ext>
            </a:extLst>
          </p:cNvPr>
          <p:cNvSpPr txBox="1"/>
          <p:nvPr/>
        </p:nvSpPr>
        <p:spPr>
          <a:xfrm>
            <a:off x="713727" y="5780812"/>
            <a:ext cx="10655314" cy="830997"/>
          </a:xfrm>
          <a:prstGeom prst="rect">
            <a:avLst/>
          </a:prstGeom>
          <a:noFill/>
        </p:spPr>
        <p:txBody>
          <a:bodyPr wrap="square">
            <a:spAutoFit/>
          </a:bodyPr>
          <a:lstStyle/>
          <a:p>
            <a:r>
              <a:rPr lang="en-SG" sz="1600" b="1" noProof="0" dirty="0">
                <a:solidFill>
                  <a:srgbClr val="FF0000"/>
                </a:solidFill>
                <a:latin typeface="Source Sans Pro" panose="020B0503030403020204" pitchFamily="34" charset="0"/>
                <a:ea typeface="Source Sans Pro" panose="020B0503030403020204" pitchFamily="34" charset="0"/>
              </a:rPr>
              <a:t>Has IRAS covered all the security and identity topics for AO that should be included in the Blueprint?</a:t>
            </a:r>
          </a:p>
          <a:p>
            <a:r>
              <a:rPr lang="en-SG" sz="1600" b="1" noProof="0" dirty="0">
                <a:solidFill>
                  <a:srgbClr val="FF0000"/>
                </a:solidFill>
                <a:latin typeface="Source Sans Pro" panose="020B0503030403020204" pitchFamily="34" charset="0"/>
                <a:ea typeface="Source Sans Pro" panose="020B0503030403020204" pitchFamily="34" charset="0"/>
              </a:rPr>
              <a:t>Yes / No</a:t>
            </a:r>
          </a:p>
          <a:p>
            <a:r>
              <a:rPr lang="en-SG" sz="1600" b="1" noProof="0" dirty="0">
                <a:solidFill>
                  <a:srgbClr val="FF0000"/>
                </a:solidFill>
                <a:latin typeface="Source Sans Pro" panose="020B0503030403020204" pitchFamily="34" charset="0"/>
                <a:ea typeface="Source Sans Pro" panose="020B0503030403020204" pitchFamily="34" charset="0"/>
              </a:rPr>
              <a:t>If No: Please indicate the topics or areas that have not yet been included.</a:t>
            </a:r>
          </a:p>
        </p:txBody>
      </p:sp>
      <p:sp>
        <p:nvSpPr>
          <p:cNvPr id="12" name="TextBox 11">
            <a:extLst>
              <a:ext uri="{FF2B5EF4-FFF2-40B4-BE49-F238E27FC236}">
                <a16:creationId xmlns:a16="http://schemas.microsoft.com/office/drawing/2014/main" id="{EE62D5DE-31BF-86C8-D17E-6A5BB203C51F}"/>
              </a:ext>
            </a:extLst>
          </p:cNvPr>
          <p:cNvSpPr txBox="1"/>
          <p:nvPr/>
        </p:nvSpPr>
        <p:spPr>
          <a:xfrm>
            <a:off x="713727" y="3923124"/>
            <a:ext cx="6097604" cy="1323439"/>
          </a:xfrm>
          <a:prstGeom prst="rect">
            <a:avLst/>
          </a:prstGeom>
          <a:noFill/>
        </p:spPr>
        <p:txBody>
          <a:bodyPr wrap="square">
            <a:spAutoFit/>
          </a:bodyPr>
          <a:lstStyle/>
          <a:p>
            <a:r>
              <a:rPr lang="en-SG" sz="1600" noProof="0" dirty="0">
                <a:latin typeface="Source Sans Pro" panose="020B0503030403020204" pitchFamily="34" charset="0"/>
                <a:ea typeface="Source Sans Pro" panose="020B0503030403020204" pitchFamily="34" charset="0"/>
              </a:rPr>
              <a:t>production support, monitoring, </a:t>
            </a:r>
            <a:r>
              <a:rPr lang="en-SG" sz="1600" noProof="0" dirty="0">
                <a:solidFill>
                  <a:schemeClr val="accent2"/>
                </a:solidFill>
                <a:latin typeface="Source Sans Pro" panose="020B0503030403020204" pitchFamily="34" charset="0"/>
                <a:ea typeface="Source Sans Pro" panose="020B0503030403020204" pitchFamily="34" charset="0"/>
              </a:rPr>
              <a:t>observability, </a:t>
            </a:r>
            <a:r>
              <a:rPr lang="en-SG" sz="1600" noProof="0" dirty="0">
                <a:latin typeface="Source Sans Pro" panose="020B0503030403020204" pitchFamily="34" charset="0"/>
                <a:ea typeface="Source Sans Pro" panose="020B0503030403020204" pitchFamily="34" charset="0"/>
              </a:rPr>
              <a:t> incident management, release management, model/application lifecycle management, service ownership, SLAs, continuity, and transition-to-run arrangements. Responsible AI? Why the agent made a certain judgement?</a:t>
            </a:r>
          </a:p>
        </p:txBody>
      </p:sp>
      <p:sp>
        <p:nvSpPr>
          <p:cNvPr id="13" name="Slide Number Placeholder 1">
            <a:extLst>
              <a:ext uri="{FF2B5EF4-FFF2-40B4-BE49-F238E27FC236}">
                <a16:creationId xmlns:a16="http://schemas.microsoft.com/office/drawing/2014/main" id="{F216D3CE-DEFA-CE5C-ADCB-A9C8FF971B58}"/>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69"/>
            <a:ext cx="10515600" cy="656513"/>
          </a:xfrm>
        </p:spPr>
        <p:txBody>
          <a:bodyPr/>
          <a:lstStyle/>
          <a:p>
            <a:r>
              <a:rPr lang="en-SG" sz="2000" noProof="0" dirty="0">
                <a:latin typeface="Source Sans Pro"/>
              </a:rPr>
              <a:t>Operational Principles</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8200" y="1443841"/>
            <a:ext cx="10515600" cy="3970318"/>
          </a:xfrm>
          <a:prstGeom prst="rect">
            <a:avLst/>
          </a:prstGeom>
          <a:noFill/>
        </p:spPr>
        <p:txBody>
          <a:bodyPr wrap="square">
            <a:spAutoFit/>
          </a:bodyPr>
          <a:lstStyle/>
          <a:p>
            <a:pPr algn="l"/>
            <a:r>
              <a:rPr lang="en-SG" sz="1400" b="1" i="0" noProof="0" dirty="0">
                <a:latin typeface="Source Sans Pro"/>
              </a:rPr>
              <a:t>1.  Observability-first</a:t>
            </a:r>
          </a:p>
          <a:p>
            <a:pPr algn="l"/>
            <a:r>
              <a:rPr lang="en-SG" sz="1400" b="0" i="0" noProof="0" dirty="0">
                <a:latin typeface="Source Sans Pro"/>
              </a:rPr>
              <a:t>No agent may be deployed to production without emitting structured telemetry. If it cannot be observed, it cannot be operated.</a:t>
            </a:r>
          </a:p>
          <a:p>
            <a:pPr algn="l"/>
            <a:endParaRPr lang="en-SG" sz="1400" b="0" i="0" noProof="0" dirty="0">
              <a:latin typeface="Source Sans Pro"/>
            </a:endParaRPr>
          </a:p>
          <a:p>
            <a:pPr algn="l"/>
            <a:r>
              <a:rPr lang="en-SG" sz="1400" b="1" i="0" noProof="0" dirty="0">
                <a:latin typeface="Source Sans Pro"/>
              </a:rPr>
              <a:t>2.  Fail safe, not silent</a:t>
            </a:r>
          </a:p>
          <a:p>
            <a:pPr algn="l"/>
            <a:r>
              <a:rPr lang="en-SG" sz="1400" b="0" i="0" noProof="0" dirty="0">
                <a:latin typeface="Source Sans Pro"/>
              </a:rPr>
              <a:t>A failed or uncertain agent action must escalate to a human. An agent that silently succeeds on the wrong action is worse than one that fails loudly.</a:t>
            </a:r>
          </a:p>
          <a:p>
            <a:pPr algn="l"/>
            <a:endParaRPr lang="en-SG" sz="1400" b="0" i="0" noProof="0" dirty="0">
              <a:latin typeface="Source Sans Pro"/>
            </a:endParaRPr>
          </a:p>
          <a:p>
            <a:pPr algn="l"/>
            <a:r>
              <a:rPr lang="en-SG" sz="1400" b="1" i="0" noProof="0" dirty="0">
                <a:latin typeface="Source Sans Pro"/>
              </a:rPr>
              <a:t>3.  Data minimisation in ops tooling</a:t>
            </a:r>
          </a:p>
          <a:p>
            <a:pPr algn="l"/>
            <a:r>
              <a:rPr lang="en-SG" sz="1400" b="0" i="0" noProof="0" dirty="0">
                <a:latin typeface="Source Sans Pro"/>
              </a:rPr>
              <a:t>Operational tooling must handle only anonymised or metadata-level data. PII must not appear in any ops pipeline, log stream, or dashboard.</a:t>
            </a:r>
          </a:p>
          <a:p>
            <a:pPr algn="l"/>
            <a:endParaRPr lang="en-SG" sz="1400" b="0" i="0" noProof="0" dirty="0">
              <a:latin typeface="Source Sans Pro"/>
            </a:endParaRPr>
          </a:p>
          <a:p>
            <a:pPr algn="l"/>
            <a:r>
              <a:rPr lang="en-SG" sz="1400" b="1" i="0" noProof="0" dirty="0">
                <a:latin typeface="Source Sans Pro"/>
              </a:rPr>
              <a:t>4.  Policy as code</a:t>
            </a:r>
          </a:p>
          <a:p>
            <a:pPr algn="l"/>
            <a:r>
              <a:rPr lang="en-SG" sz="1400" b="0" i="0" noProof="0" dirty="0">
                <a:latin typeface="Source Sans Pro"/>
              </a:rPr>
              <a:t>Operational guardrails (rate limits, kill switches, risk thresholds) are version-controlled code. Manual configuration drift is a reliability and audit risk.</a:t>
            </a:r>
          </a:p>
          <a:p>
            <a:pPr algn="l"/>
            <a:endParaRPr lang="en-SG" sz="1400" b="0" i="0" noProof="0" dirty="0">
              <a:latin typeface="Source Sans Pro"/>
            </a:endParaRPr>
          </a:p>
          <a:p>
            <a:pPr algn="l"/>
            <a:r>
              <a:rPr lang="en-SG" sz="1400" b="1" i="0" noProof="0" dirty="0">
                <a:latin typeface="Source Sans Pro"/>
              </a:rPr>
              <a:t>5.  Separation of concerns</a:t>
            </a:r>
          </a:p>
          <a:p>
            <a:pPr algn="l"/>
            <a:r>
              <a:rPr lang="en-SG" sz="1400" b="0" i="0" noProof="0" dirty="0">
                <a:latin typeface="Source Sans Pro"/>
              </a:rPr>
              <a:t>AO team owns agent logic; AIGP team owns governance enforcement; Ops team owns production health. No single team has unilateral access to all layers in production.</a:t>
            </a:r>
          </a:p>
        </p:txBody>
      </p:sp>
      <p:sp>
        <p:nvSpPr>
          <p:cNvPr id="6" name="Slide Number Placeholder 1">
            <a:extLst>
              <a:ext uri="{FF2B5EF4-FFF2-40B4-BE49-F238E27FC236}">
                <a16:creationId xmlns:a16="http://schemas.microsoft.com/office/drawing/2014/main" id="{DD1CAB8C-5D30-DCCD-14B2-D554C5ED0C6A}"/>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a:t>
            </a:fld>
            <a:endParaRPr lang="en-SG"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4544F-CC70-ECB1-58DE-2F3A3BCC1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B5C6A-05D0-EF9A-9E47-D351A2553A2C}"/>
              </a:ext>
            </a:extLst>
          </p:cNvPr>
          <p:cNvSpPr>
            <a:spLocks noGrp="1"/>
          </p:cNvSpPr>
          <p:nvPr>
            <p:ph type="title"/>
          </p:nvPr>
        </p:nvSpPr>
        <p:spPr>
          <a:xfrm>
            <a:off x="696949" y="163277"/>
            <a:ext cx="10515600" cy="590481"/>
          </a:xfrm>
        </p:spPr>
        <p:txBody>
          <a:bodyPr>
            <a:normAutofit/>
          </a:bodyPr>
          <a:lstStyle/>
          <a:p>
            <a:r>
              <a:rPr lang="en-SG" sz="3200" noProof="0" dirty="0">
                <a:latin typeface="Source Sans Pro"/>
              </a:rPr>
              <a:t>Agent Fleet &amp; Version Registry</a:t>
            </a:r>
          </a:p>
        </p:txBody>
      </p:sp>
      <p:sp>
        <p:nvSpPr>
          <p:cNvPr id="26" name="TextBox 25">
            <a:extLst>
              <a:ext uri="{FF2B5EF4-FFF2-40B4-BE49-F238E27FC236}">
                <a16:creationId xmlns:a16="http://schemas.microsoft.com/office/drawing/2014/main" id="{DBD6CF6F-C614-5A33-6CF5-22578D0D65FD}"/>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F38A2B6F-4C32-9511-B198-6C804BD6A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67DE714-8C44-BAD1-42FD-38C0F672E0FE}"/>
              </a:ext>
            </a:extLst>
          </p:cNvPr>
          <p:cNvSpPr txBox="1"/>
          <p:nvPr/>
        </p:nvSpPr>
        <p:spPr>
          <a:xfrm>
            <a:off x="696949" y="1127857"/>
            <a:ext cx="10515600" cy="1938992"/>
          </a:xfrm>
          <a:prstGeom prst="rect">
            <a:avLst/>
          </a:prstGeom>
          <a:noFill/>
        </p:spPr>
        <p:txBody>
          <a:bodyPr wrap="square">
            <a:spAutoFit/>
          </a:bodyPr>
          <a:lstStyle/>
          <a:p>
            <a:pPr algn="l"/>
            <a:r>
              <a:rPr lang="en-SG" sz="1200" i="0" noProof="0" dirty="0">
                <a:latin typeface="Source Sans Pro"/>
              </a:rPr>
              <a:t>As the platform matures, agents will be updated frequently — prompt tuning, tool additions, bug fixes, </a:t>
            </a:r>
            <a:r>
              <a:rPr lang="en-SG" sz="1200" i="0" noProof="0" dirty="0" err="1">
                <a:latin typeface="Source Sans Pro"/>
              </a:rPr>
              <a:t>behavioral</a:t>
            </a:r>
            <a:r>
              <a:rPr lang="en-SG" sz="1200" i="0" noProof="0" dirty="0">
                <a:latin typeface="Source Sans Pro"/>
              </a:rPr>
              <a:t> corrections based on HITL feedback. Without a disciplined versioning and registry system, Ops cannot:</a:t>
            </a:r>
          </a:p>
          <a:p>
            <a:pPr algn="l"/>
            <a:endParaRPr lang="en-SG" sz="1200" i="0" noProof="0" dirty="0">
              <a:latin typeface="Source Sans Pro"/>
            </a:endParaRPr>
          </a:p>
          <a:p>
            <a:pPr marL="171450" indent="-171450" algn="l">
              <a:buFont typeface="Arial" panose="020B0604020202020204" pitchFamily="34" charset="0"/>
              <a:buChar char="•"/>
            </a:pPr>
            <a:r>
              <a:rPr lang="en-SG" sz="1200" i="0" noProof="0" dirty="0">
                <a:latin typeface="Source Sans Pro"/>
              </a:rPr>
              <a:t>Know which version of which agent is running in production at any given moment</a:t>
            </a:r>
          </a:p>
          <a:p>
            <a:pPr marL="171450" indent="-171450" algn="l">
              <a:buFont typeface="Arial" panose="020B0604020202020204" pitchFamily="34" charset="0"/>
              <a:buChar char="•"/>
            </a:pPr>
            <a:r>
              <a:rPr lang="en-SG" sz="1200" i="0" noProof="0" dirty="0">
                <a:latin typeface="Source Sans Pro"/>
              </a:rPr>
              <a:t>Roll back a specific agent to a previous version without redeploying the entire platform</a:t>
            </a:r>
          </a:p>
          <a:p>
            <a:pPr marL="171450" indent="-171450" algn="l">
              <a:buFont typeface="Arial" panose="020B0604020202020204" pitchFamily="34" charset="0"/>
              <a:buChar char="•"/>
            </a:pPr>
            <a:r>
              <a:rPr lang="en-SG" sz="1200" i="0" noProof="0" dirty="0">
                <a:latin typeface="Source Sans Pro"/>
              </a:rPr>
              <a:t>Audit which agent version produced a specific action on a taxpayer record</a:t>
            </a:r>
          </a:p>
          <a:p>
            <a:pPr marL="171450" indent="-171450" algn="l">
              <a:buFont typeface="Arial" panose="020B0604020202020204" pitchFamily="34" charset="0"/>
              <a:buChar char="•"/>
            </a:pPr>
            <a:r>
              <a:rPr lang="en-SG" sz="1200" i="0" noProof="0" dirty="0">
                <a:latin typeface="Source Sans Pro"/>
              </a:rPr>
              <a:t>Gate promotion based on evaluation scores from the CI/CD pipeline</a:t>
            </a:r>
          </a:p>
          <a:p>
            <a:pPr algn="l"/>
            <a:endParaRPr lang="en-SG" sz="1200" i="0" noProof="0" dirty="0">
              <a:latin typeface="Source Sans Pro"/>
            </a:endParaRPr>
          </a:p>
          <a:p>
            <a:pPr algn="l"/>
            <a:r>
              <a:rPr lang="en-SG" sz="1200" i="0" noProof="0" dirty="0">
                <a:latin typeface="Source Sans Pro"/>
              </a:rPr>
              <a:t>The Agent Fleet &amp; Version Registry is the operational ledger for agent identity. Every agent version that has ever been deployed — in any environment — has a permanent record in this registry.</a:t>
            </a:r>
          </a:p>
        </p:txBody>
      </p:sp>
      <p:sp>
        <p:nvSpPr>
          <p:cNvPr id="7" name="TextBox 6">
            <a:extLst>
              <a:ext uri="{FF2B5EF4-FFF2-40B4-BE49-F238E27FC236}">
                <a16:creationId xmlns:a16="http://schemas.microsoft.com/office/drawing/2014/main" id="{0DC780D9-5780-DA4D-47DD-6E19EA42671F}"/>
              </a:ext>
            </a:extLst>
          </p:cNvPr>
          <p:cNvSpPr txBox="1"/>
          <p:nvPr/>
        </p:nvSpPr>
        <p:spPr>
          <a:xfrm>
            <a:off x="696949" y="882359"/>
            <a:ext cx="10515600" cy="276999"/>
          </a:xfrm>
          <a:prstGeom prst="rect">
            <a:avLst/>
          </a:prstGeom>
          <a:noFill/>
        </p:spPr>
        <p:txBody>
          <a:bodyPr wrap="square">
            <a:spAutoFit/>
          </a:bodyPr>
          <a:lstStyle/>
          <a:p>
            <a:pPr algn="l"/>
            <a:r>
              <a:rPr lang="en-SG" sz="1200" b="1" i="0" noProof="0" dirty="0">
                <a:solidFill>
                  <a:srgbClr val="005AAB"/>
                </a:solidFill>
                <a:latin typeface="Source Sans Pro"/>
              </a:rPr>
              <a:t>Why we need it:</a:t>
            </a:r>
          </a:p>
        </p:txBody>
      </p:sp>
      <p:sp>
        <p:nvSpPr>
          <p:cNvPr id="8" name="TextBox 7">
            <a:extLst>
              <a:ext uri="{FF2B5EF4-FFF2-40B4-BE49-F238E27FC236}">
                <a16:creationId xmlns:a16="http://schemas.microsoft.com/office/drawing/2014/main" id="{13FC29E4-BE1D-712A-EC2C-6437A5FB2530}"/>
              </a:ext>
            </a:extLst>
          </p:cNvPr>
          <p:cNvSpPr txBox="1"/>
          <p:nvPr/>
        </p:nvSpPr>
        <p:spPr>
          <a:xfrm>
            <a:off x="696949" y="3200400"/>
            <a:ext cx="10515600" cy="276999"/>
          </a:xfrm>
          <a:prstGeom prst="rect">
            <a:avLst/>
          </a:prstGeom>
          <a:noFill/>
        </p:spPr>
        <p:txBody>
          <a:bodyPr wrap="square">
            <a:spAutoFit/>
          </a:bodyPr>
          <a:lstStyle/>
          <a:p>
            <a:pPr algn="l"/>
            <a:r>
              <a:rPr lang="en-SG" sz="1200" b="1" i="0" noProof="0" dirty="0">
                <a:solidFill>
                  <a:srgbClr val="005AAB"/>
                </a:solidFill>
                <a:latin typeface="Source Sans Pro"/>
              </a:rPr>
              <a:t>This is essentially the “Backend” for AI Cockpit</a:t>
            </a:r>
          </a:p>
        </p:txBody>
      </p:sp>
      <p:sp>
        <p:nvSpPr>
          <p:cNvPr id="12" name="TextBox 11">
            <a:extLst>
              <a:ext uri="{FF2B5EF4-FFF2-40B4-BE49-F238E27FC236}">
                <a16:creationId xmlns:a16="http://schemas.microsoft.com/office/drawing/2014/main" id="{CC8EED18-20B5-48D8-CBC6-438D6BFD107E}"/>
              </a:ext>
            </a:extLst>
          </p:cNvPr>
          <p:cNvSpPr txBox="1"/>
          <p:nvPr/>
        </p:nvSpPr>
        <p:spPr>
          <a:xfrm>
            <a:off x="696950" y="3791152"/>
            <a:ext cx="10515599" cy="2339102"/>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Option </a:t>
            </a:r>
            <a:r>
              <a:rPr lang="en-SG" sz="1400" b="1" noProof="0" dirty="0">
                <a:solidFill>
                  <a:srgbClr val="005AAB"/>
                </a:solidFill>
                <a:latin typeface="Source Sans Pro" panose="020B0503030403020204" pitchFamily="34" charset="0"/>
                <a:ea typeface="Source Sans Pro" panose="020B0503030403020204" pitchFamily="34" charset="0"/>
              </a:rPr>
              <a:t>1 (Least Preferred)</a:t>
            </a:r>
            <a:r>
              <a:rPr lang="en-SG" sz="1400" b="1" i="0" noProof="0" dirty="0">
                <a:solidFill>
                  <a:srgbClr val="005AAB"/>
                </a:solidFill>
                <a:effectLst/>
                <a:latin typeface="Source Sans Pro" panose="020B0503030403020204" pitchFamily="34" charset="0"/>
                <a:ea typeface="Source Sans Pro" panose="020B0503030403020204" pitchFamily="34" charset="0"/>
              </a:rPr>
              <a:t>: Monolithic Release (all agents versioned together)</a:t>
            </a:r>
          </a:p>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All agents share a single version number. Any change to any agent triggers a platform-wide release.</a:t>
            </a:r>
          </a:p>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Pros</a:t>
            </a:r>
            <a:r>
              <a:rPr lang="en-SG" sz="1200" b="0" i="0" noProof="0" dirty="0">
                <a:solidFill>
                  <a:srgbClr val="1F2328"/>
                </a:solidFill>
                <a:effectLst/>
                <a:latin typeface="Source Sans Pro" panose="020B0503030403020204" pitchFamily="34" charset="0"/>
                <a:ea typeface="Source Sans Pro" panose="020B0503030403020204" pitchFamily="34" charset="0"/>
              </a:rPr>
              <a:t>: Simpler release coordination between teams</a:t>
            </a:r>
          </a:p>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Cons</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marL="171450" indent="-171450" algn="l">
              <a:spcAft>
                <a:spcPts val="1200"/>
              </a:spcAft>
              <a:buFont typeface="Arial" panose="020B0604020202020204" pitchFamily="34" charset="0"/>
              <a:buChar char="•"/>
            </a:pPr>
            <a:r>
              <a:rPr lang="en-SG" sz="1200" b="0" i="0" noProof="0" dirty="0">
                <a:solidFill>
                  <a:srgbClr val="1F2328"/>
                </a:solidFill>
                <a:effectLst/>
                <a:latin typeface="Source Sans Pro" panose="020B0503030403020204" pitchFamily="34" charset="0"/>
                <a:ea typeface="Source Sans Pro" panose="020B0503030403020204" pitchFamily="34" charset="0"/>
              </a:rPr>
              <a:t>A prompt fix to one agent forces redeployment of all agents, multiplying blast radius</a:t>
            </a:r>
          </a:p>
          <a:p>
            <a:pPr marL="171450" indent="-171450" algn="l">
              <a:spcAft>
                <a:spcPts val="1200"/>
              </a:spcAft>
              <a:buFont typeface="Arial" panose="020B0604020202020204" pitchFamily="34" charset="0"/>
              <a:buChar char="•"/>
            </a:pPr>
            <a:r>
              <a:rPr lang="en-SG" sz="1200" b="0" i="0" noProof="0" dirty="0">
                <a:solidFill>
                  <a:srgbClr val="1F2328"/>
                </a:solidFill>
                <a:effectLst/>
                <a:latin typeface="Source Sans Pro" panose="020B0503030403020204" pitchFamily="34" charset="0"/>
                <a:ea typeface="Source Sans Pro" panose="020B0503030403020204" pitchFamily="34" charset="0"/>
              </a:rPr>
              <a:t>A regression in one agent causes all agents to roll back, interrupting processing for all SOP categories</a:t>
            </a:r>
          </a:p>
          <a:p>
            <a:pPr marL="171450" indent="-171450" algn="l">
              <a:spcAft>
                <a:spcPts val="1200"/>
              </a:spcAft>
              <a:buFont typeface="Arial" panose="020B0604020202020204" pitchFamily="34" charset="0"/>
              <a:buChar char="•"/>
            </a:pPr>
            <a:r>
              <a:rPr lang="en-SG" sz="1200" b="0" i="0" noProof="0" dirty="0">
                <a:solidFill>
                  <a:srgbClr val="1F2328"/>
                </a:solidFill>
                <a:effectLst/>
                <a:latin typeface="Source Sans Pro" panose="020B0503030403020204" pitchFamily="34" charset="0"/>
                <a:ea typeface="Source Sans Pro" panose="020B0503030403020204" pitchFamily="34" charset="0"/>
              </a:rPr>
              <a:t>Not viable for independent team ownership of individual agents</a:t>
            </a:r>
          </a:p>
        </p:txBody>
      </p:sp>
      <p:sp>
        <p:nvSpPr>
          <p:cNvPr id="15" name="Slide Number Placeholder 1">
            <a:extLst>
              <a:ext uri="{FF2B5EF4-FFF2-40B4-BE49-F238E27FC236}">
                <a16:creationId xmlns:a16="http://schemas.microsoft.com/office/drawing/2014/main" id="{79A87A06-ED40-B796-A280-DF2109128074}"/>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5</a:t>
            </a:fld>
            <a:endParaRPr lang="en-SG" noProof="0" dirty="0"/>
          </a:p>
        </p:txBody>
      </p:sp>
    </p:spTree>
    <p:extLst>
      <p:ext uri="{BB962C8B-B14F-4D97-AF65-F5344CB8AC3E}">
        <p14:creationId xmlns:p14="http://schemas.microsoft.com/office/powerpoint/2010/main" val="412438909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C34ED-36E6-C599-04E4-D9851D95F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97D71-865A-12C9-F9F9-C272388989A3}"/>
              </a:ext>
            </a:extLst>
          </p:cNvPr>
          <p:cNvSpPr>
            <a:spLocks noGrp="1"/>
          </p:cNvSpPr>
          <p:nvPr>
            <p:ph type="title"/>
          </p:nvPr>
        </p:nvSpPr>
        <p:spPr>
          <a:xfrm>
            <a:off x="696949" y="163277"/>
            <a:ext cx="10515600" cy="590481"/>
          </a:xfrm>
        </p:spPr>
        <p:txBody>
          <a:bodyPr>
            <a:normAutofit/>
          </a:bodyPr>
          <a:lstStyle/>
          <a:p>
            <a:r>
              <a:rPr lang="en-SG" sz="3200" noProof="0" dirty="0">
                <a:latin typeface="Source Sans Pro"/>
              </a:rPr>
              <a:t>Agent Fleet &amp; Version Registry</a:t>
            </a:r>
          </a:p>
        </p:txBody>
      </p:sp>
      <p:sp>
        <p:nvSpPr>
          <p:cNvPr id="26" name="TextBox 25">
            <a:extLst>
              <a:ext uri="{FF2B5EF4-FFF2-40B4-BE49-F238E27FC236}">
                <a16:creationId xmlns:a16="http://schemas.microsoft.com/office/drawing/2014/main" id="{B27F619D-5791-4131-8041-26D020464DC9}"/>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29F2218B-A241-3E04-B0A5-D2B445302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C557387-8C62-736D-DA43-F3FBBD7B026C}"/>
              </a:ext>
            </a:extLst>
          </p:cNvPr>
          <p:cNvSpPr txBox="1"/>
          <p:nvPr/>
        </p:nvSpPr>
        <p:spPr>
          <a:xfrm>
            <a:off x="696949" y="801695"/>
            <a:ext cx="10515600" cy="2708434"/>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Option 2: Git SHA Versioning + ACR Tag Only</a:t>
            </a:r>
          </a:p>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Agents are identified solely by their Git commit SHA, stored as the ACR image tag. Deployment metadata is tracked in a flat JSON file in the repository (</a:t>
            </a:r>
            <a:r>
              <a:rPr lang="en-SG" sz="1200" b="0" i="0" noProof="0" dirty="0" err="1">
                <a:solidFill>
                  <a:srgbClr val="1F2328"/>
                </a:solidFill>
                <a:effectLst/>
                <a:latin typeface="Source Sans Pro" panose="020B0503030403020204" pitchFamily="34" charset="0"/>
                <a:ea typeface="Source Sans Pro" panose="020B0503030403020204" pitchFamily="34" charset="0"/>
              </a:rPr>
              <a:t>deployed.json</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Pros</a:t>
            </a:r>
            <a:r>
              <a:rPr lang="en-SG" sz="1200" b="0" i="0" noProof="0" dirty="0">
                <a:solidFill>
                  <a:srgbClr val="1F2328"/>
                </a:solidFill>
                <a:effectLst/>
                <a:latin typeface="Source Sans Pro" panose="020B0503030403020204" pitchFamily="34" charset="0"/>
                <a:ea typeface="Source Sans Pro" panose="020B0503030403020204" pitchFamily="34" charset="0"/>
              </a:rPr>
              <a:t>: Zero additional infrastructure; version history is implicit in Git</a:t>
            </a:r>
          </a:p>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Cons</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marL="171450" indent="-171450" algn="l">
              <a:spcAft>
                <a:spcPts val="1200"/>
              </a:spcAft>
              <a:buFont typeface="Arial" panose="020B0604020202020204" pitchFamily="34" charset="0"/>
              <a:buChar char="•"/>
            </a:pPr>
            <a:r>
              <a:rPr lang="en-SG" sz="1200" b="0" i="0" noProof="0" dirty="0">
                <a:solidFill>
                  <a:srgbClr val="1F2328"/>
                </a:solidFill>
                <a:effectLst/>
                <a:latin typeface="Source Sans Pro" panose="020B0503030403020204" pitchFamily="34" charset="0"/>
                <a:ea typeface="Source Sans Pro" panose="020B0503030403020204" pitchFamily="34" charset="0"/>
              </a:rPr>
              <a:t>Git SHA is opaque to operational tooling — an on-call engineer cannot quickly determine what changed between the two "versions" running in canary without spelunking in Git</a:t>
            </a:r>
          </a:p>
          <a:p>
            <a:pPr marL="171450" indent="-171450" algn="l">
              <a:spcAft>
                <a:spcPts val="1200"/>
              </a:spcAft>
              <a:buFont typeface="Arial" panose="020B0604020202020204" pitchFamily="34" charset="0"/>
              <a:buChar char="•"/>
            </a:pPr>
            <a:r>
              <a:rPr lang="en-SG" sz="1200" b="0" i="0" noProof="0" dirty="0">
                <a:solidFill>
                  <a:srgbClr val="1F2328"/>
                </a:solidFill>
                <a:effectLst/>
                <a:latin typeface="Source Sans Pro" panose="020B0503030403020204" pitchFamily="34" charset="0"/>
                <a:ea typeface="Source Sans Pro" panose="020B0503030403020204" pitchFamily="34" charset="0"/>
              </a:rPr>
              <a:t>No eval score association; no tool-capability manifest; no deployment status tracking</a:t>
            </a:r>
          </a:p>
          <a:p>
            <a:pPr marL="171450" indent="-171450" algn="l">
              <a:spcAft>
                <a:spcPts val="1200"/>
              </a:spcAft>
              <a:buFont typeface="Arial" panose="020B0604020202020204" pitchFamily="34" charset="0"/>
              <a:buChar char="•"/>
            </a:pPr>
            <a:r>
              <a:rPr lang="en-SG" sz="1200" b="0" i="0" noProof="0" dirty="0">
                <a:solidFill>
                  <a:srgbClr val="1F2328"/>
                </a:solidFill>
                <a:effectLst/>
                <a:latin typeface="Source Sans Pro" panose="020B0503030403020204" pitchFamily="34" charset="0"/>
                <a:ea typeface="Source Sans Pro" panose="020B0503030403020204" pitchFamily="34" charset="0"/>
              </a:rPr>
              <a:t>Cannot satisfy ISO 27001 change management audit requirements without supplementary documentation</a:t>
            </a:r>
          </a:p>
        </p:txBody>
      </p:sp>
      <p:sp>
        <p:nvSpPr>
          <p:cNvPr id="13" name="Slide Number Placeholder 1">
            <a:extLst>
              <a:ext uri="{FF2B5EF4-FFF2-40B4-BE49-F238E27FC236}">
                <a16:creationId xmlns:a16="http://schemas.microsoft.com/office/drawing/2014/main" id="{6724ECB2-3C0D-63BC-1D7D-62E4D27F280C}"/>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6</a:t>
            </a:fld>
            <a:endParaRPr lang="en-SG" noProof="0" dirty="0"/>
          </a:p>
        </p:txBody>
      </p:sp>
    </p:spTree>
    <p:extLst>
      <p:ext uri="{BB962C8B-B14F-4D97-AF65-F5344CB8AC3E}">
        <p14:creationId xmlns:p14="http://schemas.microsoft.com/office/powerpoint/2010/main" val="4239610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50CE2-032B-0C1B-3300-42335C837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648FD-94C4-ED9B-2255-D8A9135873FD}"/>
              </a:ext>
            </a:extLst>
          </p:cNvPr>
          <p:cNvSpPr>
            <a:spLocks noGrp="1"/>
          </p:cNvSpPr>
          <p:nvPr>
            <p:ph type="title"/>
          </p:nvPr>
        </p:nvSpPr>
        <p:spPr>
          <a:xfrm>
            <a:off x="696949" y="163277"/>
            <a:ext cx="10515600" cy="590481"/>
          </a:xfrm>
        </p:spPr>
        <p:txBody>
          <a:bodyPr>
            <a:normAutofit/>
          </a:bodyPr>
          <a:lstStyle/>
          <a:p>
            <a:r>
              <a:rPr lang="en-SG" sz="3200" noProof="0" dirty="0">
                <a:latin typeface="Source Sans Pro"/>
              </a:rPr>
              <a:t>Agent Fleet &amp; Version Registry</a:t>
            </a:r>
          </a:p>
        </p:txBody>
      </p:sp>
      <p:sp>
        <p:nvSpPr>
          <p:cNvPr id="26" name="TextBox 25">
            <a:extLst>
              <a:ext uri="{FF2B5EF4-FFF2-40B4-BE49-F238E27FC236}">
                <a16:creationId xmlns:a16="http://schemas.microsoft.com/office/drawing/2014/main" id="{FB32255B-3E66-8699-CC51-4B0114E429BD}"/>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373ADB20-4D7C-5009-FF06-7820A123D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D1BD5E1-5803-7CB7-5542-2FCEC7A8C769}"/>
              </a:ext>
            </a:extLst>
          </p:cNvPr>
          <p:cNvSpPr txBox="1"/>
          <p:nvPr/>
        </p:nvSpPr>
        <p:spPr>
          <a:xfrm>
            <a:off x="696949" y="801695"/>
            <a:ext cx="10404027"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3 (Recommended): Semantic Versioning + ACR Signed Images + PostgreSQL Registry DB</a:t>
            </a:r>
          </a:p>
        </p:txBody>
      </p:sp>
      <p:sp>
        <p:nvSpPr>
          <p:cNvPr id="11" name="TextBox 10">
            <a:extLst>
              <a:ext uri="{FF2B5EF4-FFF2-40B4-BE49-F238E27FC236}">
                <a16:creationId xmlns:a16="http://schemas.microsoft.com/office/drawing/2014/main" id="{C1E03500-517F-DC27-0F5E-A775C8203CAB}"/>
              </a:ext>
            </a:extLst>
          </p:cNvPr>
          <p:cNvSpPr txBox="1"/>
          <p:nvPr/>
        </p:nvSpPr>
        <p:spPr>
          <a:xfrm>
            <a:off x="680865" y="1854209"/>
            <a:ext cx="10404027" cy="276999"/>
          </a:xfrm>
          <a:prstGeom prst="rect">
            <a:avLst/>
          </a:prstGeom>
          <a:noFill/>
        </p:spPr>
        <p:txBody>
          <a:bodyPr wrap="square">
            <a:spAutoFit/>
          </a:bodyPr>
          <a:lstStyle/>
          <a:p>
            <a:pPr algn="l">
              <a:spcAft>
                <a:spcPts val="1200"/>
              </a:spcAft>
              <a:buNone/>
            </a:pPr>
            <a:r>
              <a:rPr lang="en-SG" sz="1200" b="0" i="0" noProof="0" dirty="0">
                <a:solidFill>
                  <a:srgbClr val="1F2328"/>
                </a:solidFill>
                <a:effectLst/>
                <a:latin typeface="Source Sans Pro" panose="020B0503030403020204" pitchFamily="34" charset="0"/>
                <a:ea typeface="Source Sans Pro" panose="020B0503030403020204" pitchFamily="34" charset="0"/>
              </a:rPr>
              <a:t>Every agent follows Semantic Versioning (MAJOR.MINOR.PATCH):</a:t>
            </a:r>
          </a:p>
        </p:txBody>
      </p:sp>
      <p:graphicFrame>
        <p:nvGraphicFramePr>
          <p:cNvPr id="15" name="Table 14">
            <a:extLst>
              <a:ext uri="{FF2B5EF4-FFF2-40B4-BE49-F238E27FC236}">
                <a16:creationId xmlns:a16="http://schemas.microsoft.com/office/drawing/2014/main" id="{71728D0D-21A0-71C0-4F09-B23E51D3790B}"/>
              </a:ext>
            </a:extLst>
          </p:cNvPr>
          <p:cNvGraphicFramePr>
            <a:graphicFrameLocks noGrp="1"/>
          </p:cNvGraphicFramePr>
          <p:nvPr>
            <p:extLst>
              <p:ext uri="{D42A27DB-BD31-4B8C-83A1-F6EECF244321}">
                <p14:modId xmlns:p14="http://schemas.microsoft.com/office/powerpoint/2010/main" val="3903621263"/>
              </p:ext>
            </p:extLst>
          </p:nvPr>
        </p:nvGraphicFramePr>
        <p:xfrm>
          <a:off x="696949" y="2141988"/>
          <a:ext cx="10515600" cy="1354320"/>
        </p:xfrm>
        <a:graphic>
          <a:graphicData uri="http://schemas.openxmlformats.org/drawingml/2006/table">
            <a:tbl>
              <a:tblPr firstRow="1" bandRow="1">
                <a:tableStyleId>{7E9639D4-E3E2-4D34-9284-5A2195B3D0D7}</a:tableStyleId>
              </a:tblPr>
              <a:tblGrid>
                <a:gridCol w="1093350">
                  <a:extLst>
                    <a:ext uri="{9D8B030D-6E8A-4147-A177-3AD203B41FA5}">
                      <a16:colId xmlns:a16="http://schemas.microsoft.com/office/drawing/2014/main" val="3109461255"/>
                    </a:ext>
                  </a:extLst>
                </a:gridCol>
                <a:gridCol w="7998595">
                  <a:extLst>
                    <a:ext uri="{9D8B030D-6E8A-4147-A177-3AD203B41FA5}">
                      <a16:colId xmlns:a16="http://schemas.microsoft.com/office/drawing/2014/main" val="342121196"/>
                    </a:ext>
                  </a:extLst>
                </a:gridCol>
                <a:gridCol w="1423655">
                  <a:extLst>
                    <a:ext uri="{9D8B030D-6E8A-4147-A177-3AD203B41FA5}">
                      <a16:colId xmlns:a16="http://schemas.microsoft.com/office/drawing/2014/main" val="988894772"/>
                    </a:ext>
                  </a:extLst>
                </a:gridCol>
              </a:tblGrid>
              <a:tr h="0">
                <a:tc>
                  <a:txBody>
                    <a:bodyPr/>
                    <a:lstStyle/>
                    <a:p>
                      <a:r>
                        <a:rPr lang="en-SG" sz="1200" noProof="0" dirty="0">
                          <a:latin typeface="Source Sans Pro" panose="020B0503030403020204" pitchFamily="34" charset="0"/>
                          <a:ea typeface="Source Sans Pro" panose="020B0503030403020204" pitchFamily="34" charset="0"/>
                        </a:rPr>
                        <a:t>Increment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200" noProof="0" dirty="0">
                          <a:latin typeface="Source Sans Pro" panose="020B0503030403020204" pitchFamily="34" charset="0"/>
                          <a:ea typeface="Source Sans Pro" panose="020B0503030403020204" pitchFamily="34" charset="0"/>
                        </a:rPr>
                        <a:t>Trigger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200" noProof="0" dirty="0">
                          <a:latin typeface="Source Sans Pro" panose="020B0503030403020204" pitchFamily="34" charset="0"/>
                          <a:ea typeface="Source Sans Pro" panose="020B0503030403020204" pitchFamily="34" charset="0"/>
                        </a:rPr>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468000">
                <a:tc>
                  <a:txBody>
                    <a:bodyPr/>
                    <a:lstStyle/>
                    <a:p>
                      <a:r>
                        <a:rPr lang="en-SG" sz="1200" noProof="0" dirty="0">
                          <a:latin typeface="Source Sans Pro" panose="020B0503030403020204" pitchFamily="34" charset="0"/>
                          <a:ea typeface="Source Sans Pro" panose="020B0503030403020204" pitchFamily="34" charset="0"/>
                        </a:rPr>
                        <a:t>MAJOR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Arial" panose="020B0604020202020204" pitchFamily="34" charset="0"/>
                        <a:buNone/>
                      </a:pPr>
                      <a:r>
                        <a:rPr lang="en-SG" sz="1200" b="0" i="0" noProof="0" dirty="0">
                          <a:solidFill>
                            <a:srgbClr val="000000"/>
                          </a:solidFill>
                          <a:latin typeface="Source Sans Pro"/>
                        </a:rPr>
                        <a:t>Breaking change in the agent's tool-call contract or SOP coverage scope (e.g., a new AIGP-registered tool added or removed; an SOP category boundary changed)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Arial" panose="020B0604020202020204" pitchFamily="34" charset="0"/>
                        <a:buNone/>
                      </a:pPr>
                      <a:r>
                        <a:rPr lang="en-SG" sz="1200" b="0" i="0" noProof="0" dirty="0">
                          <a:solidFill>
                            <a:srgbClr val="000000"/>
                          </a:solidFill>
                          <a:latin typeface="Source Sans Pro"/>
                        </a:rPr>
                        <a:t>1.0.0 → 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324000">
                <a:tc>
                  <a:txBody>
                    <a:bodyPr/>
                    <a:lstStyle/>
                    <a:p>
                      <a:pPr marL="0" indent="0">
                        <a:buFont typeface="Arial" panose="020B0604020202020204" pitchFamily="34" charset="0"/>
                        <a:buNone/>
                      </a:pPr>
                      <a:r>
                        <a:rPr lang="en-SG" sz="1200" noProof="0" dirty="0">
                          <a:latin typeface="Source Sans Pro" panose="020B0503030403020204" pitchFamily="34" charset="0"/>
                          <a:ea typeface="Source Sans Pro" panose="020B0503030403020204" pitchFamily="34" charset="0"/>
                        </a:rPr>
                        <a:t>MINOR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200" noProof="0" dirty="0">
                          <a:latin typeface="Source Sans Pro" panose="020B0503030403020204" pitchFamily="34" charset="0"/>
                          <a:ea typeface="Source Sans Pro" panose="020B0503030403020204" pitchFamily="34" charset="0"/>
                        </a:rPr>
                        <a:t>New capability added without breaking existing contract (e.g., a new reasoning path added, new SOP sub-type handled)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200" noProof="0" dirty="0">
                          <a:latin typeface="Source Sans Pro" panose="020B0503030403020204" pitchFamily="34" charset="0"/>
                          <a:ea typeface="Source Sans Pro" panose="020B0503030403020204" pitchFamily="34" charset="0"/>
                        </a:rPr>
                        <a:t>1.2.0 → 1.3.0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288000">
                <a:tc>
                  <a:txBody>
                    <a:bodyPr/>
                    <a:lstStyle/>
                    <a:p>
                      <a:r>
                        <a:rPr lang="en-SG" sz="1200" noProof="0" dirty="0">
                          <a:latin typeface="Source Sans Pro" panose="020B0503030403020204" pitchFamily="34" charset="0"/>
                          <a:ea typeface="Source Sans Pro" panose="020B0503030403020204" pitchFamily="34" charset="0"/>
                        </a:rPr>
                        <a:t>PATCH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200" noProof="0" dirty="0">
                          <a:latin typeface="Source Sans Pro" panose="020B0503030403020204" pitchFamily="34" charset="0"/>
                          <a:ea typeface="Source Sans Pro" panose="020B0503030403020204" pitchFamily="34" charset="0"/>
                        </a:rPr>
                        <a:t>Prompt tuning, bug fix, latency optimisation, hallucination mitigation with no contract 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200" noProof="0" dirty="0">
                          <a:latin typeface="Source Sans Pro" panose="020B0503030403020204" pitchFamily="34" charset="0"/>
                          <a:ea typeface="Source Sans Pro" panose="020B0503030403020204" pitchFamily="34" charset="0"/>
                        </a:rPr>
                        <a:t>1.2.0 → 1.2.1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651365"/>
                  </a:ext>
                </a:extLst>
              </a:tr>
            </a:tbl>
          </a:graphicData>
        </a:graphic>
      </p:graphicFrame>
      <p:sp>
        <p:nvSpPr>
          <p:cNvPr id="17" name="TextBox 16">
            <a:extLst>
              <a:ext uri="{FF2B5EF4-FFF2-40B4-BE49-F238E27FC236}">
                <a16:creationId xmlns:a16="http://schemas.microsoft.com/office/drawing/2014/main" id="{22E32C17-295D-3932-8678-DF7296A4A2FF}"/>
              </a:ext>
            </a:extLst>
          </p:cNvPr>
          <p:cNvSpPr txBox="1"/>
          <p:nvPr/>
        </p:nvSpPr>
        <p:spPr>
          <a:xfrm>
            <a:off x="645532" y="3515442"/>
            <a:ext cx="10436191"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A version bump must be explicitly declared in the agent repository's agent-</a:t>
            </a:r>
            <a:r>
              <a:rPr lang="en-SG" sz="1200" b="0" i="0" noProof="0" dirty="0" err="1">
                <a:solidFill>
                  <a:srgbClr val="1F2328"/>
                </a:solidFill>
                <a:effectLst/>
                <a:latin typeface="Source Sans Pro" panose="020B0503030403020204" pitchFamily="34" charset="0"/>
                <a:ea typeface="Source Sans Pro" panose="020B0503030403020204" pitchFamily="34" charset="0"/>
              </a:rPr>
              <a:t>manifest.json</a:t>
            </a:r>
            <a:r>
              <a:rPr lang="en-SG" sz="1200" b="0" i="0" noProof="0" dirty="0">
                <a:solidFill>
                  <a:srgbClr val="1F2328"/>
                </a:solidFill>
                <a:effectLst/>
                <a:latin typeface="Source Sans Pro" panose="020B0503030403020204" pitchFamily="34" charset="0"/>
                <a:ea typeface="Source Sans Pro" panose="020B0503030403020204" pitchFamily="34" charset="0"/>
              </a:rPr>
              <a:t> before the CI/CD pipeline will accept a build.</a:t>
            </a:r>
            <a:endParaRPr lang="en-SG" sz="1200" noProof="0" dirty="0">
              <a:latin typeface="Source Sans Pro" panose="020B0503030403020204" pitchFamily="34" charset="0"/>
              <a:ea typeface="Source Sans Pro" panose="020B0503030403020204" pitchFamily="34" charset="0"/>
            </a:endParaRPr>
          </a:p>
        </p:txBody>
      </p:sp>
      <p:sp>
        <p:nvSpPr>
          <p:cNvPr id="19" name="TextBox 18">
            <a:extLst>
              <a:ext uri="{FF2B5EF4-FFF2-40B4-BE49-F238E27FC236}">
                <a16:creationId xmlns:a16="http://schemas.microsoft.com/office/drawing/2014/main" id="{0BA348E5-B312-2C7D-E318-DC7251DE0A06}"/>
              </a:ext>
            </a:extLst>
          </p:cNvPr>
          <p:cNvSpPr txBox="1"/>
          <p:nvPr/>
        </p:nvSpPr>
        <p:spPr>
          <a:xfrm>
            <a:off x="607032" y="3850076"/>
            <a:ext cx="11350591" cy="80021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Container Image Signing (Notation / CNCF)</a:t>
            </a:r>
          </a:p>
          <a:p>
            <a:pPr algn="l">
              <a:spcAft>
                <a:spcPts val="1200"/>
              </a:spcAft>
              <a:buNone/>
            </a:pPr>
            <a:r>
              <a:rPr lang="en-SG" sz="1200" b="0" i="0" noProof="0" dirty="0">
                <a:solidFill>
                  <a:srgbClr val="1F2328"/>
                </a:solidFill>
                <a:effectLst/>
                <a:latin typeface="Source Sans Pro" panose="020B0503030403020204" pitchFamily="34" charset="0"/>
                <a:ea typeface="Source Sans Pro" panose="020B0503030403020204" pitchFamily="34" charset="0"/>
              </a:rPr>
              <a:t>Every agent container image pushed to Azure Container Registry (ACR) must be signed using </a:t>
            </a:r>
            <a:r>
              <a:rPr lang="en-SG" sz="1200" b="1" i="0" noProof="0" dirty="0">
                <a:solidFill>
                  <a:srgbClr val="1F2328"/>
                </a:solidFill>
                <a:effectLst/>
                <a:latin typeface="Source Sans Pro" panose="020B0503030403020204" pitchFamily="34" charset="0"/>
                <a:ea typeface="Source Sans Pro" panose="020B0503030403020204" pitchFamily="34" charset="0"/>
              </a:rPr>
              <a:t>Notation</a:t>
            </a:r>
            <a:r>
              <a:rPr lang="en-SG" sz="1200" b="0" i="0" noProof="0" dirty="0">
                <a:solidFill>
                  <a:srgbClr val="1F2328"/>
                </a:solidFill>
                <a:effectLst/>
                <a:latin typeface="Source Sans Pro" panose="020B0503030403020204" pitchFamily="34" charset="0"/>
                <a:ea typeface="Source Sans Pro" panose="020B0503030403020204" pitchFamily="34" charset="0"/>
              </a:rPr>
              <a:t> (the CNCF standard for OCI image signing, successor to Docker Content Trust), backed by a signing key stored in </a:t>
            </a:r>
            <a:r>
              <a:rPr lang="en-SG" sz="1200" b="1" i="0" noProof="0" dirty="0">
                <a:solidFill>
                  <a:srgbClr val="1F2328"/>
                </a:solidFill>
                <a:effectLst/>
                <a:latin typeface="Source Sans Pro" panose="020B0503030403020204" pitchFamily="34" charset="0"/>
                <a:ea typeface="Source Sans Pro" panose="020B0503030403020204" pitchFamily="34" charset="0"/>
              </a:rPr>
              <a:t>Azure Key Vault</a:t>
            </a:r>
            <a:r>
              <a:rPr lang="en-SG" sz="1200" b="0" i="0" noProof="0" dirty="0">
                <a:solidFill>
                  <a:srgbClr val="1F2328"/>
                </a:solidFill>
                <a:effectLst/>
                <a:latin typeface="Source Sans Pro" panose="020B0503030403020204" pitchFamily="34" charset="0"/>
                <a:ea typeface="Source Sans Pro" panose="020B0503030403020204" pitchFamily="34" charset="0"/>
              </a:rPr>
              <a:t>.</a:t>
            </a:r>
          </a:p>
        </p:txBody>
      </p:sp>
      <p:sp>
        <p:nvSpPr>
          <p:cNvPr id="20" name="TextBox 19">
            <a:extLst>
              <a:ext uri="{FF2B5EF4-FFF2-40B4-BE49-F238E27FC236}">
                <a16:creationId xmlns:a16="http://schemas.microsoft.com/office/drawing/2014/main" id="{2F304BE3-84C6-A357-F532-B100DEA733E7}"/>
              </a:ext>
            </a:extLst>
          </p:cNvPr>
          <p:cNvSpPr txBox="1"/>
          <p:nvPr/>
        </p:nvSpPr>
        <p:spPr>
          <a:xfrm>
            <a:off x="696948" y="1632692"/>
            <a:ext cx="10404027" cy="27699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Versioning Convention</a:t>
            </a:r>
            <a:endParaRPr lang="en-SG" sz="1200" b="0" i="0" noProof="0" dirty="0">
              <a:solidFill>
                <a:srgbClr val="1F2328"/>
              </a:solidFill>
              <a:effectLst/>
              <a:latin typeface="Source Sans Pro" panose="020B0503030403020204" pitchFamily="34" charset="0"/>
              <a:ea typeface="Source Sans Pro" panose="020B0503030403020204" pitchFamily="34" charset="0"/>
            </a:endParaRPr>
          </a:p>
        </p:txBody>
      </p:sp>
      <p:sp>
        <p:nvSpPr>
          <p:cNvPr id="22" name="TextBox 21">
            <a:extLst>
              <a:ext uri="{FF2B5EF4-FFF2-40B4-BE49-F238E27FC236}">
                <a16:creationId xmlns:a16="http://schemas.microsoft.com/office/drawing/2014/main" id="{38F38D0F-C708-ED36-1D42-8DB5646E55EA}"/>
              </a:ext>
            </a:extLst>
          </p:cNvPr>
          <p:cNvSpPr txBox="1"/>
          <p:nvPr/>
        </p:nvSpPr>
        <p:spPr>
          <a:xfrm>
            <a:off x="607032" y="6031052"/>
            <a:ext cx="10125135"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This ensures that </a:t>
            </a:r>
            <a:r>
              <a:rPr lang="en-SG" sz="1200" b="1" i="0" noProof="0" dirty="0">
                <a:solidFill>
                  <a:srgbClr val="1F2328"/>
                </a:solidFill>
                <a:effectLst/>
                <a:latin typeface="Source Sans Pro" panose="020B0503030403020204" pitchFamily="34" charset="0"/>
                <a:ea typeface="Source Sans Pro" panose="020B0503030403020204" pitchFamily="34" charset="0"/>
              </a:rPr>
              <a:t>no unsigned or tampered image can be deployed to any environment</a:t>
            </a:r>
            <a:r>
              <a:rPr lang="en-SG" sz="1200" b="0" i="0" noProof="0" dirty="0">
                <a:solidFill>
                  <a:srgbClr val="1F2328"/>
                </a:solidFill>
                <a:effectLst/>
                <a:latin typeface="Source Sans Pro" panose="020B0503030403020204" pitchFamily="34" charset="0"/>
                <a:ea typeface="Source Sans Pro" panose="020B0503030403020204" pitchFamily="34" charset="0"/>
              </a:rPr>
              <a:t>, providing a cryptographic guarantee that what was tested in CI is what runs in production.</a:t>
            </a:r>
            <a:endParaRPr lang="en-SG" sz="1200" noProof="0" dirty="0">
              <a:latin typeface="Source Sans Pro" panose="020B0503030403020204" pitchFamily="34" charset="0"/>
              <a:ea typeface="Source Sans Pro" panose="020B0503030403020204" pitchFamily="34" charset="0"/>
            </a:endParaRPr>
          </a:p>
        </p:txBody>
      </p:sp>
      <p:sp>
        <p:nvSpPr>
          <p:cNvPr id="23" name="Slide Number Placeholder 1">
            <a:extLst>
              <a:ext uri="{FF2B5EF4-FFF2-40B4-BE49-F238E27FC236}">
                <a16:creationId xmlns:a16="http://schemas.microsoft.com/office/drawing/2014/main" id="{97261D00-A2A2-37E2-A744-E066BC351095}"/>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7</a:t>
            </a:fld>
            <a:endParaRPr lang="en-SG" noProof="0" dirty="0"/>
          </a:p>
        </p:txBody>
      </p:sp>
      <p:sp>
        <p:nvSpPr>
          <p:cNvPr id="24" name="TextBox 23">
            <a:extLst>
              <a:ext uri="{FF2B5EF4-FFF2-40B4-BE49-F238E27FC236}">
                <a16:creationId xmlns:a16="http://schemas.microsoft.com/office/drawing/2014/main" id="{D9027563-3076-E772-6CE6-1067E7EE0794}"/>
              </a:ext>
            </a:extLst>
          </p:cNvPr>
          <p:cNvSpPr txBox="1"/>
          <p:nvPr/>
        </p:nvSpPr>
        <p:spPr>
          <a:xfrm>
            <a:off x="680864" y="1145471"/>
            <a:ext cx="10404027" cy="461665"/>
          </a:xfrm>
          <a:prstGeom prst="rect">
            <a:avLst/>
          </a:prstGeom>
          <a:noFill/>
        </p:spPr>
        <p:txBody>
          <a:bodyPr wrap="square">
            <a:spAutoFit/>
          </a:bodyPr>
          <a:lstStyle/>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 (To be aligned with Platform and Infra)</a:t>
            </a:r>
            <a:r>
              <a:rPr lang="en-SG" sz="1200" b="0" i="0" noProof="0" dirty="0">
                <a:solidFill>
                  <a:srgbClr val="1F2328"/>
                </a:solidFill>
                <a:effectLst/>
                <a:latin typeface="Source Sans Pro" panose="020B0503030403020204" pitchFamily="34" charset="0"/>
                <a:ea typeface="Source Sans Pro" panose="020B0503030403020204" pitchFamily="34" charset="0"/>
              </a:rPr>
              <a:t>: Azure Container Registry (ACR), Notation (CNCF image signing standard), Azure Database for PostgreSQL Flexible Server, Azure DevOps, Azure Key Vault</a:t>
            </a:r>
          </a:p>
        </p:txBody>
      </p:sp>
      <p:sp>
        <p:nvSpPr>
          <p:cNvPr id="28" name="TextBox 27">
            <a:extLst>
              <a:ext uri="{FF2B5EF4-FFF2-40B4-BE49-F238E27FC236}">
                <a16:creationId xmlns:a16="http://schemas.microsoft.com/office/drawing/2014/main" id="{473A0B15-AD1A-20CE-D845-139007577575}"/>
              </a:ext>
            </a:extLst>
          </p:cNvPr>
          <p:cNvSpPr txBox="1"/>
          <p:nvPr/>
        </p:nvSpPr>
        <p:spPr>
          <a:xfrm>
            <a:off x="607032" y="4655837"/>
            <a:ext cx="10746768" cy="1200329"/>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Signing workflow:</a:t>
            </a:r>
          </a:p>
          <a:p>
            <a:pPr marL="228600" indent="-228600">
              <a:buFont typeface="+mj-lt"/>
              <a:buAutoNum type="arabicPeriod"/>
            </a:pPr>
            <a:r>
              <a:rPr lang="en-SG" sz="1200" noProof="0" dirty="0">
                <a:latin typeface="Source Sans Pro" panose="020B0503030403020204" pitchFamily="34" charset="0"/>
                <a:ea typeface="Source Sans Pro" panose="020B0503030403020204" pitchFamily="34" charset="0"/>
              </a:rPr>
              <a:t>CI pipeline builds the container image and pushes to ACR.</a:t>
            </a:r>
          </a:p>
          <a:p>
            <a:pPr marL="228600" indent="-228600">
              <a:buFont typeface="+mj-lt"/>
              <a:buAutoNum type="arabicPeriod"/>
            </a:pPr>
            <a:r>
              <a:rPr lang="en-SG" sz="1200" noProof="0" dirty="0">
                <a:latin typeface="Source Sans Pro" panose="020B0503030403020204" pitchFamily="34" charset="0"/>
                <a:ea typeface="Source Sans Pro" panose="020B0503030403020204" pitchFamily="34" charset="0"/>
              </a:rPr>
              <a:t>CI pipeline signs the image digest using the notation sign command with the agent team's signing certificate (stored in Azure Key Vault, accessed via Managed Identity).</a:t>
            </a:r>
          </a:p>
          <a:p>
            <a:pPr marL="228600" indent="-228600">
              <a:buFont typeface="+mj-lt"/>
              <a:buAutoNum type="arabicPeriod"/>
            </a:pPr>
            <a:r>
              <a:rPr lang="en-SG" sz="1200" noProof="0" dirty="0">
                <a:latin typeface="Source Sans Pro" panose="020B0503030403020204" pitchFamily="34" charset="0"/>
                <a:ea typeface="Source Sans Pro" panose="020B0503030403020204" pitchFamily="34" charset="0"/>
              </a:rPr>
              <a:t>The image signature is attached to the ACR repository as an OCI referrer artifact.</a:t>
            </a:r>
          </a:p>
          <a:p>
            <a:pPr marL="228600" indent="-228600">
              <a:buFont typeface="+mj-lt"/>
              <a:buAutoNum type="arabicPeriod"/>
            </a:pPr>
            <a:r>
              <a:rPr lang="en-SG" sz="1200" noProof="0" dirty="0">
                <a:latin typeface="Source Sans Pro" panose="020B0503030403020204" pitchFamily="34" charset="0"/>
                <a:ea typeface="Source Sans Pro" panose="020B0503030403020204" pitchFamily="34" charset="0"/>
              </a:rPr>
              <a:t>ACA's deployment step verifies the signature using notation verify before pulling the image. If verification fails, the deployment is blocked.</a:t>
            </a:r>
          </a:p>
        </p:txBody>
      </p:sp>
    </p:spTree>
    <p:extLst>
      <p:ext uri="{BB962C8B-B14F-4D97-AF65-F5344CB8AC3E}">
        <p14:creationId xmlns:p14="http://schemas.microsoft.com/office/powerpoint/2010/main" val="4158225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78750-D60E-1DD2-D5FB-9FB264041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95334-621D-1EF8-8E5C-12A8629CFBB6}"/>
              </a:ext>
            </a:extLst>
          </p:cNvPr>
          <p:cNvSpPr>
            <a:spLocks noGrp="1"/>
          </p:cNvSpPr>
          <p:nvPr>
            <p:ph type="title"/>
          </p:nvPr>
        </p:nvSpPr>
        <p:spPr>
          <a:xfrm>
            <a:off x="696949" y="163277"/>
            <a:ext cx="10515600" cy="377569"/>
          </a:xfrm>
        </p:spPr>
        <p:txBody>
          <a:bodyPr>
            <a:normAutofit/>
          </a:bodyPr>
          <a:lstStyle/>
          <a:p>
            <a:r>
              <a:rPr lang="en-SG" sz="2000" noProof="0" dirty="0">
                <a:latin typeface="Source Sans Pro"/>
              </a:rPr>
              <a:t>Agent Fleet &amp; Version Registry</a:t>
            </a:r>
          </a:p>
        </p:txBody>
      </p:sp>
      <p:sp>
        <p:nvSpPr>
          <p:cNvPr id="26" name="TextBox 25">
            <a:extLst>
              <a:ext uri="{FF2B5EF4-FFF2-40B4-BE49-F238E27FC236}">
                <a16:creationId xmlns:a16="http://schemas.microsoft.com/office/drawing/2014/main" id="{7770068D-F660-29B2-C19F-827F8D631D98}"/>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9FA87272-16A0-7440-55BE-96CDD5548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23" name="Slide Number Placeholder 1">
            <a:extLst>
              <a:ext uri="{FF2B5EF4-FFF2-40B4-BE49-F238E27FC236}">
                <a16:creationId xmlns:a16="http://schemas.microsoft.com/office/drawing/2014/main" id="{ADEA4D75-F17D-B1C3-EDC3-A718ECD666DC}"/>
              </a:ext>
            </a:extLst>
          </p:cNvPr>
          <p:cNvSpPr>
            <a:spLocks noGrp="1"/>
          </p:cNvSpPr>
          <p:nvPr>
            <p:ph type="sldNum" sz="quarter" idx="12"/>
          </p:nvPr>
        </p:nvSpPr>
        <p:spPr>
          <a:xfrm>
            <a:off x="8610600" y="6329598"/>
            <a:ext cx="2743200" cy="365125"/>
          </a:xfrm>
        </p:spPr>
        <p:txBody>
          <a:bodyPr/>
          <a:lstStyle/>
          <a:p>
            <a:fld id="{5DF5AE18-F94A-B54C-9347-4CAFB5D76058}" type="slidenum">
              <a:rPr lang="en-SG" noProof="0" smtClean="0"/>
              <a:pPr/>
              <a:t>8</a:t>
            </a:fld>
            <a:endParaRPr lang="en-SG" noProof="0" dirty="0"/>
          </a:p>
        </p:txBody>
      </p:sp>
      <p:sp>
        <p:nvSpPr>
          <p:cNvPr id="5" name="TextBox 4">
            <a:extLst>
              <a:ext uri="{FF2B5EF4-FFF2-40B4-BE49-F238E27FC236}">
                <a16:creationId xmlns:a16="http://schemas.microsoft.com/office/drawing/2014/main" id="{F9BCC8D7-31C9-A71C-E632-7A0D62114349}"/>
              </a:ext>
            </a:extLst>
          </p:cNvPr>
          <p:cNvSpPr txBox="1"/>
          <p:nvPr/>
        </p:nvSpPr>
        <p:spPr>
          <a:xfrm>
            <a:off x="696949" y="750038"/>
            <a:ext cx="7913652" cy="276999"/>
          </a:xfrm>
          <a:prstGeom prst="rect">
            <a:avLst/>
          </a:prstGeom>
          <a:noFill/>
        </p:spPr>
        <p:txBody>
          <a:bodyPr wrap="square">
            <a:spAutoFit/>
          </a:bodyPr>
          <a:lstStyle/>
          <a:p>
            <a:pPr algn="l">
              <a:spcAft>
                <a:spcPts val="1200"/>
              </a:spcAft>
              <a:buNone/>
            </a:pPr>
            <a:r>
              <a:rPr lang="en-SG" sz="1200" b="0" i="0" noProof="0" dirty="0">
                <a:solidFill>
                  <a:srgbClr val="1F2328"/>
                </a:solidFill>
                <a:effectLst/>
                <a:latin typeface="Source Sans Pro" panose="020B0503030403020204" pitchFamily="34" charset="0"/>
                <a:ea typeface="Source Sans Pro" panose="020B0503030403020204" pitchFamily="34" charset="0"/>
              </a:rPr>
              <a:t>The registry is a PostgreSQL Flexible Server (tentative) database (</a:t>
            </a:r>
            <a:r>
              <a:rPr lang="en-SG" sz="1200" b="0" i="0" noProof="0" dirty="0" err="1">
                <a:solidFill>
                  <a:srgbClr val="1F2328"/>
                </a:solidFill>
                <a:effectLst/>
                <a:latin typeface="Source Sans Pro" panose="020B0503030403020204" pitchFamily="34" charset="0"/>
                <a:ea typeface="Source Sans Pro" panose="020B0503030403020204" pitchFamily="34" charset="0"/>
              </a:rPr>
              <a:t>aibp</a:t>
            </a:r>
            <a:r>
              <a:rPr lang="en-SG" sz="1200" b="0" i="0" noProof="0" dirty="0">
                <a:solidFill>
                  <a:srgbClr val="1F2328"/>
                </a:solidFill>
                <a:effectLst/>
                <a:latin typeface="Source Sans Pro" panose="020B0503030403020204" pitchFamily="34" charset="0"/>
                <a:ea typeface="Source Sans Pro" panose="020B0503030403020204" pitchFamily="34" charset="0"/>
              </a:rPr>
              <a:t>-agent-registry) with the following core schema:</a:t>
            </a:r>
          </a:p>
        </p:txBody>
      </p:sp>
      <p:sp>
        <p:nvSpPr>
          <p:cNvPr id="7" name="TextBox 6">
            <a:extLst>
              <a:ext uri="{FF2B5EF4-FFF2-40B4-BE49-F238E27FC236}">
                <a16:creationId xmlns:a16="http://schemas.microsoft.com/office/drawing/2014/main" id="{D9DADA55-0D5D-6E97-EF70-D7D9B2B53208}"/>
              </a:ext>
            </a:extLst>
          </p:cNvPr>
          <p:cNvSpPr txBox="1"/>
          <p:nvPr/>
        </p:nvSpPr>
        <p:spPr>
          <a:xfrm>
            <a:off x="778042" y="1061115"/>
            <a:ext cx="9204158" cy="3785652"/>
          </a:xfrm>
          <a:prstGeom prst="rect">
            <a:avLst/>
          </a:prstGeom>
          <a:solidFill>
            <a:schemeClr val="bg2"/>
          </a:solidFill>
        </p:spPr>
        <p:txBody>
          <a:bodyPr wrap="square">
            <a:spAutoFit/>
          </a:bodyPr>
          <a:lstStyle/>
          <a:p>
            <a:pPr algn="l" latinLnBrk="0">
              <a:buNone/>
            </a:pPr>
            <a:r>
              <a:rPr lang="en-SG" sz="1200" b="0" i="0" noProof="0" dirty="0">
                <a:solidFill>
                  <a:srgbClr val="59636E"/>
                </a:solidFill>
                <a:effectLst/>
                <a:latin typeface="ui-monospace"/>
              </a:rPr>
              <a:t>-- Agent version ledger (append-only; no updates or deletes permitted)</a:t>
            </a:r>
            <a:endParaRPr lang="en-SG" sz="1200" b="0" i="0" noProof="0" dirty="0">
              <a:solidFill>
                <a:srgbClr val="1F2328"/>
              </a:solidFill>
              <a:effectLst/>
              <a:latin typeface="ui-monospace"/>
            </a:endParaRPr>
          </a:p>
          <a:p>
            <a:pPr algn="l" latinLnBrk="0">
              <a:buNone/>
            </a:pPr>
            <a:r>
              <a:rPr lang="en-SG" sz="1200" b="0" i="0" noProof="0" dirty="0">
                <a:solidFill>
                  <a:srgbClr val="CF222E"/>
                </a:solidFill>
                <a:effectLst/>
                <a:latin typeface="ui-monospace"/>
              </a:rPr>
              <a:t>CREATE</a:t>
            </a:r>
            <a:r>
              <a:rPr lang="en-SG" sz="1200" b="0" i="0" noProof="0" dirty="0">
                <a:solidFill>
                  <a:srgbClr val="1F2328"/>
                </a:solidFill>
                <a:effectLst/>
                <a:latin typeface="ui-monospace"/>
              </a:rPr>
              <a:t> </a:t>
            </a:r>
            <a:r>
              <a:rPr lang="en-SG" sz="1200" b="0" i="0" noProof="0" dirty="0">
                <a:solidFill>
                  <a:srgbClr val="CF222E"/>
                </a:solidFill>
                <a:effectLst/>
                <a:latin typeface="ui-monospace"/>
              </a:rPr>
              <a:t>TABLE</a:t>
            </a:r>
            <a:r>
              <a:rPr lang="en-SG" sz="1200" b="0" i="0" noProof="0" dirty="0">
                <a:solidFill>
                  <a:srgbClr val="1F2328"/>
                </a:solidFill>
                <a:effectLst/>
                <a:latin typeface="ui-monospace"/>
              </a:rPr>
              <a:t> </a:t>
            </a:r>
            <a:r>
              <a:rPr lang="en-SG" sz="1200" b="0" i="0" noProof="0" dirty="0" err="1">
                <a:solidFill>
                  <a:srgbClr val="6639BA"/>
                </a:solidFill>
                <a:effectLst/>
                <a:latin typeface="ui-monospace"/>
              </a:rPr>
              <a:t>agent_versions</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version_id</a:t>
            </a:r>
            <a:r>
              <a:rPr lang="en-SG" sz="1200" b="0" i="0" noProof="0" dirty="0">
                <a:solidFill>
                  <a:srgbClr val="1F2328"/>
                </a:solidFill>
                <a:effectLst/>
                <a:latin typeface="ui-monospace"/>
              </a:rPr>
              <a:t>        		UUID </a:t>
            </a:r>
            <a:r>
              <a:rPr lang="en-SG" sz="1200" b="0" i="0" noProof="0" dirty="0">
                <a:solidFill>
                  <a:srgbClr val="CF222E"/>
                </a:solidFill>
                <a:effectLst/>
                <a:latin typeface="ui-monospace"/>
              </a:rPr>
              <a:t>PRIMARY KEY</a:t>
            </a:r>
            <a:r>
              <a:rPr lang="en-SG" sz="1200" b="0" i="0" noProof="0" dirty="0">
                <a:solidFill>
                  <a:srgbClr val="1F2328"/>
                </a:solidFill>
                <a:effectLst/>
                <a:latin typeface="ui-monospace"/>
              </a:rPr>
              <a:t> DEFAULT </a:t>
            </a:r>
            <a:r>
              <a:rPr lang="en-SG" sz="1200" b="0" i="0" noProof="0" dirty="0" err="1">
                <a:solidFill>
                  <a:srgbClr val="1F2328"/>
                </a:solidFill>
                <a:effectLst/>
                <a:latin typeface="ui-monospace"/>
              </a:rPr>
              <a:t>gen_random_uuid</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agent_name</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100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e.g., 'refund-agent'</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semver</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e.g., '1.2.0'</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image_digest</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255</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SHA-256 of the container image in ACR</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image_ref</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500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Full ACR reference including digest</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capability_manifest</a:t>
            </a:r>
            <a:r>
              <a:rPr lang="en-SG" sz="1200" b="0" i="0" noProof="0" dirty="0">
                <a:solidFill>
                  <a:srgbClr val="1F2328"/>
                </a:solidFill>
                <a:effectLst/>
                <a:latin typeface="ui-monospace"/>
              </a:rPr>
              <a:t> JSONB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Tools and permissions this agent version declares</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eval_score</a:t>
            </a:r>
            <a:r>
              <a:rPr lang="en-SG" sz="1200" b="0" i="0" noProof="0" dirty="0">
                <a:solidFill>
                  <a:srgbClr val="1F2328"/>
                </a:solidFill>
                <a:effectLst/>
                <a:latin typeface="ui-monospace"/>
              </a:rPr>
              <a:t>        		</a:t>
            </a:r>
            <a:r>
              <a:rPr lang="en-SG" sz="1200" b="0" i="0" noProof="0" dirty="0">
                <a:solidFill>
                  <a:srgbClr val="CF222E"/>
                </a:solidFill>
                <a:effectLst/>
                <a:latin typeface="ui-monospace"/>
              </a:rPr>
              <a:t>DECIMAL</a:t>
            </a:r>
            <a:r>
              <a:rPr lang="en-SG" sz="1200" b="0" i="0" noProof="0" dirty="0">
                <a:solidFill>
                  <a:srgbClr val="1F2328"/>
                </a:solidFill>
                <a:effectLst/>
                <a:latin typeface="ui-monospace"/>
              </a:rPr>
              <a:t>(</a:t>
            </a:r>
            <a:r>
              <a:rPr lang="en-SG" sz="1200" b="0" i="0" noProof="0" dirty="0">
                <a:solidFill>
                  <a:srgbClr val="0550AE"/>
                </a:solidFill>
                <a:effectLst/>
                <a:latin typeface="ui-monospace"/>
              </a:rPr>
              <a:t>5</a:t>
            </a:r>
            <a:r>
              <a:rPr lang="en-SG" sz="1200" b="0" i="0" noProof="0" dirty="0">
                <a:solidFill>
                  <a:srgbClr val="1F2328"/>
                </a:solidFill>
                <a:effectLst/>
                <a:latin typeface="ui-monospace"/>
              </a:rPr>
              <a:t>,</a:t>
            </a:r>
            <a:r>
              <a:rPr lang="en-SG" sz="1200" b="0" i="0" noProof="0" dirty="0">
                <a:solidFill>
                  <a:srgbClr val="0550AE"/>
                </a:solidFill>
                <a:effectLst/>
                <a:latin typeface="ui-monospace"/>
              </a:rPr>
              <a:t>4</a:t>
            </a:r>
            <a:r>
              <a:rPr lang="en-SG" sz="1200" b="0" i="0" noProof="0" dirty="0">
                <a:solidFill>
                  <a:srgbClr val="1F2328"/>
                </a:solidFill>
                <a:effectLst/>
                <a:latin typeface="ui-monospace"/>
              </a:rPr>
              <a:t>),             </a:t>
            </a:r>
            <a:r>
              <a:rPr lang="en-SG" sz="1200" b="0" i="0" noProof="0" dirty="0">
                <a:solidFill>
                  <a:srgbClr val="59636E"/>
                </a:solidFill>
                <a:effectLst/>
                <a:latin typeface="ui-monospace"/>
              </a:rPr>
              <a:t>-- Composite eval score from CI (NULL if not yet evaluated)</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eval_pass</a:t>
            </a:r>
            <a:r>
              <a:rPr lang="en-SG" sz="1200" b="0" i="0" noProof="0" dirty="0">
                <a:solidFill>
                  <a:srgbClr val="1F2328"/>
                </a:solidFill>
                <a:effectLst/>
                <a:latin typeface="ui-monospace"/>
              </a:rPr>
              <a:t>         		</a:t>
            </a:r>
            <a:r>
              <a:rPr lang="en-SG" sz="1200" b="0" i="0" noProof="0" dirty="0">
                <a:solidFill>
                  <a:srgbClr val="CF222E"/>
                </a:solidFill>
                <a:effectLst/>
                <a:latin typeface="ui-monospace"/>
              </a:rPr>
              <a:t>BOOLEAN</a:t>
            </a:r>
            <a:r>
              <a:rPr lang="en-SG" sz="1200" b="0" i="0" noProof="0" dirty="0">
                <a:solidFill>
                  <a:srgbClr val="1F2328"/>
                </a:solidFill>
                <a:effectLst/>
                <a:latin typeface="ui-monospace"/>
              </a:rPr>
              <a:t>,                  </a:t>
            </a:r>
            <a:r>
              <a:rPr lang="en-SG" sz="1200" b="0" i="0" noProof="0" dirty="0">
                <a:solidFill>
                  <a:srgbClr val="59636E"/>
                </a:solidFill>
                <a:effectLst/>
                <a:latin typeface="ui-monospace"/>
              </a:rPr>
              <a:t>-- Whether this version passed the eval gate</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deployment_status</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'candidate' | 'canary' | 'active' | 'deprecated' | 'retired'</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a:solidFill>
                  <a:srgbClr val="CF222E"/>
                </a:solidFill>
                <a:effectLst/>
                <a:latin typeface="ui-monospace"/>
              </a:rPr>
              <a:t>CHECK</a:t>
            </a:r>
            <a:r>
              <a:rPr lang="en-SG" sz="1200" b="0" i="0" noProof="0" dirty="0">
                <a:solidFill>
                  <a:srgbClr val="1F2328"/>
                </a:solidFill>
                <a:effectLst/>
                <a:latin typeface="ui-monospace"/>
              </a:rPr>
              <a:t> (</a:t>
            </a:r>
            <a:r>
              <a:rPr lang="en-SG" sz="1200" b="0" i="0" noProof="0" dirty="0" err="1">
                <a:solidFill>
                  <a:srgbClr val="1F2328"/>
                </a:solidFill>
                <a:effectLst/>
                <a:latin typeface="ui-monospace"/>
              </a:rPr>
              <a:t>deployment_status</a:t>
            </a:r>
            <a:r>
              <a:rPr lang="en-SG" sz="1200" b="0" i="0" noProof="0" dirty="0">
                <a:solidFill>
                  <a:srgbClr val="1F2328"/>
                </a:solidFill>
                <a:effectLst/>
                <a:latin typeface="ui-monospace"/>
              </a:rPr>
              <a:t> </a:t>
            </a:r>
            <a:r>
              <a:rPr lang="en-SG" sz="1200" b="0" i="0" noProof="0" dirty="0">
                <a:solidFill>
                  <a:srgbClr val="CF222E"/>
                </a:solidFill>
                <a:effectLst/>
                <a:latin typeface="ui-monospace"/>
              </a:rPr>
              <a:t>IN</a:t>
            </a:r>
            <a:r>
              <a:rPr lang="en-SG" sz="1200" b="0" i="0" noProof="0" dirty="0">
                <a:solidFill>
                  <a:srgbClr val="1F2328"/>
                </a:solidFill>
                <a:effectLst/>
                <a:latin typeface="ui-monospace"/>
              </a:rPr>
              <a:t> (</a:t>
            </a:r>
            <a:r>
              <a:rPr lang="en-SG" sz="1200" b="0" i="0" noProof="0" dirty="0">
                <a:solidFill>
                  <a:srgbClr val="0A3069"/>
                </a:solidFill>
                <a:effectLst/>
                <a:latin typeface="ui-monospace"/>
              </a:rPr>
              <a:t>'</a:t>
            </a:r>
            <a:r>
              <a:rPr lang="en-SG" sz="1200" b="0" i="0" noProof="0" dirty="0" err="1">
                <a:solidFill>
                  <a:srgbClr val="0A3069"/>
                </a:solidFill>
                <a:effectLst/>
                <a:latin typeface="ui-monospace"/>
              </a:rPr>
              <a:t>candidate'</a:t>
            </a:r>
            <a:r>
              <a:rPr lang="en-SG" sz="1200" b="0" i="0" noProof="0" dirty="0" err="1">
                <a:solidFill>
                  <a:srgbClr val="1F2328"/>
                </a:solidFill>
                <a:effectLst/>
                <a:latin typeface="ui-monospace"/>
              </a:rPr>
              <a:t>,</a:t>
            </a:r>
            <a:r>
              <a:rPr lang="en-SG" sz="1200" b="0" i="0" noProof="0" dirty="0" err="1">
                <a:solidFill>
                  <a:srgbClr val="0A3069"/>
                </a:solidFill>
                <a:effectLst/>
                <a:latin typeface="ui-monospace"/>
              </a:rPr>
              <a:t>'canary'</a:t>
            </a:r>
            <a:r>
              <a:rPr lang="en-SG" sz="1200" b="0" i="0" noProof="0" dirty="0" err="1">
                <a:solidFill>
                  <a:srgbClr val="1F2328"/>
                </a:solidFill>
                <a:effectLst/>
                <a:latin typeface="ui-monospace"/>
              </a:rPr>
              <a:t>,</a:t>
            </a:r>
            <a:r>
              <a:rPr lang="en-SG" sz="1200" b="0" i="0" noProof="0" dirty="0" err="1">
                <a:solidFill>
                  <a:srgbClr val="0A3069"/>
                </a:solidFill>
                <a:effectLst/>
                <a:latin typeface="ui-monospace"/>
              </a:rPr>
              <a:t>'active'</a:t>
            </a:r>
            <a:r>
              <a:rPr lang="en-SG" sz="1200" b="0" i="0" noProof="0" dirty="0" err="1">
                <a:solidFill>
                  <a:srgbClr val="1F2328"/>
                </a:solidFill>
                <a:effectLst/>
                <a:latin typeface="ui-monospace"/>
              </a:rPr>
              <a:t>,</a:t>
            </a:r>
            <a:r>
              <a:rPr lang="en-SG" sz="1200" b="0" i="0" noProof="0" dirty="0" err="1">
                <a:solidFill>
                  <a:srgbClr val="0A3069"/>
                </a:solidFill>
                <a:effectLst/>
                <a:latin typeface="ui-monospace"/>
              </a:rPr>
              <a:t>'deprecated'</a:t>
            </a:r>
            <a:r>
              <a:rPr lang="en-SG" sz="1200" b="0" i="0" noProof="0" dirty="0" err="1">
                <a:solidFill>
                  <a:srgbClr val="1F2328"/>
                </a:solidFill>
                <a:effectLst/>
                <a:latin typeface="ui-monospace"/>
              </a:rPr>
              <a:t>,</a:t>
            </a:r>
            <a:r>
              <a:rPr lang="en-SG" sz="1200" b="0" i="0" noProof="0" dirty="0" err="1">
                <a:solidFill>
                  <a:srgbClr val="0A3069"/>
                </a:solidFill>
                <a:effectLst/>
                <a:latin typeface="ui-monospace"/>
              </a:rPr>
              <a:t>'retired</a:t>
            </a:r>
            <a:r>
              <a:rPr lang="en-SG" sz="1200" b="0" i="0" noProof="0" dirty="0">
                <a:solidFill>
                  <a:srgbClr val="0A3069"/>
                </a:solidFill>
                <a:effectLst/>
                <a:latin typeface="ui-monospace"/>
              </a:rPr>
              <a:t>'</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aca_revision_name</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200</a:t>
            </a:r>
            <a:r>
              <a:rPr lang="en-SG" sz="1200" b="0" i="0" noProof="0" dirty="0">
                <a:solidFill>
                  <a:srgbClr val="1F2328"/>
                </a:solidFill>
                <a:effectLst/>
                <a:latin typeface="ui-monospace"/>
              </a:rPr>
              <a:t>),             </a:t>
            </a:r>
            <a:r>
              <a:rPr lang="en-SG" sz="1200" b="0" i="0" noProof="0" dirty="0">
                <a:solidFill>
                  <a:srgbClr val="59636E"/>
                </a:solidFill>
                <a:effectLst/>
                <a:latin typeface="ui-monospace"/>
              </a:rPr>
              <a:t>-- ACA revision label (e.g., 'refund-agent--abc123')</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deployed_env</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59636E"/>
                </a:solidFill>
                <a:effectLst/>
                <a:latin typeface="ui-monospace"/>
              </a:rPr>
              <a:t>-- 'dev' | 'test' | 'preprod' | 'prod'</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deployed_at</a:t>
            </a:r>
            <a:r>
              <a:rPr lang="en-SG" sz="1200" b="0" i="0" noProof="0" dirty="0">
                <a:solidFill>
                  <a:srgbClr val="1F2328"/>
                </a:solidFill>
                <a:effectLst/>
                <a:latin typeface="ui-monospace"/>
              </a:rPr>
              <a:t>       		</a:t>
            </a:r>
            <a:r>
              <a:rPr lang="en-SG" sz="1200" b="0" i="0" noProof="0" dirty="0">
                <a:solidFill>
                  <a:srgbClr val="CF222E"/>
                </a:solidFill>
                <a:effectLst/>
                <a:latin typeface="ui-monospace"/>
              </a:rPr>
              <a:t>TIMESTAMPTZ</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deployed_by</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200</a:t>
            </a:r>
            <a:r>
              <a:rPr lang="en-SG" sz="1200" b="0" i="0" noProof="0" dirty="0">
                <a:solidFill>
                  <a:srgbClr val="1F2328"/>
                </a:solidFill>
                <a:effectLst/>
                <a:latin typeface="ui-monospace"/>
              </a:rPr>
              <a:t>),            </a:t>
            </a:r>
            <a:r>
              <a:rPr lang="en-SG" sz="1200" b="0" i="0" noProof="0" dirty="0">
                <a:solidFill>
                  <a:srgbClr val="59636E"/>
                </a:solidFill>
                <a:effectLst/>
                <a:latin typeface="ui-monospace"/>
              </a:rPr>
              <a:t>-- Azure DevOps pipeline run ID or operator UPN</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deprecated_at</a:t>
            </a:r>
            <a:r>
              <a:rPr lang="en-SG" sz="1200" b="0" i="0" noProof="0" dirty="0">
                <a:solidFill>
                  <a:srgbClr val="1F2328"/>
                </a:solidFill>
                <a:effectLst/>
                <a:latin typeface="ui-monospace"/>
              </a:rPr>
              <a:t>     		</a:t>
            </a:r>
            <a:r>
              <a:rPr lang="en-SG" sz="1200" b="0" i="0" noProof="0" dirty="0">
                <a:solidFill>
                  <a:srgbClr val="CF222E"/>
                </a:solidFill>
                <a:effectLst/>
                <a:latin typeface="ui-monospace"/>
              </a:rPr>
              <a:t>TIMESTAMPTZ</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created_at</a:t>
            </a:r>
            <a:r>
              <a:rPr lang="en-SG" sz="1200" b="0" i="0" noProof="0" dirty="0">
                <a:solidFill>
                  <a:srgbClr val="1F2328"/>
                </a:solidFill>
                <a:effectLst/>
                <a:latin typeface="ui-monospace"/>
              </a:rPr>
              <a:t>        		</a:t>
            </a:r>
            <a:r>
              <a:rPr lang="en-SG" sz="1200" b="0" i="0" noProof="0" dirty="0">
                <a:solidFill>
                  <a:srgbClr val="CF222E"/>
                </a:solidFill>
                <a:effectLst/>
                <a:latin typeface="ui-monospace"/>
              </a:rPr>
              <a:t>TIMESTAMPTZ</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DEFAULT NOW(),</a:t>
            </a:r>
          </a:p>
          <a:p>
            <a:pPr algn="l" latinLnBrk="0">
              <a:buNone/>
            </a:pPr>
            <a:r>
              <a:rPr lang="en-SG" sz="1200" b="0" i="0" noProof="0" dirty="0">
                <a:solidFill>
                  <a:srgbClr val="1F2328"/>
                </a:solidFill>
                <a:effectLst/>
                <a:latin typeface="ui-monospace"/>
              </a:rPr>
              <a:t>    UNIQUE (</a:t>
            </a:r>
            <a:r>
              <a:rPr lang="en-SG" sz="1200" b="0" i="0" noProof="0" dirty="0" err="1">
                <a:solidFill>
                  <a:srgbClr val="1F2328"/>
                </a:solidFill>
                <a:effectLst/>
                <a:latin typeface="ui-monospace"/>
              </a:rPr>
              <a:t>agent_name</a:t>
            </a:r>
            <a:r>
              <a:rPr lang="en-SG" sz="1200" b="0" i="0" noProof="0" dirty="0">
                <a:solidFill>
                  <a:srgbClr val="1F2328"/>
                </a:solidFill>
                <a:effectLst/>
                <a:latin typeface="ui-monospace"/>
              </a:rPr>
              <a:t>, </a:t>
            </a:r>
            <a:r>
              <a:rPr lang="en-SG" sz="1200" b="0" i="0" noProof="0" dirty="0" err="1">
                <a:solidFill>
                  <a:srgbClr val="1F2328"/>
                </a:solidFill>
                <a:effectLst/>
                <a:latin typeface="ui-monospace"/>
              </a:rPr>
              <a:t>semver</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a:t>
            </a:r>
          </a:p>
        </p:txBody>
      </p:sp>
      <p:sp>
        <p:nvSpPr>
          <p:cNvPr id="10" name="TextBox 9">
            <a:extLst>
              <a:ext uri="{FF2B5EF4-FFF2-40B4-BE49-F238E27FC236}">
                <a16:creationId xmlns:a16="http://schemas.microsoft.com/office/drawing/2014/main" id="{0694293C-EEB3-20D5-B1BE-FCAC998024C6}"/>
              </a:ext>
            </a:extLst>
          </p:cNvPr>
          <p:cNvSpPr txBox="1"/>
          <p:nvPr/>
        </p:nvSpPr>
        <p:spPr>
          <a:xfrm>
            <a:off x="696949" y="495106"/>
            <a:ext cx="7913652" cy="27699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Registry Database Schema</a:t>
            </a:r>
            <a:endParaRPr lang="en-SG" sz="1200" b="0" i="0" noProof="0" dirty="0">
              <a:solidFill>
                <a:srgbClr val="1F2328"/>
              </a:solidFill>
              <a:effectLst/>
              <a:latin typeface="Source Sans Pro" panose="020B0503030403020204" pitchFamily="34" charset="0"/>
              <a:ea typeface="Source Sans Pro" panose="020B0503030403020204" pitchFamily="34" charset="0"/>
            </a:endParaRPr>
          </a:p>
        </p:txBody>
      </p:sp>
      <p:sp>
        <p:nvSpPr>
          <p:cNvPr id="13" name="TextBox 12">
            <a:extLst>
              <a:ext uri="{FF2B5EF4-FFF2-40B4-BE49-F238E27FC236}">
                <a16:creationId xmlns:a16="http://schemas.microsoft.com/office/drawing/2014/main" id="{7F807FA5-2F81-F285-3495-B5B1D038667C}"/>
              </a:ext>
            </a:extLst>
          </p:cNvPr>
          <p:cNvSpPr txBox="1"/>
          <p:nvPr/>
        </p:nvSpPr>
        <p:spPr>
          <a:xfrm>
            <a:off x="778042" y="4846767"/>
            <a:ext cx="9204158" cy="1938992"/>
          </a:xfrm>
          <a:prstGeom prst="rect">
            <a:avLst/>
          </a:prstGeom>
          <a:solidFill>
            <a:schemeClr val="bg2"/>
          </a:solidFill>
        </p:spPr>
        <p:txBody>
          <a:bodyPr wrap="square">
            <a:spAutoFit/>
          </a:bodyPr>
          <a:lstStyle/>
          <a:p>
            <a:pPr algn="l" latinLnBrk="0">
              <a:buNone/>
            </a:pPr>
            <a:r>
              <a:rPr lang="en-SG" sz="1200" b="0" i="0" noProof="0" dirty="0">
                <a:solidFill>
                  <a:srgbClr val="59636E"/>
                </a:solidFill>
                <a:effectLst/>
                <a:latin typeface="ui-monospace"/>
              </a:rPr>
              <a:t>-- Tool capability declarations per version</a:t>
            </a:r>
            <a:endParaRPr lang="en-SG" sz="1200" b="0" i="0" noProof="0" dirty="0">
              <a:solidFill>
                <a:srgbClr val="1F2328"/>
              </a:solidFill>
              <a:effectLst/>
              <a:latin typeface="ui-monospace"/>
            </a:endParaRPr>
          </a:p>
          <a:p>
            <a:pPr algn="l" latinLnBrk="0">
              <a:buNone/>
            </a:pPr>
            <a:r>
              <a:rPr lang="en-SG" sz="1200" b="0" i="0" noProof="0" dirty="0">
                <a:solidFill>
                  <a:srgbClr val="59636E"/>
                </a:solidFill>
                <a:effectLst/>
                <a:latin typeface="ui-monospace"/>
              </a:rPr>
              <a:t>-- Must match the tools registered in AIGP</a:t>
            </a:r>
            <a:endParaRPr lang="en-SG" sz="1200" b="0" i="0" noProof="0" dirty="0">
              <a:solidFill>
                <a:srgbClr val="1F2328"/>
              </a:solidFill>
              <a:effectLst/>
              <a:latin typeface="ui-monospace"/>
            </a:endParaRPr>
          </a:p>
          <a:p>
            <a:pPr algn="l" latinLnBrk="0">
              <a:buNone/>
            </a:pPr>
            <a:r>
              <a:rPr lang="en-SG" sz="1200" b="0" i="0" noProof="0" dirty="0">
                <a:solidFill>
                  <a:srgbClr val="CF222E"/>
                </a:solidFill>
                <a:effectLst/>
                <a:latin typeface="ui-monospace"/>
              </a:rPr>
              <a:t>CREATE</a:t>
            </a:r>
            <a:r>
              <a:rPr lang="en-SG" sz="1200" b="0" i="0" noProof="0" dirty="0">
                <a:solidFill>
                  <a:srgbClr val="1F2328"/>
                </a:solidFill>
                <a:effectLst/>
                <a:latin typeface="ui-monospace"/>
              </a:rPr>
              <a:t> </a:t>
            </a:r>
            <a:r>
              <a:rPr lang="en-SG" sz="1200" b="0" i="0" noProof="0" dirty="0">
                <a:solidFill>
                  <a:srgbClr val="CF222E"/>
                </a:solidFill>
                <a:effectLst/>
                <a:latin typeface="ui-monospace"/>
              </a:rPr>
              <a:t>TABLE</a:t>
            </a:r>
            <a:r>
              <a:rPr lang="en-SG" sz="1200" b="0" i="0" noProof="0" dirty="0">
                <a:solidFill>
                  <a:srgbClr val="1F2328"/>
                </a:solidFill>
                <a:effectLst/>
                <a:latin typeface="ui-monospace"/>
              </a:rPr>
              <a:t> </a:t>
            </a:r>
            <a:r>
              <a:rPr lang="en-SG" sz="1200" b="0" i="0" noProof="0" dirty="0" err="1">
                <a:solidFill>
                  <a:srgbClr val="6639BA"/>
                </a:solidFill>
                <a:effectLst/>
                <a:latin typeface="ui-monospace"/>
              </a:rPr>
              <a:t>agent_tool_capabilities</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id                			UUID </a:t>
            </a:r>
            <a:r>
              <a:rPr lang="en-SG" sz="1200" b="0" i="0" noProof="0" dirty="0">
                <a:solidFill>
                  <a:srgbClr val="CF222E"/>
                </a:solidFill>
                <a:effectLst/>
                <a:latin typeface="ui-monospace"/>
              </a:rPr>
              <a:t>PRIMARY KEY</a:t>
            </a:r>
            <a:r>
              <a:rPr lang="en-SG" sz="1200" b="0" i="0" noProof="0" dirty="0">
                <a:solidFill>
                  <a:srgbClr val="1F2328"/>
                </a:solidFill>
                <a:effectLst/>
                <a:latin typeface="ui-monospace"/>
              </a:rPr>
              <a:t> DEFAULT </a:t>
            </a:r>
            <a:r>
              <a:rPr lang="en-SG" sz="1200" b="0" i="0" noProof="0" dirty="0" err="1">
                <a:solidFill>
                  <a:srgbClr val="1F2328"/>
                </a:solidFill>
                <a:effectLst/>
                <a:latin typeface="ui-monospace"/>
              </a:rPr>
              <a:t>gen_random_uuid</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version_id</a:t>
            </a:r>
            <a:r>
              <a:rPr lang="en-SG" sz="1200" b="0" i="0" noProof="0" dirty="0">
                <a:solidFill>
                  <a:srgbClr val="1F2328"/>
                </a:solidFill>
                <a:effectLst/>
                <a:latin typeface="ui-monospace"/>
              </a:rPr>
              <a:t>        		UUID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CF222E"/>
                </a:solidFill>
                <a:effectLst/>
                <a:latin typeface="ui-monospace"/>
              </a:rPr>
              <a:t>REFERENCES</a:t>
            </a:r>
            <a:r>
              <a:rPr lang="en-SG" sz="1200" b="0" i="0" noProof="0" dirty="0">
                <a:solidFill>
                  <a:srgbClr val="1F2328"/>
                </a:solidFill>
                <a:effectLst/>
                <a:latin typeface="ui-monospace"/>
              </a:rPr>
              <a:t> </a:t>
            </a:r>
            <a:r>
              <a:rPr lang="en-SG" sz="1200" b="0" i="0" noProof="0" dirty="0" err="1">
                <a:solidFill>
                  <a:srgbClr val="1F2328"/>
                </a:solidFill>
                <a:effectLst/>
                <a:latin typeface="ui-monospace"/>
              </a:rPr>
              <a:t>agent_versions</a:t>
            </a:r>
            <a:r>
              <a:rPr lang="en-SG" sz="1200" b="0" i="0" noProof="0" dirty="0">
                <a:solidFill>
                  <a:srgbClr val="1F2328"/>
                </a:solidFill>
                <a:effectLst/>
                <a:latin typeface="ui-monospace"/>
              </a:rPr>
              <a:t>(</a:t>
            </a:r>
            <a:r>
              <a:rPr lang="en-SG" sz="1200" b="0" i="0" noProof="0" dirty="0" err="1">
                <a:solidFill>
                  <a:srgbClr val="1F2328"/>
                </a:solidFill>
                <a:effectLst/>
                <a:latin typeface="ui-monospace"/>
              </a:rPr>
              <a:t>version_id</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tool_name</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100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Must match AIGP-registered tool name</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tool_semver</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59636E"/>
                </a:solidFill>
                <a:effectLst/>
                <a:latin typeface="ui-monospace"/>
              </a:rPr>
              <a:t>-- Version of the tool contract being used</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permission_scope</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'read' | 'write' | 'execute'</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a:solidFill>
                  <a:srgbClr val="CF222E"/>
                </a:solidFill>
                <a:effectLst/>
                <a:latin typeface="ui-monospace"/>
              </a:rPr>
              <a:t>CHECK</a:t>
            </a:r>
            <a:r>
              <a:rPr lang="en-SG" sz="1200" b="0" i="0" noProof="0" dirty="0">
                <a:solidFill>
                  <a:srgbClr val="1F2328"/>
                </a:solidFill>
                <a:effectLst/>
                <a:latin typeface="ui-monospace"/>
              </a:rPr>
              <a:t> (</a:t>
            </a:r>
            <a:r>
              <a:rPr lang="en-SG" sz="1200" b="0" i="0" noProof="0" dirty="0" err="1">
                <a:solidFill>
                  <a:srgbClr val="1F2328"/>
                </a:solidFill>
                <a:effectLst/>
                <a:latin typeface="ui-monospace"/>
              </a:rPr>
              <a:t>permission_scope</a:t>
            </a:r>
            <a:r>
              <a:rPr lang="en-SG" sz="1200" b="0" i="0" noProof="0" dirty="0">
                <a:solidFill>
                  <a:srgbClr val="1F2328"/>
                </a:solidFill>
                <a:effectLst/>
                <a:latin typeface="ui-monospace"/>
              </a:rPr>
              <a:t> </a:t>
            </a:r>
            <a:r>
              <a:rPr lang="en-SG" sz="1200" b="0" i="0" noProof="0" dirty="0">
                <a:solidFill>
                  <a:srgbClr val="CF222E"/>
                </a:solidFill>
                <a:effectLst/>
                <a:latin typeface="ui-monospace"/>
              </a:rPr>
              <a:t>IN</a:t>
            </a:r>
            <a:r>
              <a:rPr lang="en-SG" sz="1200" b="0" i="0" noProof="0" dirty="0">
                <a:solidFill>
                  <a:srgbClr val="1F2328"/>
                </a:solidFill>
                <a:effectLst/>
                <a:latin typeface="ui-monospace"/>
              </a:rPr>
              <a:t> (</a:t>
            </a:r>
            <a:r>
              <a:rPr lang="en-SG" sz="1200" b="0" i="0" noProof="0" dirty="0">
                <a:solidFill>
                  <a:srgbClr val="0A3069"/>
                </a:solidFill>
                <a:effectLst/>
                <a:latin typeface="ui-monospace"/>
              </a:rPr>
              <a:t>'</a:t>
            </a:r>
            <a:r>
              <a:rPr lang="en-SG" sz="1200" b="0" i="0" noProof="0" dirty="0" err="1">
                <a:solidFill>
                  <a:srgbClr val="0A3069"/>
                </a:solidFill>
                <a:effectLst/>
                <a:latin typeface="ui-monospace"/>
              </a:rPr>
              <a:t>read'</a:t>
            </a:r>
            <a:r>
              <a:rPr lang="en-SG" sz="1200" b="0" i="0" noProof="0" dirty="0" err="1">
                <a:solidFill>
                  <a:srgbClr val="1F2328"/>
                </a:solidFill>
                <a:effectLst/>
                <a:latin typeface="ui-monospace"/>
              </a:rPr>
              <a:t>,</a:t>
            </a:r>
            <a:r>
              <a:rPr lang="en-SG" sz="1200" b="0" i="0" noProof="0" dirty="0" err="1">
                <a:solidFill>
                  <a:srgbClr val="0A3069"/>
                </a:solidFill>
                <a:effectLst/>
                <a:latin typeface="ui-monospace"/>
              </a:rPr>
              <a:t>'write'</a:t>
            </a:r>
            <a:r>
              <a:rPr lang="en-SG" sz="1200" b="0" i="0" noProof="0" dirty="0" err="1">
                <a:solidFill>
                  <a:srgbClr val="1F2328"/>
                </a:solidFill>
                <a:effectLst/>
                <a:latin typeface="ui-monospace"/>
              </a:rPr>
              <a:t>,</a:t>
            </a:r>
            <a:r>
              <a:rPr lang="en-SG" sz="1200" b="0" i="0" noProof="0" dirty="0" err="1">
                <a:solidFill>
                  <a:srgbClr val="0A3069"/>
                </a:solidFill>
                <a:effectLst/>
                <a:latin typeface="ui-monospace"/>
              </a:rPr>
              <a:t>'execute</a:t>
            </a:r>
            <a:r>
              <a:rPr lang="en-SG" sz="1200" b="0" i="0" noProof="0" dirty="0">
                <a:solidFill>
                  <a:srgbClr val="0A3069"/>
                </a:solidFill>
                <a:effectLst/>
                <a:latin typeface="ui-monospace"/>
              </a:rPr>
              <a:t>'</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a:t>
            </a:r>
          </a:p>
        </p:txBody>
      </p:sp>
    </p:spTree>
    <p:extLst>
      <p:ext uri="{BB962C8B-B14F-4D97-AF65-F5344CB8AC3E}">
        <p14:creationId xmlns:p14="http://schemas.microsoft.com/office/powerpoint/2010/main" val="3558276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6CDA-C25B-F06E-DEF5-F48435CF2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0D008-1DDB-9FEC-D390-E62CD2BECFC3}"/>
              </a:ext>
            </a:extLst>
          </p:cNvPr>
          <p:cNvSpPr>
            <a:spLocks noGrp="1"/>
          </p:cNvSpPr>
          <p:nvPr>
            <p:ph type="title"/>
          </p:nvPr>
        </p:nvSpPr>
        <p:spPr>
          <a:xfrm>
            <a:off x="696949" y="163277"/>
            <a:ext cx="10515600" cy="377569"/>
          </a:xfrm>
        </p:spPr>
        <p:txBody>
          <a:bodyPr>
            <a:normAutofit/>
          </a:bodyPr>
          <a:lstStyle/>
          <a:p>
            <a:r>
              <a:rPr lang="en-SG" sz="2000" noProof="0" dirty="0">
                <a:latin typeface="Source Sans Pro"/>
              </a:rPr>
              <a:t>Agent Fleet &amp; Version Registry</a:t>
            </a:r>
          </a:p>
        </p:txBody>
      </p:sp>
      <p:sp>
        <p:nvSpPr>
          <p:cNvPr id="26" name="TextBox 25">
            <a:extLst>
              <a:ext uri="{FF2B5EF4-FFF2-40B4-BE49-F238E27FC236}">
                <a16:creationId xmlns:a16="http://schemas.microsoft.com/office/drawing/2014/main" id="{12578C26-8CE6-98DF-6086-3CA35F32E5A3}"/>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16BD67A6-F6B7-C37A-6440-FF0468B06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23" name="Slide Number Placeholder 1">
            <a:extLst>
              <a:ext uri="{FF2B5EF4-FFF2-40B4-BE49-F238E27FC236}">
                <a16:creationId xmlns:a16="http://schemas.microsoft.com/office/drawing/2014/main" id="{57E66998-CCAC-0C8D-0188-74CC791B93EB}"/>
              </a:ext>
            </a:extLst>
          </p:cNvPr>
          <p:cNvSpPr>
            <a:spLocks noGrp="1"/>
          </p:cNvSpPr>
          <p:nvPr>
            <p:ph type="sldNum" sz="quarter" idx="12"/>
          </p:nvPr>
        </p:nvSpPr>
        <p:spPr>
          <a:xfrm>
            <a:off x="8610600" y="6329598"/>
            <a:ext cx="2743200" cy="365125"/>
          </a:xfrm>
        </p:spPr>
        <p:txBody>
          <a:bodyPr/>
          <a:lstStyle/>
          <a:p>
            <a:fld id="{5DF5AE18-F94A-B54C-9347-4CAFB5D76058}" type="slidenum">
              <a:rPr lang="en-SG" noProof="0" smtClean="0"/>
              <a:pPr/>
              <a:t>9</a:t>
            </a:fld>
            <a:endParaRPr lang="en-SG" noProof="0" dirty="0"/>
          </a:p>
        </p:txBody>
      </p:sp>
      <p:sp>
        <p:nvSpPr>
          <p:cNvPr id="4" name="TextBox 3">
            <a:extLst>
              <a:ext uri="{FF2B5EF4-FFF2-40B4-BE49-F238E27FC236}">
                <a16:creationId xmlns:a16="http://schemas.microsoft.com/office/drawing/2014/main" id="{DD28309C-713C-1C73-1435-0492535B4728}"/>
              </a:ext>
            </a:extLst>
          </p:cNvPr>
          <p:cNvSpPr txBox="1"/>
          <p:nvPr/>
        </p:nvSpPr>
        <p:spPr>
          <a:xfrm>
            <a:off x="696948" y="662855"/>
            <a:ext cx="10515599" cy="2123658"/>
          </a:xfrm>
          <a:prstGeom prst="rect">
            <a:avLst/>
          </a:prstGeom>
          <a:solidFill>
            <a:schemeClr val="bg2"/>
          </a:solidFill>
        </p:spPr>
        <p:txBody>
          <a:bodyPr wrap="square">
            <a:spAutoFit/>
          </a:bodyPr>
          <a:lstStyle/>
          <a:p>
            <a:pPr algn="l" latinLnBrk="0">
              <a:buNone/>
            </a:pPr>
            <a:r>
              <a:rPr lang="en-SG" sz="1200" b="0" i="0" noProof="0" dirty="0">
                <a:solidFill>
                  <a:srgbClr val="59636E"/>
                </a:solidFill>
                <a:effectLst/>
                <a:latin typeface="ui-monospace"/>
              </a:rPr>
              <a:t>-- Environment promotion log</a:t>
            </a:r>
            <a:endParaRPr lang="en-SG" sz="1200" b="0" i="0" noProof="0" dirty="0">
              <a:solidFill>
                <a:srgbClr val="1F2328"/>
              </a:solidFill>
              <a:effectLst/>
              <a:latin typeface="ui-monospace"/>
            </a:endParaRPr>
          </a:p>
          <a:p>
            <a:pPr algn="l" latinLnBrk="0">
              <a:buNone/>
            </a:pPr>
            <a:r>
              <a:rPr lang="en-SG" sz="1200" b="0" i="0" noProof="0" dirty="0">
                <a:solidFill>
                  <a:srgbClr val="CF222E"/>
                </a:solidFill>
                <a:effectLst/>
                <a:latin typeface="ui-monospace"/>
              </a:rPr>
              <a:t>CREATE</a:t>
            </a:r>
            <a:r>
              <a:rPr lang="en-SG" sz="1200" b="0" i="0" noProof="0" dirty="0">
                <a:solidFill>
                  <a:srgbClr val="1F2328"/>
                </a:solidFill>
                <a:effectLst/>
                <a:latin typeface="ui-monospace"/>
              </a:rPr>
              <a:t> </a:t>
            </a:r>
            <a:r>
              <a:rPr lang="en-SG" sz="1200" b="0" i="0" noProof="0" dirty="0">
                <a:solidFill>
                  <a:srgbClr val="CF222E"/>
                </a:solidFill>
                <a:effectLst/>
                <a:latin typeface="ui-monospace"/>
              </a:rPr>
              <a:t>TABLE</a:t>
            </a:r>
            <a:r>
              <a:rPr lang="en-SG" sz="1200" b="0" i="0" noProof="0" dirty="0">
                <a:solidFill>
                  <a:srgbClr val="1F2328"/>
                </a:solidFill>
                <a:effectLst/>
                <a:latin typeface="ui-monospace"/>
              </a:rPr>
              <a:t> </a:t>
            </a:r>
            <a:r>
              <a:rPr lang="en-SG" sz="1200" b="0" i="0" noProof="0" dirty="0" err="1">
                <a:solidFill>
                  <a:srgbClr val="6639BA"/>
                </a:solidFill>
                <a:effectLst/>
                <a:latin typeface="ui-monospace"/>
              </a:rPr>
              <a:t>agent_promotions</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id               </a:t>
            </a:r>
            <a:r>
              <a:rPr lang="en-SG" sz="1200" noProof="0" dirty="0">
                <a:solidFill>
                  <a:srgbClr val="1F2328"/>
                </a:solidFill>
                <a:latin typeface="ui-monospace"/>
              </a:rPr>
              <a:t> 			</a:t>
            </a:r>
            <a:r>
              <a:rPr lang="en-SG" sz="1200" b="0" i="0" noProof="0" dirty="0">
                <a:solidFill>
                  <a:srgbClr val="1F2328"/>
                </a:solidFill>
                <a:effectLst/>
                <a:latin typeface="ui-monospace"/>
              </a:rPr>
              <a:t>UUID </a:t>
            </a:r>
            <a:r>
              <a:rPr lang="en-SG" sz="1200" b="0" i="0" noProof="0" dirty="0">
                <a:solidFill>
                  <a:srgbClr val="CF222E"/>
                </a:solidFill>
                <a:effectLst/>
                <a:latin typeface="ui-monospace"/>
              </a:rPr>
              <a:t>PRIMARY KEY</a:t>
            </a:r>
            <a:r>
              <a:rPr lang="en-SG" sz="1200" b="0" i="0" noProof="0" dirty="0">
                <a:solidFill>
                  <a:srgbClr val="1F2328"/>
                </a:solidFill>
                <a:effectLst/>
                <a:latin typeface="ui-monospace"/>
              </a:rPr>
              <a:t> DEFAULT </a:t>
            </a:r>
            <a:r>
              <a:rPr lang="en-SG" sz="1200" b="0" i="0" noProof="0" dirty="0" err="1">
                <a:solidFill>
                  <a:srgbClr val="1F2328"/>
                </a:solidFill>
                <a:effectLst/>
                <a:latin typeface="ui-monospace"/>
              </a:rPr>
              <a:t>gen_random_uuid</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version_id</a:t>
            </a:r>
            <a:r>
              <a:rPr lang="en-SG" sz="1200" b="0" i="0" noProof="0" dirty="0">
                <a:solidFill>
                  <a:srgbClr val="1F2328"/>
                </a:solidFill>
                <a:effectLst/>
                <a:latin typeface="ui-monospace"/>
              </a:rPr>
              <a:t>        		UUID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CF222E"/>
                </a:solidFill>
                <a:effectLst/>
                <a:latin typeface="ui-monospace"/>
              </a:rPr>
              <a:t>REFERENCES</a:t>
            </a:r>
            <a:r>
              <a:rPr lang="en-SG" sz="1200" b="0" i="0" noProof="0" dirty="0">
                <a:solidFill>
                  <a:srgbClr val="1F2328"/>
                </a:solidFill>
                <a:effectLst/>
                <a:latin typeface="ui-monospace"/>
              </a:rPr>
              <a:t> </a:t>
            </a:r>
            <a:r>
              <a:rPr lang="en-SG" sz="1200" b="0" i="0" noProof="0" dirty="0" err="1">
                <a:solidFill>
                  <a:srgbClr val="1F2328"/>
                </a:solidFill>
                <a:effectLst/>
                <a:latin typeface="ui-monospace"/>
              </a:rPr>
              <a:t>agent_versions</a:t>
            </a:r>
            <a:r>
              <a:rPr lang="en-SG" sz="1200" b="0" i="0" noProof="0" dirty="0">
                <a:solidFill>
                  <a:srgbClr val="1F2328"/>
                </a:solidFill>
                <a:effectLst/>
                <a:latin typeface="ui-monospace"/>
              </a:rPr>
              <a:t>(</a:t>
            </a:r>
            <a:r>
              <a:rPr lang="en-SG" sz="1200" b="0" i="0" noProof="0" dirty="0" err="1">
                <a:solidFill>
                  <a:srgbClr val="1F2328"/>
                </a:solidFill>
                <a:effectLst/>
                <a:latin typeface="ui-monospace"/>
              </a:rPr>
              <a:t>version_id</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from_env</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to_env</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promoted_at</a:t>
            </a:r>
            <a:r>
              <a:rPr lang="en-SG" sz="1200" b="0" i="0" noProof="0" dirty="0">
                <a:solidFill>
                  <a:srgbClr val="1F2328"/>
                </a:solidFill>
                <a:effectLst/>
                <a:latin typeface="ui-monospace"/>
              </a:rPr>
              <a:t>       		</a:t>
            </a:r>
            <a:r>
              <a:rPr lang="en-SG" sz="1200" b="0" i="0" noProof="0" dirty="0">
                <a:solidFill>
                  <a:srgbClr val="CF222E"/>
                </a:solidFill>
                <a:effectLst/>
                <a:latin typeface="ui-monospace"/>
              </a:rPr>
              <a:t>TIMESTAMPTZ</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DEFAULT NOW(),</a:t>
            </a: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promoted_by</a:t>
            </a:r>
            <a:r>
              <a:rPr lang="en-SG" sz="1200" b="0" i="0" noProof="0" dirty="0">
                <a:solidFill>
                  <a:srgbClr val="1F2328"/>
                </a:solidFill>
                <a:effectLst/>
                <a:latin typeface="ui-monospace"/>
              </a:rPr>
              <a:t>       		</a:t>
            </a:r>
            <a:r>
              <a:rPr lang="en-SG" sz="1200" b="0" i="0" noProof="0" dirty="0">
                <a:solidFill>
                  <a:srgbClr val="CF222E"/>
                </a:solidFill>
                <a:effectLst/>
                <a:latin typeface="ui-monospace"/>
              </a:rPr>
              <a:t>VARCHAR</a:t>
            </a:r>
            <a:r>
              <a:rPr lang="en-SG" sz="1200" b="0" i="0" noProof="0" dirty="0">
                <a:solidFill>
                  <a:srgbClr val="1F2328"/>
                </a:solidFill>
                <a:effectLst/>
                <a:latin typeface="ui-monospace"/>
              </a:rPr>
              <a:t>(</a:t>
            </a:r>
            <a:r>
              <a:rPr lang="en-SG" sz="1200" b="0" i="0" noProof="0" dirty="0">
                <a:solidFill>
                  <a:srgbClr val="0550AE"/>
                </a:solidFill>
                <a:effectLst/>
                <a:latin typeface="ui-monospace"/>
              </a:rPr>
              <a:t>200</a:t>
            </a:r>
            <a:r>
              <a:rPr lang="en-SG" sz="1200" b="0" i="0" noProof="0" dirty="0">
                <a:solidFill>
                  <a:srgbClr val="1F2328"/>
                </a:solidFill>
                <a:effectLst/>
                <a:latin typeface="ui-monospace"/>
              </a:rPr>
              <a:t>) </a:t>
            </a:r>
            <a:r>
              <a:rPr lang="en-SG" sz="1200" b="0" i="0" noProof="0" dirty="0">
                <a:solidFill>
                  <a:srgbClr val="CF222E"/>
                </a:solidFill>
                <a:effectLst/>
                <a:latin typeface="ui-monospace"/>
              </a:rPr>
              <a:t>NOT NULL</a:t>
            </a:r>
            <a:r>
              <a:rPr lang="en-SG" sz="1200" b="0" i="0" noProof="0" dirty="0">
                <a:solidFill>
                  <a:srgbClr val="1F2328"/>
                </a:solidFill>
                <a:effectLst/>
                <a:latin typeface="ui-monospace"/>
              </a:rPr>
              <a:t>,  </a:t>
            </a:r>
            <a:r>
              <a:rPr lang="en-SG" sz="1200" b="0" i="0" noProof="0" dirty="0">
                <a:solidFill>
                  <a:srgbClr val="59636E"/>
                </a:solidFill>
                <a:effectLst/>
                <a:latin typeface="ui-monospace"/>
              </a:rPr>
              <a:t>-- Azure DevOps pipeline run ID or operator UPN</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approval_record</a:t>
            </a:r>
            <a:r>
              <a:rPr lang="en-SG" sz="1200" b="0" i="0" noProof="0" dirty="0">
                <a:solidFill>
                  <a:srgbClr val="1F2328"/>
                </a:solidFill>
                <a:effectLst/>
                <a:latin typeface="ui-monospace"/>
              </a:rPr>
              <a:t>   		</a:t>
            </a:r>
            <a:r>
              <a:rPr lang="en-SG" sz="1200" b="0" i="0" noProof="0" dirty="0">
                <a:solidFill>
                  <a:srgbClr val="CF222E"/>
                </a:solidFill>
                <a:effectLst/>
                <a:latin typeface="ui-monospace"/>
              </a:rPr>
              <a:t>TEXT</a:t>
            </a:r>
            <a:r>
              <a:rPr lang="en-SG" sz="1200" b="0" i="0" noProof="0" dirty="0">
                <a:solidFill>
                  <a:srgbClr val="1F2328"/>
                </a:solidFill>
                <a:effectLst/>
                <a:latin typeface="ui-monospace"/>
              </a:rPr>
              <a:t>,                   </a:t>
            </a:r>
            <a:r>
              <a:rPr lang="en-SG" sz="1200" b="0" i="0" noProof="0" dirty="0">
                <a:solidFill>
                  <a:srgbClr val="59636E"/>
                </a:solidFill>
                <a:effectLst/>
                <a:latin typeface="ui-monospace"/>
              </a:rPr>
              <a:t>-- Azure DevOps approval ID or manual approval note</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r>
              <a:rPr lang="en-SG" sz="1200" b="0" i="0" noProof="0" dirty="0" err="1">
                <a:solidFill>
                  <a:srgbClr val="1F2328"/>
                </a:solidFill>
                <a:effectLst/>
                <a:latin typeface="ui-monospace"/>
              </a:rPr>
              <a:t>canary_traffic_pct</a:t>
            </a:r>
            <a:r>
              <a:rPr lang="en-SG" sz="1200" b="0" i="0" noProof="0" dirty="0">
                <a:solidFill>
                  <a:srgbClr val="1F2328"/>
                </a:solidFill>
                <a:effectLst/>
                <a:latin typeface="ui-monospace"/>
              </a:rPr>
              <a:t> 		</a:t>
            </a:r>
            <a:r>
              <a:rPr lang="en-SG" sz="1200" b="0" i="0" noProof="0" dirty="0">
                <a:solidFill>
                  <a:srgbClr val="CF222E"/>
                </a:solidFill>
                <a:effectLst/>
                <a:latin typeface="ui-monospace"/>
              </a:rPr>
              <a:t>SMALLINT</a:t>
            </a:r>
            <a:r>
              <a:rPr lang="en-SG" sz="1200" b="0" i="0" noProof="0" dirty="0">
                <a:solidFill>
                  <a:srgbClr val="1F2328"/>
                </a:solidFill>
                <a:effectLst/>
                <a:latin typeface="ui-monospace"/>
              </a:rPr>
              <a:t>           </a:t>
            </a:r>
            <a:r>
              <a:rPr lang="en-SG" sz="1200" b="0" i="0" noProof="0" dirty="0">
                <a:solidFill>
                  <a:srgbClr val="59636E"/>
                </a:solidFill>
                <a:effectLst/>
                <a:latin typeface="ui-monospace"/>
              </a:rPr>
              <a:t>-- Traffic % if this promotion was a canary start</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a:t>
            </a:r>
          </a:p>
        </p:txBody>
      </p:sp>
      <p:sp>
        <p:nvSpPr>
          <p:cNvPr id="8" name="TextBox 7">
            <a:extLst>
              <a:ext uri="{FF2B5EF4-FFF2-40B4-BE49-F238E27FC236}">
                <a16:creationId xmlns:a16="http://schemas.microsoft.com/office/drawing/2014/main" id="{4D49278B-DA00-6BB4-80AD-6FC86C35CFBD}"/>
              </a:ext>
            </a:extLst>
          </p:cNvPr>
          <p:cNvSpPr txBox="1"/>
          <p:nvPr/>
        </p:nvSpPr>
        <p:spPr>
          <a:xfrm>
            <a:off x="623235" y="2837748"/>
            <a:ext cx="11138837" cy="400110"/>
          </a:xfrm>
          <a:prstGeom prst="rect">
            <a:avLst/>
          </a:prstGeom>
          <a:noFill/>
        </p:spPr>
        <p:txBody>
          <a:bodyPr wrap="square">
            <a:spAutoFit/>
          </a:bodyPr>
          <a:lstStyle/>
          <a:p>
            <a:r>
              <a:rPr lang="en-SG" sz="1000" b="1" i="0" noProof="0" dirty="0">
                <a:solidFill>
                  <a:srgbClr val="59636E"/>
                </a:solidFill>
                <a:effectLst/>
                <a:latin typeface="Source Sans Pro" panose="020B0503030403020204" pitchFamily="34" charset="0"/>
                <a:ea typeface="Source Sans Pro" panose="020B0503030403020204" pitchFamily="34" charset="0"/>
              </a:rPr>
              <a:t>Append-only enforcement</a:t>
            </a:r>
            <a:r>
              <a:rPr lang="en-SG" sz="1000" b="0" i="0" noProof="0" dirty="0">
                <a:solidFill>
                  <a:srgbClr val="59636E"/>
                </a:solidFill>
                <a:effectLst/>
                <a:latin typeface="Source Sans Pro" panose="020B0503030403020204" pitchFamily="34" charset="0"/>
                <a:ea typeface="Source Sans Pro" panose="020B0503030403020204" pitchFamily="34" charset="0"/>
              </a:rPr>
              <a:t>: A PostgreSQL row-level security policy and a database role restriction ensure that no application account can execute UPDATE or DELETE on </a:t>
            </a:r>
            <a:r>
              <a:rPr lang="en-SG" sz="1000" b="0" i="0" noProof="0" dirty="0" err="1">
                <a:solidFill>
                  <a:srgbClr val="59636E"/>
                </a:solidFill>
                <a:effectLst/>
                <a:latin typeface="Source Sans Pro" panose="020B0503030403020204" pitchFamily="34" charset="0"/>
                <a:ea typeface="Source Sans Pro" panose="020B0503030403020204" pitchFamily="34" charset="0"/>
              </a:rPr>
              <a:t>agent_versions</a:t>
            </a:r>
            <a:r>
              <a:rPr lang="en-SG" sz="1000" b="0" i="0" noProof="0" dirty="0">
                <a:solidFill>
                  <a:srgbClr val="59636E"/>
                </a:solidFill>
                <a:effectLst/>
                <a:latin typeface="Source Sans Pro" panose="020B0503030403020204" pitchFamily="34" charset="0"/>
                <a:ea typeface="Source Sans Pro" panose="020B0503030403020204" pitchFamily="34" charset="0"/>
              </a:rPr>
              <a:t> or </a:t>
            </a:r>
            <a:r>
              <a:rPr lang="en-SG" sz="1000" b="0" i="0" noProof="0" dirty="0" err="1">
                <a:solidFill>
                  <a:srgbClr val="59636E"/>
                </a:solidFill>
                <a:effectLst/>
                <a:latin typeface="Source Sans Pro" panose="020B0503030403020204" pitchFamily="34" charset="0"/>
                <a:ea typeface="Source Sans Pro" panose="020B0503030403020204" pitchFamily="34" charset="0"/>
              </a:rPr>
              <a:t>agent_promotions</a:t>
            </a:r>
            <a:r>
              <a:rPr lang="en-SG" sz="1000" b="0" i="0" noProof="0" dirty="0">
                <a:solidFill>
                  <a:srgbClr val="59636E"/>
                </a:solidFill>
                <a:effectLst/>
                <a:latin typeface="Source Sans Pro" panose="020B0503030403020204" pitchFamily="34" charset="0"/>
                <a:ea typeface="Source Sans Pro" panose="020B0503030403020204" pitchFamily="34" charset="0"/>
              </a:rPr>
              <a:t>. The CI/CD service principal has INSERT + SELECT only. Ops read accounts have SELECT only. This provides a tamper-evident audit ledger aligned with ISO 27001 change management controls.</a:t>
            </a:r>
            <a:endParaRPr lang="en-SG" sz="1000" noProof="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652655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81A7F-6148-C0A7-41E8-B0A048A23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EC82E-AD30-C9FF-F17E-2CB30604F9CA}"/>
              </a:ext>
            </a:extLst>
          </p:cNvPr>
          <p:cNvSpPr>
            <a:spLocks noGrp="1"/>
          </p:cNvSpPr>
          <p:nvPr>
            <p:ph type="title"/>
          </p:nvPr>
        </p:nvSpPr>
        <p:spPr>
          <a:xfrm>
            <a:off x="696949" y="163277"/>
            <a:ext cx="10515600" cy="377569"/>
          </a:xfrm>
        </p:spPr>
        <p:txBody>
          <a:bodyPr>
            <a:normAutofit/>
          </a:bodyPr>
          <a:lstStyle/>
          <a:p>
            <a:r>
              <a:rPr lang="en-SG" sz="2000" noProof="0" dirty="0">
                <a:latin typeface="Source Sans Pro"/>
              </a:rPr>
              <a:t>Agent Fleet &amp; Version Registry</a:t>
            </a:r>
          </a:p>
        </p:txBody>
      </p:sp>
      <p:sp>
        <p:nvSpPr>
          <p:cNvPr id="26" name="TextBox 25">
            <a:extLst>
              <a:ext uri="{FF2B5EF4-FFF2-40B4-BE49-F238E27FC236}">
                <a16:creationId xmlns:a16="http://schemas.microsoft.com/office/drawing/2014/main" id="{4D6B3841-15DC-88EA-9FB5-C9AAB3ADC3D6}"/>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041CFC05-B473-BA39-8D4B-F88CB9640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23" name="Slide Number Placeholder 1">
            <a:extLst>
              <a:ext uri="{FF2B5EF4-FFF2-40B4-BE49-F238E27FC236}">
                <a16:creationId xmlns:a16="http://schemas.microsoft.com/office/drawing/2014/main" id="{63549675-2C6A-218B-7332-DF688BF67BBC}"/>
              </a:ext>
            </a:extLst>
          </p:cNvPr>
          <p:cNvSpPr>
            <a:spLocks noGrp="1"/>
          </p:cNvSpPr>
          <p:nvPr>
            <p:ph type="sldNum" sz="quarter" idx="12"/>
          </p:nvPr>
        </p:nvSpPr>
        <p:spPr>
          <a:xfrm>
            <a:off x="8610600" y="6329598"/>
            <a:ext cx="2743200" cy="365125"/>
          </a:xfrm>
        </p:spPr>
        <p:txBody>
          <a:bodyPr/>
          <a:lstStyle/>
          <a:p>
            <a:fld id="{5DF5AE18-F94A-B54C-9347-4CAFB5D76058}" type="slidenum">
              <a:rPr lang="en-SG" noProof="0" smtClean="0"/>
              <a:pPr/>
              <a:t>10</a:t>
            </a:fld>
            <a:endParaRPr lang="en-SG" noProof="0" dirty="0"/>
          </a:p>
        </p:txBody>
      </p:sp>
      <p:sp>
        <p:nvSpPr>
          <p:cNvPr id="11" name="TextBox 10">
            <a:extLst>
              <a:ext uri="{FF2B5EF4-FFF2-40B4-BE49-F238E27FC236}">
                <a16:creationId xmlns:a16="http://schemas.microsoft.com/office/drawing/2014/main" id="{285FB2D7-B48E-D0D9-0EDC-DBDDDFF739AC}"/>
              </a:ext>
            </a:extLst>
          </p:cNvPr>
          <p:cNvSpPr txBox="1"/>
          <p:nvPr/>
        </p:nvSpPr>
        <p:spPr>
          <a:xfrm>
            <a:off x="696950" y="500697"/>
            <a:ext cx="6097604" cy="27699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Agent Manifest File (agent-</a:t>
            </a:r>
            <a:r>
              <a:rPr lang="en-SG" sz="1200" b="1" i="0" noProof="0" dirty="0" err="1">
                <a:solidFill>
                  <a:srgbClr val="1F2328"/>
                </a:solidFill>
                <a:effectLst/>
                <a:latin typeface="Source Sans Pro" panose="020B0503030403020204" pitchFamily="34" charset="0"/>
                <a:ea typeface="Source Sans Pro" panose="020B0503030403020204" pitchFamily="34" charset="0"/>
              </a:rPr>
              <a:t>manifest.json</a:t>
            </a:r>
            <a:r>
              <a:rPr lang="en-SG" sz="1200" b="1" i="0" noProof="0" dirty="0">
                <a:solidFill>
                  <a:srgbClr val="1F2328"/>
                </a:solidFill>
                <a:effectLst/>
                <a:latin typeface="Source Sans Pro" panose="020B0503030403020204" pitchFamily="34" charset="0"/>
                <a:ea typeface="Source Sans Pro" panose="020B0503030403020204" pitchFamily="34" charset="0"/>
              </a:rPr>
              <a:t>)</a:t>
            </a:r>
          </a:p>
        </p:txBody>
      </p:sp>
      <p:sp>
        <p:nvSpPr>
          <p:cNvPr id="14" name="TextBox 13">
            <a:extLst>
              <a:ext uri="{FF2B5EF4-FFF2-40B4-BE49-F238E27FC236}">
                <a16:creationId xmlns:a16="http://schemas.microsoft.com/office/drawing/2014/main" id="{52717525-722B-1F40-1972-DEB76D0244D2}"/>
              </a:ext>
            </a:extLst>
          </p:cNvPr>
          <p:cNvSpPr txBox="1"/>
          <p:nvPr/>
        </p:nvSpPr>
        <p:spPr>
          <a:xfrm>
            <a:off x="696949" y="719946"/>
            <a:ext cx="10730565"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Each agent repository must contain an agent-</a:t>
            </a:r>
            <a:r>
              <a:rPr lang="en-SG" sz="1200" b="0" i="0" noProof="0" dirty="0" err="1">
                <a:solidFill>
                  <a:srgbClr val="1F2328"/>
                </a:solidFill>
                <a:effectLst/>
                <a:latin typeface="Source Sans Pro" panose="020B0503030403020204" pitchFamily="34" charset="0"/>
                <a:ea typeface="Source Sans Pro" panose="020B0503030403020204" pitchFamily="34" charset="0"/>
              </a:rPr>
              <a:t>manifest.json</a:t>
            </a:r>
            <a:r>
              <a:rPr lang="en-SG" sz="1200" b="0" i="0" noProof="0" dirty="0">
                <a:solidFill>
                  <a:srgbClr val="1F2328"/>
                </a:solidFill>
                <a:effectLst/>
                <a:latin typeface="Source Sans Pro" panose="020B0503030403020204" pitchFamily="34" charset="0"/>
                <a:ea typeface="Source Sans Pro" panose="020B0503030403020204" pitchFamily="34" charset="0"/>
              </a:rPr>
              <a:t> at its root. This file is the authoritative source of truth for what the agent is and what it can do. The CI/CD pipeline reads this file to populate the registry DB.</a:t>
            </a:r>
            <a:endParaRPr lang="en-SG" sz="1200" noProof="0" dirty="0">
              <a:latin typeface="Source Sans Pro" panose="020B0503030403020204" pitchFamily="34" charset="0"/>
              <a:ea typeface="Source Sans Pro" panose="020B0503030403020204" pitchFamily="34" charset="0"/>
            </a:endParaRPr>
          </a:p>
        </p:txBody>
      </p:sp>
      <p:sp>
        <p:nvSpPr>
          <p:cNvPr id="16" name="TextBox 15">
            <a:extLst>
              <a:ext uri="{FF2B5EF4-FFF2-40B4-BE49-F238E27FC236}">
                <a16:creationId xmlns:a16="http://schemas.microsoft.com/office/drawing/2014/main" id="{293EEB87-B915-800F-6098-F26B3A50FFCE}"/>
              </a:ext>
            </a:extLst>
          </p:cNvPr>
          <p:cNvSpPr txBox="1"/>
          <p:nvPr/>
        </p:nvSpPr>
        <p:spPr>
          <a:xfrm>
            <a:off x="696948" y="1181604"/>
            <a:ext cx="10762567" cy="3231654"/>
          </a:xfrm>
          <a:prstGeom prst="rect">
            <a:avLst/>
          </a:prstGeom>
          <a:solidFill>
            <a:schemeClr val="bg2"/>
          </a:solidFill>
        </p:spPr>
        <p:txBody>
          <a:bodyPr wrap="square">
            <a:spAutoFit/>
          </a:bodyPr>
          <a:lstStyle/>
          <a:p>
            <a:pPr algn="l" latinLnBrk="0">
              <a:buNone/>
            </a:pP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agentName</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"refund-agent"</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semver</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"1.3.0"</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sopScope</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"SOP-REFUND-*"</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"tools"</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 </a:t>
            </a:r>
            <a:r>
              <a:rPr lang="en-SG" sz="1200" b="0" i="0" noProof="0" dirty="0">
                <a:solidFill>
                  <a:srgbClr val="0550AE"/>
                </a:solidFill>
                <a:effectLst/>
                <a:latin typeface="ui-monospace"/>
              </a:rPr>
              <a:t>"name"</a:t>
            </a:r>
            <a:r>
              <a:rPr lang="en-SG" sz="1200" b="0" i="0" noProof="0" dirty="0">
                <a:solidFill>
                  <a:srgbClr val="1F2328"/>
                </a:solidFill>
                <a:effectLst/>
                <a:latin typeface="ui-monospace"/>
              </a:rPr>
              <a:t>: </a:t>
            </a:r>
            <a:r>
              <a:rPr lang="en-SG" sz="1200" b="0" i="0" noProof="0" dirty="0">
                <a:solidFill>
                  <a:srgbClr val="0A3069"/>
                </a:solidFill>
                <a:effectLst/>
                <a:latin typeface="ui-monospace"/>
              </a:rPr>
              <a:t>"</a:t>
            </a:r>
            <a:r>
              <a:rPr lang="en-SG" sz="1200" b="0" i="0" noProof="0" dirty="0" err="1">
                <a:solidFill>
                  <a:srgbClr val="0A3069"/>
                </a:solidFill>
                <a:effectLst/>
                <a:latin typeface="ui-monospace"/>
              </a:rPr>
              <a:t>aigp.get_taxpayer_record</a:t>
            </a:r>
            <a:r>
              <a:rPr lang="en-SG" sz="1200" b="0" i="0" noProof="0" dirty="0">
                <a:solidFill>
                  <a:srgbClr val="0A3069"/>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semver</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"2.0.0"</a:t>
            </a:r>
            <a:r>
              <a:rPr lang="en-SG" sz="1200" b="0" i="0" noProof="0" dirty="0">
                <a:solidFill>
                  <a:srgbClr val="1F2328"/>
                </a:solidFill>
                <a:effectLst/>
                <a:latin typeface="ui-monospace"/>
              </a:rPr>
              <a:t>, </a:t>
            </a:r>
            <a:r>
              <a:rPr lang="en-SG" sz="1200" b="0" i="0" noProof="0" dirty="0">
                <a:solidFill>
                  <a:srgbClr val="0550AE"/>
                </a:solidFill>
                <a:effectLst/>
                <a:latin typeface="ui-monospace"/>
              </a:rPr>
              <a:t>"scope"</a:t>
            </a:r>
            <a:r>
              <a:rPr lang="en-SG" sz="1200" b="0" i="0" noProof="0" dirty="0">
                <a:solidFill>
                  <a:srgbClr val="1F2328"/>
                </a:solidFill>
                <a:effectLst/>
                <a:latin typeface="ui-monospace"/>
              </a:rPr>
              <a:t>: </a:t>
            </a:r>
            <a:r>
              <a:rPr lang="en-SG" sz="1200" b="0" i="0" noProof="0" dirty="0">
                <a:solidFill>
                  <a:srgbClr val="0A3069"/>
                </a:solidFill>
                <a:effectLst/>
                <a:latin typeface="ui-monospace"/>
              </a:rPr>
              <a:t>"read"</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 </a:t>
            </a:r>
            <a:r>
              <a:rPr lang="en-SG" sz="1200" b="0" i="0" noProof="0" dirty="0">
                <a:solidFill>
                  <a:srgbClr val="0550AE"/>
                </a:solidFill>
                <a:effectLst/>
                <a:latin typeface="ui-monospace"/>
              </a:rPr>
              <a:t>"name"</a:t>
            </a:r>
            <a:r>
              <a:rPr lang="en-SG" sz="1200" b="0" i="0" noProof="0" dirty="0">
                <a:solidFill>
                  <a:srgbClr val="1F2328"/>
                </a:solidFill>
                <a:effectLst/>
                <a:latin typeface="ui-monospace"/>
              </a:rPr>
              <a:t>: </a:t>
            </a:r>
            <a:r>
              <a:rPr lang="en-SG" sz="1200" b="0" i="0" noProof="0" dirty="0">
                <a:solidFill>
                  <a:srgbClr val="0A3069"/>
                </a:solidFill>
                <a:effectLst/>
                <a:latin typeface="ui-monospace"/>
              </a:rPr>
              <a:t>"</a:t>
            </a:r>
            <a:r>
              <a:rPr lang="en-SG" sz="1200" b="0" i="0" noProof="0" dirty="0" err="1">
                <a:solidFill>
                  <a:srgbClr val="0A3069"/>
                </a:solidFill>
                <a:effectLst/>
                <a:latin typeface="ui-monospace"/>
              </a:rPr>
              <a:t>aigp.get_refund_history</a:t>
            </a:r>
            <a:r>
              <a:rPr lang="en-SG" sz="1200" b="0" i="0" noProof="0" dirty="0">
                <a:solidFill>
                  <a:srgbClr val="0A3069"/>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semver</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"1.1.0"</a:t>
            </a:r>
            <a:r>
              <a:rPr lang="en-SG" sz="1200" b="0" i="0" noProof="0" dirty="0">
                <a:solidFill>
                  <a:srgbClr val="1F2328"/>
                </a:solidFill>
                <a:effectLst/>
                <a:latin typeface="ui-monospace"/>
              </a:rPr>
              <a:t>, </a:t>
            </a:r>
            <a:r>
              <a:rPr lang="en-SG" sz="1200" b="0" i="0" noProof="0" dirty="0">
                <a:solidFill>
                  <a:srgbClr val="0550AE"/>
                </a:solidFill>
                <a:effectLst/>
                <a:latin typeface="ui-monospace"/>
              </a:rPr>
              <a:t>"scope"</a:t>
            </a:r>
            <a:r>
              <a:rPr lang="en-SG" sz="1200" b="0" i="0" noProof="0" dirty="0">
                <a:solidFill>
                  <a:srgbClr val="1F2328"/>
                </a:solidFill>
                <a:effectLst/>
                <a:latin typeface="ui-monospace"/>
              </a:rPr>
              <a:t>: </a:t>
            </a:r>
            <a:r>
              <a:rPr lang="en-SG" sz="1200" b="0" i="0" noProof="0" dirty="0">
                <a:solidFill>
                  <a:srgbClr val="0A3069"/>
                </a:solidFill>
                <a:effectLst/>
                <a:latin typeface="ui-monospace"/>
              </a:rPr>
              <a:t>"read"</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 </a:t>
            </a:r>
            <a:r>
              <a:rPr lang="en-SG" sz="1200" b="0" i="0" noProof="0" dirty="0">
                <a:solidFill>
                  <a:srgbClr val="0550AE"/>
                </a:solidFill>
                <a:effectLst/>
                <a:latin typeface="ui-monospace"/>
              </a:rPr>
              <a:t>"name"</a:t>
            </a:r>
            <a:r>
              <a:rPr lang="en-SG" sz="1200" b="0" i="0" noProof="0" dirty="0">
                <a:solidFill>
                  <a:srgbClr val="1F2328"/>
                </a:solidFill>
                <a:effectLst/>
                <a:latin typeface="ui-monospace"/>
              </a:rPr>
              <a:t>: </a:t>
            </a:r>
            <a:r>
              <a:rPr lang="en-SG" sz="1200" b="0" i="0" noProof="0" dirty="0">
                <a:solidFill>
                  <a:srgbClr val="0A3069"/>
                </a:solidFill>
                <a:effectLst/>
                <a:latin typeface="ui-monospace"/>
              </a:rPr>
              <a:t>"</a:t>
            </a:r>
            <a:r>
              <a:rPr lang="en-SG" sz="1200" b="0" i="0" noProof="0" dirty="0" err="1">
                <a:solidFill>
                  <a:srgbClr val="0A3069"/>
                </a:solidFill>
                <a:effectLst/>
                <a:latin typeface="ui-monospace"/>
              </a:rPr>
              <a:t>aigp.submit_refund_request</a:t>
            </a:r>
            <a:r>
              <a:rPr lang="en-SG" sz="1200" b="0" i="0" noProof="0" dirty="0">
                <a:solidFill>
                  <a:srgbClr val="0A3069"/>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semver</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"1.0.0"</a:t>
            </a:r>
            <a:r>
              <a:rPr lang="en-SG" sz="1200" b="0" i="0" noProof="0" dirty="0">
                <a:solidFill>
                  <a:srgbClr val="1F2328"/>
                </a:solidFill>
                <a:effectLst/>
                <a:latin typeface="ui-monospace"/>
              </a:rPr>
              <a:t>, </a:t>
            </a:r>
            <a:r>
              <a:rPr lang="en-SG" sz="1200" b="0" i="0" noProof="0" dirty="0">
                <a:solidFill>
                  <a:srgbClr val="0550AE"/>
                </a:solidFill>
                <a:effectLst/>
                <a:latin typeface="ui-monospace"/>
              </a:rPr>
              <a:t>"scope"</a:t>
            </a:r>
            <a:r>
              <a:rPr lang="en-SG" sz="1200" b="0" i="0" noProof="0" dirty="0">
                <a:solidFill>
                  <a:srgbClr val="1F2328"/>
                </a:solidFill>
                <a:effectLst/>
                <a:latin typeface="ui-monospace"/>
              </a:rPr>
              <a:t>: </a:t>
            </a:r>
            <a:r>
              <a:rPr lang="en-SG" sz="1200" b="0" i="0" noProof="0" dirty="0">
                <a:solidFill>
                  <a:srgbClr val="0A3069"/>
                </a:solidFill>
                <a:effectLst/>
                <a:latin typeface="ui-monospace"/>
              </a:rPr>
              <a:t>"write"</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 </a:t>
            </a:r>
            <a:r>
              <a:rPr lang="en-SG" sz="1200" b="0" i="0" noProof="0" dirty="0">
                <a:solidFill>
                  <a:srgbClr val="0550AE"/>
                </a:solidFill>
                <a:effectLst/>
                <a:latin typeface="ui-monospace"/>
              </a:rPr>
              <a:t>"name"</a:t>
            </a:r>
            <a:r>
              <a:rPr lang="en-SG" sz="1200" b="0" i="0" noProof="0" dirty="0">
                <a:solidFill>
                  <a:srgbClr val="1F2328"/>
                </a:solidFill>
                <a:effectLst/>
                <a:latin typeface="ui-monospace"/>
              </a:rPr>
              <a:t>: </a:t>
            </a:r>
            <a:r>
              <a:rPr lang="en-SG" sz="1200" b="0" i="0" noProof="0" dirty="0">
                <a:solidFill>
                  <a:srgbClr val="0A3069"/>
                </a:solidFill>
                <a:effectLst/>
                <a:latin typeface="ui-monospace"/>
              </a:rPr>
              <a:t>"</a:t>
            </a:r>
            <a:r>
              <a:rPr lang="en-SG" sz="1200" b="0" i="0" noProof="0" dirty="0" err="1">
                <a:solidFill>
                  <a:srgbClr val="0A3069"/>
                </a:solidFill>
                <a:effectLst/>
                <a:latin typeface="ui-monospace"/>
              </a:rPr>
              <a:t>aigp.send_email_reply</a:t>
            </a:r>
            <a:r>
              <a:rPr lang="en-SG" sz="1200" b="0" i="0" noProof="0" dirty="0">
                <a:solidFill>
                  <a:srgbClr val="0A3069"/>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semver</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"3.2.0"</a:t>
            </a:r>
            <a:r>
              <a:rPr lang="en-SG" sz="1200" b="0" i="0" noProof="0" dirty="0">
                <a:solidFill>
                  <a:srgbClr val="1F2328"/>
                </a:solidFill>
                <a:effectLst/>
                <a:latin typeface="ui-monospace"/>
              </a:rPr>
              <a:t>, </a:t>
            </a:r>
            <a:r>
              <a:rPr lang="en-SG" sz="1200" b="0" i="0" noProof="0" dirty="0">
                <a:solidFill>
                  <a:srgbClr val="0550AE"/>
                </a:solidFill>
                <a:effectLst/>
                <a:latin typeface="ui-monospace"/>
              </a:rPr>
              <a:t>"scope"</a:t>
            </a:r>
            <a:r>
              <a:rPr lang="en-SG" sz="1200" b="0" i="0" noProof="0" dirty="0">
                <a:solidFill>
                  <a:srgbClr val="1F2328"/>
                </a:solidFill>
                <a:effectLst/>
                <a:latin typeface="ui-monospace"/>
              </a:rPr>
              <a:t>: </a:t>
            </a:r>
            <a:r>
              <a:rPr lang="en-SG" sz="1200" b="0" i="0" noProof="0" dirty="0">
                <a:solidFill>
                  <a:srgbClr val="0A3069"/>
                </a:solidFill>
                <a:effectLst/>
                <a:latin typeface="ui-monospace"/>
              </a:rPr>
              <a:t>"execute"</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evalThresholds</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minCompositeScore</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0.85</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minToolCallAccuracy</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0.95</a:t>
            </a:r>
            <a:r>
              <a:rPr lang="en-SG" sz="1200" b="0" i="0" noProof="0" dirty="0">
                <a:solidFill>
                  <a:srgbClr val="1F2328"/>
                </a:solidFill>
                <a:effectLst/>
                <a:latin typeface="ui-monospace"/>
              </a:rPr>
              <a:t>,</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maxHallucinationRate</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550AE"/>
                </a:solidFill>
                <a:effectLst/>
                <a:latin typeface="ui-monospace"/>
              </a:rPr>
              <a:t>0.03</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  },</a:t>
            </a:r>
          </a:p>
          <a:p>
            <a:pPr algn="l" latinLnBrk="0">
              <a:buNone/>
            </a:pPr>
            <a:r>
              <a:rPr lang="en-SG" sz="1200" b="0" i="0" noProof="0" dirty="0">
                <a:solidFill>
                  <a:srgbClr val="1F2328"/>
                </a:solidFill>
                <a:effectLst/>
                <a:latin typeface="ui-monospace"/>
              </a:rPr>
              <a:t>  </a:t>
            </a:r>
            <a:r>
              <a:rPr lang="en-SG" sz="1200" b="0" i="0" noProof="0" dirty="0">
                <a:solidFill>
                  <a:srgbClr val="0550AE"/>
                </a:solidFill>
                <a:effectLst/>
                <a:latin typeface="ui-monospace"/>
              </a:rPr>
              <a:t>"</a:t>
            </a:r>
            <a:r>
              <a:rPr lang="en-SG" sz="1200" b="0" i="0" noProof="0" dirty="0" err="1">
                <a:solidFill>
                  <a:srgbClr val="0550AE"/>
                </a:solidFill>
                <a:effectLst/>
                <a:latin typeface="ui-monospace"/>
              </a:rPr>
              <a:t>changelogEntry</a:t>
            </a:r>
            <a:r>
              <a:rPr lang="en-SG" sz="1200" b="0" i="0" noProof="0" dirty="0">
                <a:solidFill>
                  <a:srgbClr val="0550AE"/>
                </a:solidFill>
                <a:effectLst/>
                <a:latin typeface="ui-monospace"/>
              </a:rPr>
              <a:t>"</a:t>
            </a:r>
            <a:r>
              <a:rPr lang="en-SG" sz="1200" b="0" i="0" noProof="0" dirty="0">
                <a:solidFill>
                  <a:srgbClr val="1F2328"/>
                </a:solidFill>
                <a:effectLst/>
                <a:latin typeface="ui-monospace"/>
              </a:rPr>
              <a:t>: </a:t>
            </a:r>
            <a:r>
              <a:rPr lang="en-SG" sz="1200" b="0" i="0" noProof="0" dirty="0">
                <a:solidFill>
                  <a:srgbClr val="0A3069"/>
                </a:solidFill>
                <a:effectLst/>
                <a:latin typeface="ui-monospace"/>
              </a:rPr>
              <a:t>"Added handling for partial refund scenarios (SOP-REFUND-014). Prompt tuned to reduce over-escalation to HITL on ambiguous amounts."</a:t>
            </a:r>
            <a:endParaRPr lang="en-SG" sz="1200" b="0" i="0" noProof="0" dirty="0">
              <a:solidFill>
                <a:srgbClr val="1F2328"/>
              </a:solidFill>
              <a:effectLst/>
              <a:latin typeface="ui-monospace"/>
            </a:endParaRPr>
          </a:p>
          <a:p>
            <a:pPr algn="l" latinLnBrk="0">
              <a:buNone/>
            </a:pPr>
            <a:r>
              <a:rPr lang="en-SG" sz="1200" b="0" i="0" noProof="0" dirty="0">
                <a:solidFill>
                  <a:srgbClr val="1F2328"/>
                </a:solidFill>
                <a:effectLst/>
                <a:latin typeface="ui-monospace"/>
              </a:rPr>
              <a:t>}</a:t>
            </a:r>
          </a:p>
        </p:txBody>
      </p:sp>
      <p:sp>
        <p:nvSpPr>
          <p:cNvPr id="7" name="TextBox 6">
            <a:extLst>
              <a:ext uri="{FF2B5EF4-FFF2-40B4-BE49-F238E27FC236}">
                <a16:creationId xmlns:a16="http://schemas.microsoft.com/office/drawing/2014/main" id="{FF278755-AB01-FCAA-063C-C97DC0818718}"/>
              </a:ext>
            </a:extLst>
          </p:cNvPr>
          <p:cNvSpPr txBox="1"/>
          <p:nvPr/>
        </p:nvSpPr>
        <p:spPr>
          <a:xfrm>
            <a:off x="653396" y="4794691"/>
            <a:ext cx="10885207" cy="1384995"/>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Pros: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Cryptographic image signing means exactly what was evaluated in CI is what runs in production — no configuration drift</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Append-only registry DB provides a permanent, auditable history of every agent version that has ever run in any environment</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agent-</a:t>
            </a:r>
            <a:r>
              <a:rPr lang="en-SG" sz="1200" noProof="0" dirty="0" err="1">
                <a:latin typeface="Source Sans Pro" panose="020B0503030403020204" pitchFamily="34" charset="0"/>
                <a:ea typeface="Source Sans Pro" panose="020B0503030403020204" pitchFamily="34" charset="0"/>
              </a:rPr>
              <a:t>manifest.json</a:t>
            </a:r>
            <a:r>
              <a:rPr lang="en-SG" sz="1200" noProof="0" dirty="0">
                <a:latin typeface="Source Sans Pro" panose="020B0503030403020204" pitchFamily="34" charset="0"/>
                <a:ea typeface="Source Sans Pro" panose="020B0503030403020204" pitchFamily="34" charset="0"/>
              </a:rPr>
              <a:t> in the repository creates a review artefact — capability changes are code-reviewed like any other change</a:t>
            </a:r>
          </a:p>
          <a:p>
            <a:pPr marL="171450" indent="-171450">
              <a:buFont typeface="Arial" panose="020B0604020202020204" pitchFamily="34" charset="0"/>
              <a:buChar char="•"/>
            </a:pPr>
            <a:r>
              <a:rPr lang="en-SG" sz="1200" noProof="0" dirty="0" err="1">
                <a:latin typeface="Source Sans Pro" panose="020B0503030403020204" pitchFamily="34" charset="0"/>
                <a:ea typeface="Source Sans Pro" panose="020B0503030403020204" pitchFamily="34" charset="0"/>
              </a:rPr>
              <a:t>SemVer</a:t>
            </a:r>
            <a:r>
              <a:rPr lang="en-SG" sz="1200" noProof="0" dirty="0">
                <a:latin typeface="Source Sans Pro" panose="020B0503030403020204" pitchFamily="34" charset="0"/>
                <a:ea typeface="Source Sans Pro" panose="020B0503030403020204" pitchFamily="34" charset="0"/>
              </a:rPr>
              <a:t> enables targeted rollback (PATCH rollback without losing MINOR capabilities)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AIGP cross-validation: the tools list in the manifest can be automatically compared against AIGP's registered tool list during the CI gate, blocking deployment of agents that declare tools not yet provisioned in AIGP</a:t>
            </a:r>
          </a:p>
        </p:txBody>
      </p:sp>
      <p:sp>
        <p:nvSpPr>
          <p:cNvPr id="13" name="TextBox 12">
            <a:extLst>
              <a:ext uri="{FF2B5EF4-FFF2-40B4-BE49-F238E27FC236}">
                <a16:creationId xmlns:a16="http://schemas.microsoft.com/office/drawing/2014/main" id="{47B0CD02-C9C7-CEB4-E877-0223AC2E2B09}"/>
              </a:ext>
            </a:extLst>
          </p:cNvPr>
          <p:cNvSpPr txBox="1"/>
          <p:nvPr/>
        </p:nvSpPr>
        <p:spPr>
          <a:xfrm>
            <a:off x="653396" y="6130560"/>
            <a:ext cx="10762567" cy="646331"/>
          </a:xfrm>
          <a:prstGeom prst="rect">
            <a:avLst/>
          </a:prstGeom>
          <a:noFill/>
        </p:spPr>
        <p:txBody>
          <a:bodyPr wrap="square">
            <a:spAutoFit/>
          </a:bodyPr>
          <a:lstStyle/>
          <a:p>
            <a:r>
              <a:rPr lang="en-SG" sz="1200" b="1" noProof="0" dirty="0"/>
              <a:t>Cons:</a:t>
            </a:r>
          </a:p>
          <a:p>
            <a:pPr marL="171450" indent="-171450">
              <a:buFont typeface="Arial" panose="020B0604020202020204" pitchFamily="34" charset="0"/>
              <a:buChar char="•"/>
            </a:pPr>
            <a:r>
              <a:rPr lang="en-SG" sz="1200" noProof="0" dirty="0"/>
              <a:t>PostgreSQL registry adds an infrastructure dependency (managed by Ops, not App &amp; Data)</a:t>
            </a:r>
          </a:p>
          <a:p>
            <a:pPr marL="171450" indent="-171450">
              <a:buFont typeface="Arial" panose="020B0604020202020204" pitchFamily="34" charset="0"/>
              <a:buChar char="•"/>
            </a:pPr>
            <a:r>
              <a:rPr lang="en-SG" sz="1200" noProof="0" dirty="0"/>
              <a:t>Notation image signing requires PKI certificate management via Azure Key Vault; signing certificate rotation must be planned for</a:t>
            </a:r>
          </a:p>
        </p:txBody>
      </p:sp>
      <p:sp>
        <p:nvSpPr>
          <p:cNvPr id="17" name="Title 1">
            <a:extLst>
              <a:ext uri="{FF2B5EF4-FFF2-40B4-BE49-F238E27FC236}">
                <a16:creationId xmlns:a16="http://schemas.microsoft.com/office/drawing/2014/main" id="{60233C4B-6014-DAFD-FE7D-F00D14717F92}"/>
              </a:ext>
            </a:extLst>
          </p:cNvPr>
          <p:cNvSpPr txBox="1">
            <a:spLocks/>
          </p:cNvSpPr>
          <p:nvPr/>
        </p:nvSpPr>
        <p:spPr>
          <a:xfrm>
            <a:off x="653396" y="4451758"/>
            <a:ext cx="10515600" cy="377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latin typeface="Source Sans Pro"/>
              </a:rPr>
              <a:t>Option 3 Summary:</a:t>
            </a:r>
          </a:p>
        </p:txBody>
      </p:sp>
    </p:spTree>
    <p:extLst>
      <p:ext uri="{BB962C8B-B14F-4D97-AF65-F5344CB8AC3E}">
        <p14:creationId xmlns:p14="http://schemas.microsoft.com/office/powerpoint/2010/main" val="2631509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70"/>
            <a:ext cx="10515600" cy="772016"/>
          </a:xfrm>
        </p:spPr>
        <p:txBody>
          <a:bodyPr>
            <a:normAutofit/>
          </a:bodyPr>
          <a:lstStyle/>
          <a:p>
            <a:r>
              <a:rPr lang="en-SG" sz="3200" noProof="0" dirty="0">
                <a:latin typeface="Source Sans Pro"/>
              </a:rPr>
              <a:t>Deployment Lifecycle: Dev → Test → Pre-Prod → Prod</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23" name="TextBox 22"/>
          <p:cNvSpPr txBox="1"/>
          <p:nvPr/>
        </p:nvSpPr>
        <p:spPr>
          <a:xfrm>
            <a:off x="832104" y="5118100"/>
            <a:ext cx="10515600" cy="461665"/>
          </a:xfrm>
          <a:prstGeom prst="rect">
            <a:avLst/>
          </a:prstGeom>
          <a:noFill/>
        </p:spPr>
        <p:txBody>
          <a:bodyPr wrap="square">
            <a:spAutoFit/>
          </a:bodyPr>
          <a:lstStyle/>
          <a:p>
            <a:pPr algn="l"/>
            <a:r>
              <a:rPr lang="en-SG" sz="1200" b="1" i="0" noProof="0" dirty="0">
                <a:solidFill>
                  <a:srgbClr val="005AAB"/>
                </a:solidFill>
                <a:latin typeface="Source Sans Pro"/>
              </a:rPr>
              <a:t>IRAS Recommendation: Option 1 — Azure DevOps is within existing GCC 2.0 governance boundary; the pipeline encodes eval thresholds as automated enforcement, not a policy document.</a:t>
            </a:r>
          </a:p>
        </p:txBody>
      </p:sp>
      <p:graphicFrame>
        <p:nvGraphicFramePr>
          <p:cNvPr id="24" name="Table 23">
            <a:extLst>
              <a:ext uri="{FF2B5EF4-FFF2-40B4-BE49-F238E27FC236}">
                <a16:creationId xmlns:a16="http://schemas.microsoft.com/office/drawing/2014/main" id="{DEBDADA4-FF6B-4161-8B57-CAF4B05A092F}"/>
              </a:ext>
            </a:extLst>
          </p:cNvPr>
          <p:cNvGraphicFramePr>
            <a:graphicFrameLocks noGrp="1"/>
          </p:cNvGraphicFramePr>
          <p:nvPr>
            <p:extLst>
              <p:ext uri="{D42A27DB-BD31-4B8C-83A1-F6EECF244321}">
                <p14:modId xmlns:p14="http://schemas.microsoft.com/office/powerpoint/2010/main" val="1218959842"/>
              </p:ext>
            </p:extLst>
          </p:nvPr>
        </p:nvGraphicFramePr>
        <p:xfrm>
          <a:off x="832104" y="1905000"/>
          <a:ext cx="10469880" cy="2937451"/>
        </p:xfrm>
        <a:graphic>
          <a:graphicData uri="http://schemas.openxmlformats.org/drawingml/2006/table">
            <a:tbl>
              <a:tblPr firstRow="1">
                <a:tableStyleId>{7E9639D4-E3E2-4D34-9284-5A2195B3D0D7}</a:tableStyleId>
              </a:tblPr>
              <a:tblGrid>
                <a:gridCol w="1651000">
                  <a:extLst>
                    <a:ext uri="{9D8B030D-6E8A-4147-A177-3AD203B41FA5}">
                      <a16:colId xmlns:a16="http://schemas.microsoft.com/office/drawing/2014/main" val="4027926716"/>
                    </a:ext>
                  </a:extLst>
                </a:gridCol>
                <a:gridCol w="3810000">
                  <a:extLst>
                    <a:ext uri="{9D8B030D-6E8A-4147-A177-3AD203B41FA5}">
                      <a16:colId xmlns:a16="http://schemas.microsoft.com/office/drawing/2014/main" val="751271198"/>
                    </a:ext>
                  </a:extLst>
                </a:gridCol>
                <a:gridCol w="2413000">
                  <a:extLst>
                    <a:ext uri="{9D8B030D-6E8A-4147-A177-3AD203B41FA5}">
                      <a16:colId xmlns:a16="http://schemas.microsoft.com/office/drawing/2014/main" val="247959431"/>
                    </a:ext>
                  </a:extLst>
                </a:gridCol>
                <a:gridCol w="2595880">
                  <a:extLst>
                    <a:ext uri="{9D8B030D-6E8A-4147-A177-3AD203B41FA5}">
                      <a16:colId xmlns:a16="http://schemas.microsoft.com/office/drawing/2014/main" val="197142130"/>
                    </a:ext>
                  </a:extLst>
                </a:gridCol>
              </a:tblGrid>
              <a:tr h="337686">
                <a:tc>
                  <a:txBody>
                    <a:bodyPr/>
                    <a:lstStyle/>
                    <a:p>
                      <a:pPr algn="l"/>
                      <a:r>
                        <a:rPr lang="en-SG" sz="1200" b="1" noProof="0" dirty="0">
                          <a:latin typeface="Source Sans Pro"/>
                        </a:rPr>
                        <a:t>Option</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latin typeface="Source Sans Pro"/>
                        </a:rPr>
                        <a:t>Approach</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latin typeface="Source Sans Pro"/>
                        </a:rPr>
                        <a:t>Pros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latin typeface="Source Sans Pro"/>
                        </a:rPr>
                        <a:t>Cons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467602851"/>
                  </a:ext>
                </a:extLst>
              </a:tr>
              <a:tr h="1105647">
                <a:tc>
                  <a:txBody>
                    <a:bodyPr/>
                    <a:lstStyle/>
                    <a:p>
                      <a:pPr algn="l"/>
                      <a:r>
                        <a:rPr lang="en-SG" sz="1200" b="0" noProof="0" dirty="0">
                          <a:latin typeface="Source Sans Pro"/>
                        </a:rPr>
                        <a:t>Option 1 (Recommended)</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Azure DevOps multi-stage pipeline with manual gates: Build &amp; sign; Test + 100-email synthetic eval; Pre-Prod approval; Prod canary with AO lead + Ops approval.</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Gates logged in Azure DevOps + registry DB</a:t>
                      </a:r>
                    </a:p>
                    <a:p>
                      <a:pPr algn="l"/>
                      <a:r>
                        <a:rPr lang="en-SG" sz="1200" b="0" noProof="0" dirty="0">
                          <a:latin typeface="Source Sans Pro"/>
                        </a:rPr>
                        <a:t>• ISO 27001 audit trail</a:t>
                      </a:r>
                    </a:p>
                    <a:p>
                      <a:pPr algn="l"/>
                      <a:r>
                        <a:rPr lang="en-SG" sz="1200" b="0" noProof="0" dirty="0">
                          <a:latin typeface="Source Sans Pro"/>
                        </a:rPr>
                        <a:t>• Environment isolation</a:t>
                      </a:r>
                    </a:p>
                    <a:p>
                      <a:pPr algn="l"/>
                      <a:r>
                        <a:rPr lang="en-SG" sz="1200" b="0" noProof="0" dirty="0">
                          <a:latin typeface="Source Sans Pro"/>
                        </a:rPr>
                        <a:t>• Dual approval reduces prod risk</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Full prod patch may take 24–72 h</a:t>
                      </a:r>
                    </a:p>
                    <a:p>
                      <a:pPr algn="l"/>
                      <a:r>
                        <a:rPr lang="en-SG" sz="1200" b="0" noProof="0" dirty="0">
                          <a:latin typeface="Source Sans Pro"/>
                        </a:rPr>
                        <a:t>• Synthetic eval set needs ongoing curation</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2330277"/>
                  </a:ext>
                </a:extLst>
              </a:tr>
              <a:tr h="627529">
                <a:tc>
                  <a:txBody>
                    <a:bodyPr/>
                    <a:lstStyle/>
                    <a:p>
                      <a:pPr algn="l"/>
                      <a:r>
                        <a:rPr lang="en-SG" sz="1200" b="0" noProof="0" dirty="0">
                          <a:latin typeface="Source Sans Pro"/>
                        </a:rPr>
                        <a:t>Option 2</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GitHub Actions with environment protection rules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Better developer experience</a:t>
                      </a:r>
                    </a:p>
                    <a:p>
                      <a:pPr algn="l"/>
                      <a:r>
                        <a:rPr lang="en-SG" sz="1200" b="0" noProof="0" dirty="0">
                          <a:latin typeface="Source Sans Pro"/>
                        </a:rPr>
                        <a:t>• Native PR integration</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Self-hosted runners needed in GCC 2.0</a:t>
                      </a:r>
                    </a:p>
                    <a:p>
                      <a:pPr algn="l"/>
                      <a:r>
                        <a:rPr lang="en-SG" sz="1200" b="0" noProof="0" dirty="0">
                          <a:latin typeface="Source Sans Pro"/>
                        </a:rPr>
                        <a:t>• Adds a second CI/CD platform to govern</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6910025"/>
                  </a:ext>
                </a:extLst>
              </a:tr>
              <a:tr h="866589">
                <a:tc>
                  <a:txBody>
                    <a:bodyPr/>
                    <a:lstStyle/>
                    <a:p>
                      <a:pPr algn="l"/>
                      <a:r>
                        <a:rPr lang="en-SG" sz="1200" b="0" noProof="0" dirty="0">
                          <a:latin typeface="Source Sans Pro"/>
                        </a:rPr>
                        <a:t>Option 3</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Manual deployment with runbook</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No CI/CD infrastructure to maintain</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No automated eval gate</a:t>
                      </a:r>
                    </a:p>
                    <a:p>
                      <a:pPr algn="l"/>
                      <a:r>
                        <a:rPr lang="en-SG" sz="1200" b="0" noProof="0" dirty="0">
                          <a:latin typeface="Source Sans Pro"/>
                        </a:rPr>
                        <a:t>• Fails ISO 27001 change management</a:t>
                      </a:r>
                    </a:p>
                    <a:p>
                      <a:pPr algn="l"/>
                      <a:r>
                        <a:rPr lang="en-SG" sz="1200" b="0" noProof="0" dirty="0">
                          <a:latin typeface="Source Sans Pro"/>
                        </a:rPr>
                        <a:t>• Signing may be skipped under time pressure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9203332"/>
                  </a:ext>
                </a:extLst>
              </a:tr>
            </a:tbl>
          </a:graphicData>
        </a:graphic>
      </p:graphicFrame>
      <p:sp>
        <p:nvSpPr>
          <p:cNvPr id="25" name="Slide Number Placeholder 1">
            <a:extLst>
              <a:ext uri="{FF2B5EF4-FFF2-40B4-BE49-F238E27FC236}">
                <a16:creationId xmlns:a16="http://schemas.microsoft.com/office/drawing/2014/main" id="{D3BC8F6E-BBC5-0C99-9EA3-2D1E2E18D6E8}"/>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11</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FF827-3578-D6D3-051E-9186CBAB8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C28BC-24D1-238D-34E0-9727130C9E94}"/>
              </a:ext>
            </a:extLst>
          </p:cNvPr>
          <p:cNvSpPr>
            <a:spLocks noGrp="1"/>
          </p:cNvSpPr>
          <p:nvPr>
            <p:ph type="title"/>
          </p:nvPr>
        </p:nvSpPr>
        <p:spPr>
          <a:xfrm>
            <a:off x="838200" y="191507"/>
            <a:ext cx="10515600" cy="531385"/>
          </a:xfrm>
        </p:spPr>
        <p:txBody>
          <a:bodyPr/>
          <a:lstStyle/>
          <a:p>
            <a:r>
              <a:rPr lang="en-SG" sz="2000" noProof="0" dirty="0">
                <a:latin typeface="Source Sans Pro"/>
              </a:rPr>
              <a:t>Testing Strategy</a:t>
            </a:r>
          </a:p>
        </p:txBody>
      </p:sp>
      <p:sp>
        <p:nvSpPr>
          <p:cNvPr id="4" name="TextBox 3">
            <a:extLst>
              <a:ext uri="{FF2B5EF4-FFF2-40B4-BE49-F238E27FC236}">
                <a16:creationId xmlns:a16="http://schemas.microsoft.com/office/drawing/2014/main" id="{AAB7C8A2-F8A0-A0D5-178E-672202BE264D}"/>
              </a:ext>
            </a:extLst>
          </p:cNvPr>
          <p:cNvSpPr txBox="1"/>
          <p:nvPr/>
        </p:nvSpPr>
        <p:spPr>
          <a:xfrm>
            <a:off x="8465419" y="239129"/>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F0B46C78-6BD9-82CC-86AE-748C491CAF8F}"/>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12</a:t>
            </a:fld>
            <a:endParaRPr lang="en-SG" noProof="0" dirty="0"/>
          </a:p>
        </p:txBody>
      </p:sp>
      <p:sp>
        <p:nvSpPr>
          <p:cNvPr id="11" name="TextBox 10">
            <a:extLst>
              <a:ext uri="{FF2B5EF4-FFF2-40B4-BE49-F238E27FC236}">
                <a16:creationId xmlns:a16="http://schemas.microsoft.com/office/drawing/2014/main" id="{D7BB7FAA-0836-42E3-2D6C-3BB7CA339701}"/>
              </a:ext>
            </a:extLst>
          </p:cNvPr>
          <p:cNvSpPr txBox="1"/>
          <p:nvPr/>
        </p:nvSpPr>
        <p:spPr>
          <a:xfrm>
            <a:off x="838200" y="794490"/>
            <a:ext cx="9541042"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Implementation Overview</a:t>
            </a:r>
            <a:endParaRPr lang="en-SG" sz="1600" noProof="0" dirty="0">
              <a:solidFill>
                <a:srgbClr val="005AAB"/>
              </a:solidFill>
              <a:latin typeface="Source Sans Pro" panose="020B0503030403020204" pitchFamily="34" charset="0"/>
              <a:ea typeface="Source Sans Pro" panose="020B0503030403020204" pitchFamily="34" charset="0"/>
            </a:endParaRPr>
          </a:p>
        </p:txBody>
      </p:sp>
      <p:sp>
        <p:nvSpPr>
          <p:cNvPr id="13" name="TextBox 12">
            <a:extLst>
              <a:ext uri="{FF2B5EF4-FFF2-40B4-BE49-F238E27FC236}">
                <a16:creationId xmlns:a16="http://schemas.microsoft.com/office/drawing/2014/main" id="{ECE9D44D-016B-8E50-7258-19D20C0C186A}"/>
              </a:ext>
            </a:extLst>
          </p:cNvPr>
          <p:cNvSpPr txBox="1"/>
          <p:nvPr/>
        </p:nvSpPr>
        <p:spPr>
          <a:xfrm>
            <a:off x="838199" y="1163822"/>
            <a:ext cx="10278979" cy="646331"/>
          </a:xfrm>
          <a:prstGeom prst="rect">
            <a:avLst/>
          </a:prstGeom>
          <a:noFill/>
        </p:spPr>
        <p:txBody>
          <a:bodyPr wrap="square">
            <a:spAutoFit/>
          </a:bodyPr>
          <a:lstStyle/>
          <a:p>
            <a:pPr algn="l">
              <a:spcAft>
                <a:spcPts val="1200"/>
              </a:spcAft>
              <a:buNone/>
            </a:pPr>
            <a:r>
              <a:rPr lang="en-SG" sz="1200" b="0" i="0" noProof="0" dirty="0">
                <a:solidFill>
                  <a:srgbClr val="1F2328"/>
                </a:solidFill>
                <a:effectLst/>
                <a:latin typeface="Source Sans Pro" panose="020B0503030403020204" pitchFamily="34" charset="0"/>
                <a:ea typeface="Source Sans Pro" panose="020B0503030403020204" pitchFamily="34" charset="0"/>
              </a:rPr>
              <a:t>LLMs are non-deterministic. An agent that passes all synthetic evaluation tests can still exhibit unexpected behaviour on the diverse, unpredictable distribution of real taxpayer emails. The testing strategy for production must expose new agent versions to real traffic at low volume before full promotion — while retaining the ability to instantly revert if the canary metrics degrade.</a:t>
            </a:r>
          </a:p>
        </p:txBody>
      </p:sp>
      <p:sp>
        <p:nvSpPr>
          <p:cNvPr id="15" name="TextBox 14">
            <a:extLst>
              <a:ext uri="{FF2B5EF4-FFF2-40B4-BE49-F238E27FC236}">
                <a16:creationId xmlns:a16="http://schemas.microsoft.com/office/drawing/2014/main" id="{0F812641-E58C-954F-3133-E5772B1160AB}"/>
              </a:ext>
            </a:extLst>
          </p:cNvPr>
          <p:cNvSpPr txBox="1"/>
          <p:nvPr/>
        </p:nvSpPr>
        <p:spPr>
          <a:xfrm>
            <a:off x="838197" y="1810153"/>
            <a:ext cx="10278979" cy="461665"/>
          </a:xfrm>
          <a:prstGeom prst="rect">
            <a:avLst/>
          </a:prstGeom>
          <a:noFill/>
        </p:spPr>
        <p:txBody>
          <a:bodyPr wrap="square">
            <a:spAutoFit/>
          </a:bodyPr>
          <a:lstStyle/>
          <a:p>
            <a:pPr algn="l">
              <a:spcAft>
                <a:spcPts val="1200"/>
              </a:spcAft>
              <a:buNone/>
            </a:pPr>
            <a:r>
              <a:rPr lang="en-SG" sz="1200" b="0" i="0" noProof="0" dirty="0">
                <a:solidFill>
                  <a:srgbClr val="1F2328"/>
                </a:solidFill>
                <a:effectLst/>
                <a:latin typeface="Source Sans Pro" panose="020B0503030403020204" pitchFamily="34" charset="0"/>
                <a:ea typeface="Source Sans Pro" panose="020B0503030403020204" pitchFamily="34" charset="0"/>
              </a:rPr>
              <a:t>Azure Container Apps natively supports </a:t>
            </a:r>
            <a:r>
              <a:rPr lang="en-SG" sz="1200" b="1" i="0" noProof="0" dirty="0">
                <a:solidFill>
                  <a:srgbClr val="1F2328"/>
                </a:solidFill>
                <a:effectLst/>
                <a:latin typeface="Source Sans Pro" panose="020B0503030403020204" pitchFamily="34" charset="0"/>
                <a:ea typeface="Source Sans Pro" panose="020B0503030403020204" pitchFamily="34" charset="0"/>
              </a:rPr>
              <a:t>revision-based traffic splitting</a:t>
            </a:r>
            <a:r>
              <a:rPr lang="en-SG" sz="1200" b="0" i="0" noProof="0" dirty="0">
                <a:solidFill>
                  <a:srgbClr val="1F2328"/>
                </a:solidFill>
                <a:effectLst/>
                <a:latin typeface="Source Sans Pro" panose="020B0503030403020204" pitchFamily="34" charset="0"/>
                <a:ea typeface="Source Sans Pro" panose="020B0503030403020204" pitchFamily="34" charset="0"/>
              </a:rPr>
              <a:t>, making blue-green and canary deployments a first-class operational capability at no additional infrastructure cost.</a:t>
            </a:r>
          </a:p>
        </p:txBody>
      </p:sp>
      <p:sp>
        <p:nvSpPr>
          <p:cNvPr id="17" name="TextBox 16">
            <a:extLst>
              <a:ext uri="{FF2B5EF4-FFF2-40B4-BE49-F238E27FC236}">
                <a16:creationId xmlns:a16="http://schemas.microsoft.com/office/drawing/2014/main" id="{F5224EBA-E5EB-E927-B05A-12B422593131}"/>
              </a:ext>
            </a:extLst>
          </p:cNvPr>
          <p:cNvSpPr txBox="1"/>
          <p:nvPr/>
        </p:nvSpPr>
        <p:spPr>
          <a:xfrm>
            <a:off x="838197" y="2302595"/>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Option 1: Feature-Flag-Based Canary (Azure App Configuration)</a:t>
            </a:r>
          </a:p>
        </p:txBody>
      </p:sp>
      <p:sp>
        <p:nvSpPr>
          <p:cNvPr id="19" name="TextBox 18">
            <a:extLst>
              <a:ext uri="{FF2B5EF4-FFF2-40B4-BE49-F238E27FC236}">
                <a16:creationId xmlns:a16="http://schemas.microsoft.com/office/drawing/2014/main" id="{F819CF4D-05C2-512F-C215-41AB55E28A9C}"/>
              </a:ext>
            </a:extLst>
          </p:cNvPr>
          <p:cNvSpPr txBox="1"/>
          <p:nvPr/>
        </p:nvSpPr>
        <p:spPr>
          <a:xfrm>
            <a:off x="838197" y="2648327"/>
            <a:ext cx="10278979"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a:t>
            </a:r>
            <a:r>
              <a:rPr lang="en-SG" sz="1200" b="0" i="0" noProof="0" dirty="0">
                <a:solidFill>
                  <a:srgbClr val="1F2328"/>
                </a:solidFill>
                <a:effectLst/>
                <a:latin typeface="Source Sans Pro" panose="020B0503030403020204" pitchFamily="34" charset="0"/>
                <a:ea typeface="Source Sans Pro" panose="020B0503030403020204" pitchFamily="34" charset="0"/>
              </a:rPr>
              <a:t>: Azure App Configuration (feature flags), custom routing logic in SWEE/AO</a:t>
            </a:r>
            <a:endParaRPr lang="en-SG" sz="1200" noProof="0" dirty="0">
              <a:latin typeface="Source Sans Pro" panose="020B0503030403020204" pitchFamily="34" charset="0"/>
              <a:ea typeface="Source Sans Pro" panose="020B0503030403020204" pitchFamily="34" charset="0"/>
            </a:endParaRPr>
          </a:p>
        </p:txBody>
      </p:sp>
      <p:sp>
        <p:nvSpPr>
          <p:cNvPr id="21" name="TextBox 20">
            <a:extLst>
              <a:ext uri="{FF2B5EF4-FFF2-40B4-BE49-F238E27FC236}">
                <a16:creationId xmlns:a16="http://schemas.microsoft.com/office/drawing/2014/main" id="{A24EF5E8-2B37-5AAF-56CB-AB2F47562D41}"/>
              </a:ext>
            </a:extLst>
          </p:cNvPr>
          <p:cNvSpPr txBox="1"/>
          <p:nvPr/>
        </p:nvSpPr>
        <p:spPr>
          <a:xfrm>
            <a:off x="838197" y="2963109"/>
            <a:ext cx="10202776"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Azure App Configuration feature flags control which emails are routed to the new agent version. A feature flag agent-refund-v2 at 10% targeting routes that percentage of emails to the v2 agent container.</a:t>
            </a:r>
            <a:endParaRPr lang="en-SG" sz="1200" noProof="0" dirty="0">
              <a:latin typeface="Source Sans Pro" panose="020B0503030403020204" pitchFamily="34" charset="0"/>
              <a:ea typeface="Source Sans Pro" panose="020B0503030403020204" pitchFamily="34" charset="0"/>
            </a:endParaRPr>
          </a:p>
        </p:txBody>
      </p:sp>
      <p:sp>
        <p:nvSpPr>
          <p:cNvPr id="23" name="TextBox 22">
            <a:extLst>
              <a:ext uri="{FF2B5EF4-FFF2-40B4-BE49-F238E27FC236}">
                <a16:creationId xmlns:a16="http://schemas.microsoft.com/office/drawing/2014/main" id="{DEC3FB4A-9CBC-2CD1-A239-9006016F2CBF}"/>
              </a:ext>
            </a:extLst>
          </p:cNvPr>
          <p:cNvSpPr txBox="1"/>
          <p:nvPr/>
        </p:nvSpPr>
        <p:spPr>
          <a:xfrm>
            <a:off x="838197" y="3433227"/>
            <a:ext cx="10202776"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Pros</a:t>
            </a:r>
            <a:r>
              <a:rPr lang="en-SG" sz="1200" b="0" i="0" noProof="0" dirty="0">
                <a:solidFill>
                  <a:srgbClr val="1F2328"/>
                </a:solidFill>
                <a:effectLst/>
                <a:latin typeface="Source Sans Pro" panose="020B0503030403020204" pitchFamily="34" charset="0"/>
                <a:ea typeface="Source Sans Pro" panose="020B0503030403020204" pitchFamily="34" charset="0"/>
              </a:rPr>
              <a:t>: More fine-grained targeting available (e.g., route canary only to a specific taxpayer segment or SOP subcategory)</a:t>
            </a:r>
            <a:endParaRPr lang="en-SG" sz="1200" noProof="0" dirty="0">
              <a:latin typeface="Source Sans Pro" panose="020B0503030403020204" pitchFamily="34" charset="0"/>
              <a:ea typeface="Source Sans Pro" panose="020B0503030403020204" pitchFamily="34" charset="0"/>
            </a:endParaRPr>
          </a:p>
        </p:txBody>
      </p:sp>
      <p:sp>
        <p:nvSpPr>
          <p:cNvPr id="27" name="TextBox 26">
            <a:extLst>
              <a:ext uri="{FF2B5EF4-FFF2-40B4-BE49-F238E27FC236}">
                <a16:creationId xmlns:a16="http://schemas.microsoft.com/office/drawing/2014/main" id="{9A52C5C0-DC3B-4E36-29B5-7745EC7FA2EB}"/>
              </a:ext>
            </a:extLst>
          </p:cNvPr>
          <p:cNvSpPr txBox="1"/>
          <p:nvPr/>
        </p:nvSpPr>
        <p:spPr>
          <a:xfrm>
            <a:off x="838196" y="3718679"/>
            <a:ext cx="10278979" cy="1015663"/>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Requires custom routing logic in SWEE or AO to read the feature flag and fork the email to the appropriate agent version — additional code to test and maintain</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ACA revision weighting is simpler and requires no application code changes; feature flags are more appropriate for UI feature gating than infrastructure-level agent traffic routing</a:t>
            </a:r>
          </a:p>
        </p:txBody>
      </p:sp>
      <p:sp>
        <p:nvSpPr>
          <p:cNvPr id="29" name="TextBox 28">
            <a:extLst>
              <a:ext uri="{FF2B5EF4-FFF2-40B4-BE49-F238E27FC236}">
                <a16:creationId xmlns:a16="http://schemas.microsoft.com/office/drawing/2014/main" id="{2ED5C441-29E9-BE42-C885-600C8FFE5DCB}"/>
              </a:ext>
            </a:extLst>
          </p:cNvPr>
          <p:cNvSpPr txBox="1"/>
          <p:nvPr/>
        </p:nvSpPr>
        <p:spPr>
          <a:xfrm>
            <a:off x="838196" y="4734342"/>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Option 2: Blue-Green Full Cutover (No Canary)</a:t>
            </a:r>
          </a:p>
        </p:txBody>
      </p:sp>
      <p:sp>
        <p:nvSpPr>
          <p:cNvPr id="31" name="TextBox 30">
            <a:extLst>
              <a:ext uri="{FF2B5EF4-FFF2-40B4-BE49-F238E27FC236}">
                <a16:creationId xmlns:a16="http://schemas.microsoft.com/office/drawing/2014/main" id="{B8990B38-75C0-61FB-B807-CD3C86AA0A9B}"/>
              </a:ext>
            </a:extLst>
          </p:cNvPr>
          <p:cNvSpPr txBox="1"/>
          <p:nvPr/>
        </p:nvSpPr>
        <p:spPr>
          <a:xfrm>
            <a:off x="838195" y="5077947"/>
            <a:ext cx="10278979"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All or nothing. New revision deployed directly to 100% traffic weight; old revision immediately retired.</a:t>
            </a:r>
            <a:endParaRPr lang="en-SG" sz="1200" noProof="0" dirty="0">
              <a:latin typeface="Source Sans Pro" panose="020B0503030403020204" pitchFamily="34" charset="0"/>
              <a:ea typeface="Source Sans Pro" panose="020B0503030403020204" pitchFamily="34" charset="0"/>
            </a:endParaRPr>
          </a:p>
        </p:txBody>
      </p:sp>
      <p:sp>
        <p:nvSpPr>
          <p:cNvPr id="33" name="TextBox 32">
            <a:extLst>
              <a:ext uri="{FF2B5EF4-FFF2-40B4-BE49-F238E27FC236}">
                <a16:creationId xmlns:a16="http://schemas.microsoft.com/office/drawing/2014/main" id="{2EADAE01-E523-28F4-0789-3647CD32B748}"/>
              </a:ext>
            </a:extLst>
          </p:cNvPr>
          <p:cNvSpPr txBox="1"/>
          <p:nvPr/>
        </p:nvSpPr>
        <p:spPr>
          <a:xfrm>
            <a:off x="838196" y="5372461"/>
            <a:ext cx="6097604"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Pros</a:t>
            </a:r>
            <a:r>
              <a:rPr lang="en-SG" sz="1200" b="0" i="0" noProof="0" dirty="0">
                <a:solidFill>
                  <a:srgbClr val="1F2328"/>
                </a:solidFill>
                <a:effectLst/>
                <a:latin typeface="Source Sans Pro" panose="020B0503030403020204" pitchFamily="34" charset="0"/>
                <a:ea typeface="Source Sans Pro" panose="020B0503030403020204" pitchFamily="34" charset="0"/>
              </a:rPr>
              <a:t>: Simpler mental model; no canary monitoring required</a:t>
            </a:r>
            <a:endParaRPr lang="en-SG" sz="1200" noProof="0" dirty="0">
              <a:latin typeface="Source Sans Pro" panose="020B0503030403020204" pitchFamily="34" charset="0"/>
              <a:ea typeface="Source Sans Pro" panose="020B0503030403020204" pitchFamily="34" charset="0"/>
            </a:endParaRPr>
          </a:p>
        </p:txBody>
      </p:sp>
      <p:sp>
        <p:nvSpPr>
          <p:cNvPr id="35" name="TextBox 34">
            <a:extLst>
              <a:ext uri="{FF2B5EF4-FFF2-40B4-BE49-F238E27FC236}">
                <a16:creationId xmlns:a16="http://schemas.microsoft.com/office/drawing/2014/main" id="{AECDBA63-D459-5D49-D91C-6925F4B0B9C0}"/>
              </a:ext>
            </a:extLst>
          </p:cNvPr>
          <p:cNvSpPr txBox="1"/>
          <p:nvPr/>
        </p:nvSpPr>
        <p:spPr>
          <a:xfrm>
            <a:off x="838196" y="5688297"/>
            <a:ext cx="10383256" cy="1015663"/>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If the new version has a regression that was not caught in evaluation (possible with LLMs on real-world email distribution), 100% of taxpayer emails are affected before the problem is detected</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Rollback is possible but requires a new deployment cycle: updating traffic weight to the old revision, which still requires a few minutes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Not acceptable for a production LLM system with variable, unpredictable outputs</a:t>
            </a:r>
          </a:p>
        </p:txBody>
      </p:sp>
    </p:spTree>
    <p:extLst>
      <p:ext uri="{BB962C8B-B14F-4D97-AF65-F5344CB8AC3E}">
        <p14:creationId xmlns:p14="http://schemas.microsoft.com/office/powerpoint/2010/main" val="3051814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F3470-38BB-047C-67EA-4DF933A71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17001-359C-8897-84FB-2DB98C373FFA}"/>
              </a:ext>
            </a:extLst>
          </p:cNvPr>
          <p:cNvSpPr>
            <a:spLocks noGrp="1"/>
          </p:cNvSpPr>
          <p:nvPr>
            <p:ph type="title"/>
          </p:nvPr>
        </p:nvSpPr>
        <p:spPr>
          <a:xfrm>
            <a:off x="838200" y="191507"/>
            <a:ext cx="10515600" cy="531385"/>
          </a:xfrm>
        </p:spPr>
        <p:txBody>
          <a:bodyPr/>
          <a:lstStyle/>
          <a:p>
            <a:r>
              <a:rPr lang="en-SG" sz="2000" noProof="0" dirty="0">
                <a:latin typeface="Source Sans Pro"/>
              </a:rPr>
              <a:t>Testing Strategy</a:t>
            </a:r>
          </a:p>
        </p:txBody>
      </p:sp>
      <p:sp>
        <p:nvSpPr>
          <p:cNvPr id="4" name="TextBox 3">
            <a:extLst>
              <a:ext uri="{FF2B5EF4-FFF2-40B4-BE49-F238E27FC236}">
                <a16:creationId xmlns:a16="http://schemas.microsoft.com/office/drawing/2014/main" id="{E0D42472-2B5F-B9C7-A724-F776AC846A54}"/>
              </a:ext>
            </a:extLst>
          </p:cNvPr>
          <p:cNvSpPr txBox="1"/>
          <p:nvPr/>
        </p:nvSpPr>
        <p:spPr>
          <a:xfrm>
            <a:off x="8465419" y="239129"/>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B2AB3236-4B2A-1A60-2047-9F9F50B8F006}"/>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13</a:t>
            </a:fld>
            <a:endParaRPr lang="en-SG" noProof="0" dirty="0"/>
          </a:p>
        </p:txBody>
      </p:sp>
      <p:sp>
        <p:nvSpPr>
          <p:cNvPr id="5" name="TextBox 4">
            <a:extLst>
              <a:ext uri="{FF2B5EF4-FFF2-40B4-BE49-F238E27FC236}">
                <a16:creationId xmlns:a16="http://schemas.microsoft.com/office/drawing/2014/main" id="{4E84AED3-7606-36CB-E410-30F5C7B9DCB6}"/>
              </a:ext>
            </a:extLst>
          </p:cNvPr>
          <p:cNvSpPr txBox="1"/>
          <p:nvPr/>
        </p:nvSpPr>
        <p:spPr>
          <a:xfrm>
            <a:off x="838199" y="722892"/>
            <a:ext cx="10278979"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Option 3 (Recommended): Blue-Green Foundation with Canary Promotion</a:t>
            </a:r>
          </a:p>
        </p:txBody>
      </p:sp>
      <p:sp>
        <p:nvSpPr>
          <p:cNvPr id="7" name="TextBox 6">
            <a:extLst>
              <a:ext uri="{FF2B5EF4-FFF2-40B4-BE49-F238E27FC236}">
                <a16:creationId xmlns:a16="http://schemas.microsoft.com/office/drawing/2014/main" id="{8D5A486F-3DD8-92D6-DF46-4E1720040011}"/>
              </a:ext>
            </a:extLst>
          </p:cNvPr>
          <p:cNvSpPr txBox="1"/>
          <p:nvPr/>
        </p:nvSpPr>
        <p:spPr>
          <a:xfrm>
            <a:off x="838197" y="1092224"/>
            <a:ext cx="10278979"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a:t>
            </a:r>
            <a:r>
              <a:rPr lang="en-SG" sz="1200" b="0" i="0" noProof="0" dirty="0">
                <a:solidFill>
                  <a:srgbClr val="1F2328"/>
                </a:solidFill>
                <a:effectLst/>
                <a:latin typeface="Source Sans Pro" panose="020B0503030403020204" pitchFamily="34" charset="0"/>
                <a:ea typeface="Source Sans Pro" panose="020B0503030403020204" pitchFamily="34" charset="0"/>
              </a:rPr>
              <a:t>: Azure Container Apps (revision traffic weights), Azure Monitor (canary health metrics), Azure DevOps (automated promotion gate)</a:t>
            </a:r>
            <a:endParaRPr lang="en-SG" sz="1200" noProof="0" dirty="0">
              <a:latin typeface="Source Sans Pro" panose="020B0503030403020204" pitchFamily="34" charset="0"/>
              <a:ea typeface="Source Sans Pro" panose="020B0503030403020204" pitchFamily="34" charset="0"/>
            </a:endParaRPr>
          </a:p>
        </p:txBody>
      </p:sp>
      <p:sp>
        <p:nvSpPr>
          <p:cNvPr id="10" name="TextBox 9">
            <a:extLst>
              <a:ext uri="{FF2B5EF4-FFF2-40B4-BE49-F238E27FC236}">
                <a16:creationId xmlns:a16="http://schemas.microsoft.com/office/drawing/2014/main" id="{EDA96048-70F6-752A-C71D-EAD1CCC62787}"/>
              </a:ext>
            </a:extLst>
          </p:cNvPr>
          <p:cNvSpPr txBox="1"/>
          <p:nvPr/>
        </p:nvSpPr>
        <p:spPr>
          <a:xfrm>
            <a:off x="838195" y="1407981"/>
            <a:ext cx="6097604" cy="27699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Blue-Green Foundation</a:t>
            </a:r>
          </a:p>
        </p:txBody>
      </p:sp>
      <p:sp>
        <p:nvSpPr>
          <p:cNvPr id="14" name="TextBox 13">
            <a:extLst>
              <a:ext uri="{FF2B5EF4-FFF2-40B4-BE49-F238E27FC236}">
                <a16:creationId xmlns:a16="http://schemas.microsoft.com/office/drawing/2014/main" id="{FCA29899-3208-796B-F51E-A45637317992}"/>
              </a:ext>
            </a:extLst>
          </p:cNvPr>
          <p:cNvSpPr txBox="1"/>
          <p:nvPr/>
        </p:nvSpPr>
        <p:spPr>
          <a:xfrm>
            <a:off x="838195" y="1715758"/>
            <a:ext cx="10319091"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"Blue" is the current active revision. "Green" is the new candidate revision. Both revisions run simultaneously in the same ACA Container App, receiving traffic according to their assigned weights.</a:t>
            </a:r>
            <a:endParaRPr lang="en-SG" sz="1200" noProof="0" dirty="0">
              <a:latin typeface="Source Sans Pro" panose="020B0503030403020204" pitchFamily="34" charset="0"/>
              <a:ea typeface="Source Sans Pro" panose="020B0503030403020204" pitchFamily="34" charset="0"/>
            </a:endParaRPr>
          </a:p>
        </p:txBody>
      </p:sp>
      <p:sp>
        <p:nvSpPr>
          <p:cNvPr id="22" name="TextBox 21">
            <a:extLst>
              <a:ext uri="{FF2B5EF4-FFF2-40B4-BE49-F238E27FC236}">
                <a16:creationId xmlns:a16="http://schemas.microsoft.com/office/drawing/2014/main" id="{666A9892-4824-1B0D-F195-8D895E37DEAF}"/>
              </a:ext>
            </a:extLst>
          </p:cNvPr>
          <p:cNvSpPr txBox="1"/>
          <p:nvPr/>
        </p:nvSpPr>
        <p:spPr>
          <a:xfrm>
            <a:off x="838195" y="2188055"/>
            <a:ext cx="6097604" cy="830997"/>
          </a:xfrm>
          <a:prstGeom prst="rect">
            <a:avLst/>
          </a:prstGeom>
          <a:noFill/>
        </p:spPr>
        <p:txBody>
          <a:bodyPr wrap="square">
            <a:spAutoFit/>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At canary start: Blue = 90%, Green = 10%</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At canary midpoint (if 24h metrics pass): Blue = 50%, Green = 50%</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At full promotion: Blue = 0%, Green = 100%</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At rollback: immediately set Blue = 100%, Green = 0% — takes effect within seconds</a:t>
            </a:r>
          </a:p>
        </p:txBody>
      </p:sp>
      <p:sp>
        <p:nvSpPr>
          <p:cNvPr id="25" name="TextBox 24">
            <a:extLst>
              <a:ext uri="{FF2B5EF4-FFF2-40B4-BE49-F238E27FC236}">
                <a16:creationId xmlns:a16="http://schemas.microsoft.com/office/drawing/2014/main" id="{FC44A993-5C5F-DCF3-0E35-AF52BB2EE687}"/>
              </a:ext>
            </a:extLst>
          </p:cNvPr>
          <p:cNvSpPr txBox="1"/>
          <p:nvPr/>
        </p:nvSpPr>
        <p:spPr>
          <a:xfrm>
            <a:off x="838194" y="3029684"/>
            <a:ext cx="10319091" cy="646331"/>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ACA applies traffic splitting at the HTTP level (for synchronous trigger scenarios) and at the Service Bus consumer level — the 10% canary weight means the Green revision's Service Bus consumer group processes approximately 10% of incoming messages. This is achieved by setting </a:t>
            </a:r>
            <a:r>
              <a:rPr lang="en-SG" sz="1200" b="0" i="0" noProof="0" dirty="0" err="1">
                <a:solidFill>
                  <a:srgbClr val="1F2328"/>
                </a:solidFill>
                <a:effectLst/>
                <a:latin typeface="Source Sans Pro" panose="020B0503030403020204" pitchFamily="34" charset="0"/>
                <a:ea typeface="Source Sans Pro" panose="020B0503030403020204" pitchFamily="34" charset="0"/>
              </a:rPr>
              <a:t>maxConcurrentCalls</a:t>
            </a:r>
            <a:r>
              <a:rPr lang="en-SG" sz="1200" b="0" i="0" noProof="0" dirty="0">
                <a:solidFill>
                  <a:srgbClr val="1F2328"/>
                </a:solidFill>
                <a:effectLst/>
                <a:latin typeface="Source Sans Pro" panose="020B0503030403020204" pitchFamily="34" charset="0"/>
                <a:ea typeface="Source Sans Pro" panose="020B0503030403020204" pitchFamily="34" charset="0"/>
              </a:rPr>
              <a:t> on the Service Bus trigger binding for each revision proportionally.</a:t>
            </a:r>
            <a:endParaRPr lang="en-SG" sz="1200" noProof="0" dirty="0">
              <a:latin typeface="Source Sans Pro" panose="020B0503030403020204" pitchFamily="34" charset="0"/>
              <a:ea typeface="Source Sans Pro" panose="020B0503030403020204" pitchFamily="34" charset="0"/>
            </a:endParaRPr>
          </a:p>
        </p:txBody>
      </p:sp>
      <p:sp>
        <p:nvSpPr>
          <p:cNvPr id="28" name="TextBox 27">
            <a:extLst>
              <a:ext uri="{FF2B5EF4-FFF2-40B4-BE49-F238E27FC236}">
                <a16:creationId xmlns:a16="http://schemas.microsoft.com/office/drawing/2014/main" id="{B7868113-FAE4-8D92-1AB5-2E8E587DE045}"/>
              </a:ext>
            </a:extLst>
          </p:cNvPr>
          <p:cNvSpPr txBox="1"/>
          <p:nvPr/>
        </p:nvSpPr>
        <p:spPr>
          <a:xfrm>
            <a:off x="838195" y="3726392"/>
            <a:ext cx="10635120" cy="646331"/>
          </a:xfrm>
          <a:prstGeom prst="rect">
            <a:avLst/>
          </a:prstGeom>
          <a:noFill/>
        </p:spPr>
        <p:txBody>
          <a:bodyPr wrap="square">
            <a:spAutoFit/>
          </a:bodyPr>
          <a:lstStyle/>
          <a:p>
            <a:r>
              <a:rPr lang="en-SG" sz="1200" b="1" i="0" noProof="0" dirty="0">
                <a:solidFill>
                  <a:srgbClr val="59636E"/>
                </a:solidFill>
                <a:effectLst/>
                <a:latin typeface="Source Sans Pro" panose="020B0503030403020204" pitchFamily="34" charset="0"/>
                <a:ea typeface="Source Sans Pro" panose="020B0503030403020204" pitchFamily="34" charset="0"/>
              </a:rPr>
              <a:t>Important</a:t>
            </a:r>
            <a:r>
              <a:rPr lang="en-SG" sz="1200" b="0" i="0" noProof="0" dirty="0">
                <a:solidFill>
                  <a:srgbClr val="59636E"/>
                </a:solidFill>
                <a:effectLst/>
                <a:latin typeface="Source Sans Pro" panose="020B0503030403020204" pitchFamily="34" charset="0"/>
                <a:ea typeface="Source Sans Pro" panose="020B0503030403020204" pitchFamily="34" charset="0"/>
              </a:rPr>
              <a:t>: ACA traffic splitting for Service Bus consumers is controlled via scale rules and </a:t>
            </a:r>
            <a:r>
              <a:rPr lang="en-SG" sz="1200" b="0" i="0" noProof="0" dirty="0" err="1">
                <a:solidFill>
                  <a:srgbClr val="59636E"/>
                </a:solidFill>
                <a:effectLst/>
                <a:latin typeface="Source Sans Pro" panose="020B0503030403020204" pitchFamily="34" charset="0"/>
                <a:ea typeface="Source Sans Pro" panose="020B0503030403020204" pitchFamily="34" charset="0"/>
              </a:rPr>
              <a:t>maxConcurrentCalls</a:t>
            </a:r>
            <a:r>
              <a:rPr lang="en-SG" sz="1200" b="0" i="0" noProof="0" dirty="0">
                <a:solidFill>
                  <a:srgbClr val="59636E"/>
                </a:solidFill>
                <a:effectLst/>
                <a:latin typeface="Source Sans Pro" panose="020B0503030403020204" pitchFamily="34" charset="0"/>
                <a:ea typeface="Source Sans Pro" panose="020B0503030403020204" pitchFamily="34" charset="0"/>
              </a:rPr>
              <a:t> on the Service Bus trigger, not via HTTP routing weights. The AO team's ACA deployment configuration correctly implements proportional consumption, not just HTTP traffic splitting. This should be validated in the pre-prod load test.</a:t>
            </a:r>
            <a:endParaRPr lang="en-SG" sz="1200" noProof="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87381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B7D2B-C2CE-6D59-0D48-7B5E26D12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F71C0-2A48-7D4F-8950-1E7FD2A600F2}"/>
              </a:ext>
            </a:extLst>
          </p:cNvPr>
          <p:cNvSpPr>
            <a:spLocks noGrp="1"/>
          </p:cNvSpPr>
          <p:nvPr>
            <p:ph type="title"/>
          </p:nvPr>
        </p:nvSpPr>
        <p:spPr>
          <a:xfrm>
            <a:off x="838200" y="191507"/>
            <a:ext cx="10515600" cy="531385"/>
          </a:xfrm>
        </p:spPr>
        <p:txBody>
          <a:bodyPr/>
          <a:lstStyle/>
          <a:p>
            <a:r>
              <a:rPr lang="en-SG" sz="2000" noProof="0" dirty="0">
                <a:latin typeface="Source Sans Pro"/>
              </a:rPr>
              <a:t>Testing Strategy</a:t>
            </a:r>
          </a:p>
        </p:txBody>
      </p:sp>
      <p:sp>
        <p:nvSpPr>
          <p:cNvPr id="4" name="TextBox 3">
            <a:extLst>
              <a:ext uri="{FF2B5EF4-FFF2-40B4-BE49-F238E27FC236}">
                <a16:creationId xmlns:a16="http://schemas.microsoft.com/office/drawing/2014/main" id="{90CB8C87-2E3C-6B8A-5B87-101B0EE43D8F}"/>
              </a:ext>
            </a:extLst>
          </p:cNvPr>
          <p:cNvSpPr txBox="1"/>
          <p:nvPr/>
        </p:nvSpPr>
        <p:spPr>
          <a:xfrm>
            <a:off x="8465419" y="239129"/>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14B8F4DF-9305-EDC9-133F-1B6A5466EBF2}"/>
              </a:ext>
            </a:extLst>
          </p:cNvPr>
          <p:cNvSpPr>
            <a:spLocks noGrp="1"/>
          </p:cNvSpPr>
          <p:nvPr>
            <p:ph type="sldNum" sz="quarter" idx="12"/>
          </p:nvPr>
        </p:nvSpPr>
        <p:spPr>
          <a:xfrm>
            <a:off x="8610600" y="6301368"/>
            <a:ext cx="2743200" cy="365125"/>
          </a:xfrm>
        </p:spPr>
        <p:txBody>
          <a:bodyPr/>
          <a:lstStyle/>
          <a:p>
            <a:fld id="{5DF5AE18-F94A-B54C-9347-4CAFB5D76058}" type="slidenum">
              <a:rPr lang="en-SG" noProof="0" smtClean="0"/>
              <a:pPr/>
              <a:t>14</a:t>
            </a:fld>
            <a:endParaRPr lang="en-SG" noProof="0" dirty="0"/>
          </a:p>
        </p:txBody>
      </p:sp>
      <p:sp>
        <p:nvSpPr>
          <p:cNvPr id="32" name="TextBox 31">
            <a:extLst>
              <a:ext uri="{FF2B5EF4-FFF2-40B4-BE49-F238E27FC236}">
                <a16:creationId xmlns:a16="http://schemas.microsoft.com/office/drawing/2014/main" id="{2ACC6A97-38C8-86BB-F2E8-E18A1F50294E}"/>
              </a:ext>
            </a:extLst>
          </p:cNvPr>
          <p:cNvSpPr txBox="1"/>
          <p:nvPr/>
        </p:nvSpPr>
        <p:spPr>
          <a:xfrm>
            <a:off x="760394" y="713720"/>
            <a:ext cx="10319090"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Canary Promotion Criteria</a:t>
            </a:r>
          </a:p>
        </p:txBody>
      </p:sp>
      <p:sp>
        <p:nvSpPr>
          <p:cNvPr id="36" name="TextBox 35">
            <a:extLst>
              <a:ext uri="{FF2B5EF4-FFF2-40B4-BE49-F238E27FC236}">
                <a16:creationId xmlns:a16="http://schemas.microsoft.com/office/drawing/2014/main" id="{623D809E-B429-B278-62BB-8E6D4AFAEDF7}"/>
              </a:ext>
            </a:extLst>
          </p:cNvPr>
          <p:cNvSpPr txBox="1"/>
          <p:nvPr/>
        </p:nvSpPr>
        <p:spPr>
          <a:xfrm>
            <a:off x="758791" y="1070545"/>
            <a:ext cx="10437796"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These criteria are evaluated automatically by an </a:t>
            </a:r>
            <a:r>
              <a:rPr lang="en-SG" sz="1200" b="1" i="0" noProof="0" dirty="0">
                <a:solidFill>
                  <a:srgbClr val="1F2328"/>
                </a:solidFill>
                <a:effectLst/>
                <a:latin typeface="Source Sans Pro" panose="020B0503030403020204" pitchFamily="34" charset="0"/>
                <a:ea typeface="Source Sans Pro" panose="020B0503030403020204" pitchFamily="34" charset="0"/>
              </a:rPr>
              <a:t>Azure DevOps canary gate task</a:t>
            </a:r>
            <a:r>
              <a:rPr lang="en-SG" sz="1200" b="0" i="0" noProof="0" dirty="0">
                <a:solidFill>
                  <a:srgbClr val="1F2328"/>
                </a:solidFill>
                <a:effectLst/>
                <a:latin typeface="Source Sans Pro" panose="020B0503030403020204" pitchFamily="34" charset="0"/>
                <a:ea typeface="Source Sans Pro" panose="020B0503030403020204" pitchFamily="34" charset="0"/>
              </a:rPr>
              <a:t> (using the Azure Monitor query task plugin) that polls metrics every 4 hours during the canary window:</a:t>
            </a:r>
            <a:endParaRPr lang="en-SG" sz="1200" noProof="0" dirty="0">
              <a:latin typeface="Source Sans Pro" panose="020B0503030403020204" pitchFamily="34" charset="0"/>
              <a:ea typeface="Source Sans Pro" panose="020B0503030403020204" pitchFamily="34" charset="0"/>
            </a:endParaRPr>
          </a:p>
        </p:txBody>
      </p:sp>
      <p:graphicFrame>
        <p:nvGraphicFramePr>
          <p:cNvPr id="9" name="Table 8">
            <a:extLst>
              <a:ext uri="{FF2B5EF4-FFF2-40B4-BE49-F238E27FC236}">
                <a16:creationId xmlns:a16="http://schemas.microsoft.com/office/drawing/2014/main" id="{32DC427B-0218-CFD5-8416-81968275BB0D}"/>
              </a:ext>
            </a:extLst>
          </p:cNvPr>
          <p:cNvGraphicFramePr>
            <a:graphicFrameLocks noGrp="1"/>
          </p:cNvGraphicFramePr>
          <p:nvPr>
            <p:extLst>
              <p:ext uri="{D42A27DB-BD31-4B8C-83A1-F6EECF244321}">
                <p14:modId xmlns:p14="http://schemas.microsoft.com/office/powerpoint/2010/main" val="3649516496"/>
              </p:ext>
            </p:extLst>
          </p:nvPr>
        </p:nvGraphicFramePr>
        <p:xfrm>
          <a:off x="838199" y="1688127"/>
          <a:ext cx="10278980" cy="2362200"/>
        </p:xfrm>
        <a:graphic>
          <a:graphicData uri="http://schemas.openxmlformats.org/drawingml/2006/table">
            <a:tbl>
              <a:tblPr firstRow="1">
                <a:tableStyleId>{7E9639D4-E3E2-4D34-9284-5A2195B3D0D7}</a:tableStyleId>
              </a:tblPr>
              <a:tblGrid>
                <a:gridCol w="2925279">
                  <a:extLst>
                    <a:ext uri="{9D8B030D-6E8A-4147-A177-3AD203B41FA5}">
                      <a16:colId xmlns:a16="http://schemas.microsoft.com/office/drawing/2014/main" val="4027926716"/>
                    </a:ext>
                  </a:extLst>
                </a:gridCol>
                <a:gridCol w="4203691">
                  <a:extLst>
                    <a:ext uri="{9D8B030D-6E8A-4147-A177-3AD203B41FA5}">
                      <a16:colId xmlns:a16="http://schemas.microsoft.com/office/drawing/2014/main" val="751271198"/>
                    </a:ext>
                  </a:extLst>
                </a:gridCol>
                <a:gridCol w="3150010">
                  <a:extLst>
                    <a:ext uri="{9D8B030D-6E8A-4147-A177-3AD203B41FA5}">
                      <a16:colId xmlns:a16="http://schemas.microsoft.com/office/drawing/2014/main" val="247959431"/>
                    </a:ext>
                  </a:extLst>
                </a:gridCol>
              </a:tblGrid>
              <a:tr h="252000">
                <a:tc>
                  <a:txBody>
                    <a:bodyPr/>
                    <a:lstStyle/>
                    <a:p>
                      <a:pPr algn="l"/>
                      <a:r>
                        <a:rPr lang="en-SG" sz="1200" b="1" noProof="0" dirty="0">
                          <a:latin typeface="Source Sans Pro"/>
                        </a:rPr>
                        <a:t>Metric</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latin typeface="Source Sans Pro"/>
                        </a:rPr>
                        <a:t>Canary pass threshold</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latin typeface="Source Sans Pro"/>
                        </a:rPr>
                        <a:t>Source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467602851"/>
                  </a:ext>
                </a:extLst>
              </a:tr>
              <a:tr h="0">
                <a:tc>
                  <a:txBody>
                    <a:bodyPr/>
                    <a:lstStyle/>
                    <a:p>
                      <a:pPr algn="l"/>
                      <a:r>
                        <a:rPr lang="en-SG" sz="1200" b="0" noProof="0" dirty="0">
                          <a:latin typeface="Source Sans Pro"/>
                        </a:rPr>
                        <a:t>Agent error rate (unhandled exceptions)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&lt; 2% of canary-processed emails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Azure Monitor / App Insights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2330277"/>
                  </a:ext>
                </a:extLst>
              </a:tr>
              <a:tr h="0">
                <a:tc>
                  <a:txBody>
                    <a:bodyPr/>
                    <a:lstStyle/>
                    <a:p>
                      <a:pPr algn="l"/>
                      <a:r>
                        <a:rPr lang="en-SG" sz="1200" b="0" noProof="0" dirty="0">
                          <a:latin typeface="Source Sans Pro"/>
                        </a:rPr>
                        <a:t>P95 end-to-end latency (Service Bus receipt → resolution)</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Within 20% of blue revision baseline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Azure Monitor</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6910025"/>
                  </a:ext>
                </a:extLst>
              </a:tr>
              <a:tr h="0">
                <a:tc>
                  <a:txBody>
                    <a:bodyPr/>
                    <a:lstStyle/>
                    <a:p>
                      <a:pPr algn="l"/>
                      <a:r>
                        <a:rPr lang="en-SG" sz="1200" b="0" noProof="0" dirty="0">
                          <a:latin typeface="Source Sans Pro"/>
                        </a:rPr>
                        <a:t>Token spend per email</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Within 20% of blue revision baseline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Azure Monitor custom metric</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021132"/>
                  </a:ext>
                </a:extLst>
              </a:tr>
              <a:tr h="0">
                <a:tc>
                  <a:txBody>
                    <a:bodyPr/>
                    <a:lstStyle/>
                    <a:p>
                      <a:pPr algn="l"/>
                      <a:r>
                        <a:rPr lang="en-SG" sz="1200" b="0" noProof="0" dirty="0">
                          <a:latin typeface="Source Sans Pro"/>
                        </a:rPr>
                        <a:t>HITL escalation rate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Within 30% of blue revision baseline (new version should not escalate significantly more)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Azure Monitor custom metric</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9203332"/>
                  </a:ext>
                </a:extLst>
              </a:tr>
              <a:tr h="0">
                <a:tc>
                  <a:txBody>
                    <a:bodyPr/>
                    <a:lstStyle/>
                    <a:p>
                      <a:pPr algn="l"/>
                      <a:r>
                        <a:rPr lang="en-SG" sz="1200" b="0" noProof="0" dirty="0">
                          <a:latin typeface="Source Sans Pro"/>
                        </a:rPr>
                        <a:t>Eval score on canary traces (LLM-as-a-Judge, 4-hour batch)</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 declared </a:t>
                      </a:r>
                      <a:r>
                        <a:rPr lang="en-SG" sz="1200" b="0" noProof="0" dirty="0" err="1">
                          <a:latin typeface="Source Sans Pro"/>
                        </a:rPr>
                        <a:t>minCompositeScore</a:t>
                      </a:r>
                      <a:r>
                        <a:rPr lang="en-SG" sz="1200" b="0" noProof="0" dirty="0">
                          <a:latin typeface="Source Sans Pro"/>
                        </a:rPr>
                        <a:t> from agent-</a:t>
                      </a:r>
                      <a:r>
                        <a:rPr lang="en-SG" sz="1200" b="0" noProof="0" dirty="0" err="1">
                          <a:latin typeface="Source Sans Pro"/>
                        </a:rPr>
                        <a:t>manifest.json</a:t>
                      </a:r>
                      <a:endParaRPr lang="en-SG" sz="1200" b="0" noProof="0" dirty="0">
                        <a:latin typeface="Source Sans Pro"/>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err="1">
                          <a:latin typeface="Source Sans Pro"/>
                        </a:rPr>
                        <a:t>Langfuse</a:t>
                      </a:r>
                      <a:r>
                        <a:rPr lang="en-SG" sz="1200" b="0" noProof="0" dirty="0">
                          <a:latin typeface="Source Sans Pro"/>
                        </a:rPr>
                        <a:t> → Azure Monitor metric export</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8079075"/>
                  </a:ext>
                </a:extLst>
              </a:tr>
              <a:tr h="0">
                <a:tc>
                  <a:txBody>
                    <a:bodyPr/>
                    <a:lstStyle/>
                    <a:p>
                      <a:pPr algn="l"/>
                      <a:r>
                        <a:rPr lang="en-SG" sz="1200" b="0" noProof="0" dirty="0">
                          <a:latin typeface="Source Sans Pro"/>
                        </a:rPr>
                        <a:t>AO rejection / re-route rate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&lt; 5% of canary-processed emails</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SG" sz="1200" b="0" noProof="0" dirty="0">
                          <a:latin typeface="Source Sans Pro"/>
                        </a:rPr>
                        <a:t>Azure Monitor</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098722"/>
                  </a:ext>
                </a:extLst>
              </a:tr>
            </a:tbl>
          </a:graphicData>
        </a:graphic>
      </p:graphicFrame>
      <p:sp>
        <p:nvSpPr>
          <p:cNvPr id="15" name="TextBox 14">
            <a:extLst>
              <a:ext uri="{FF2B5EF4-FFF2-40B4-BE49-F238E27FC236}">
                <a16:creationId xmlns:a16="http://schemas.microsoft.com/office/drawing/2014/main" id="{E1F2C8C5-592A-1F3E-76B3-792FEDF901B2}"/>
              </a:ext>
            </a:extLst>
          </p:cNvPr>
          <p:cNvSpPr txBox="1"/>
          <p:nvPr/>
        </p:nvSpPr>
        <p:spPr>
          <a:xfrm>
            <a:off x="760394" y="4187675"/>
            <a:ext cx="10356785" cy="461665"/>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Canary window: </a:t>
            </a:r>
            <a:r>
              <a:rPr lang="en-SG" sz="1200" noProof="0" dirty="0">
                <a:latin typeface="Source Sans Pro" panose="020B0503030403020204" pitchFamily="34" charset="0"/>
                <a:ea typeface="Source Sans Pro" panose="020B0503030403020204" pitchFamily="34" charset="0"/>
              </a:rPr>
              <a:t>Minimum 24 hours; maximum 72 hours. If criteria are not met within 72 hours, the deployment is automatically failed and the pipeline posts an alert.</a:t>
            </a:r>
          </a:p>
        </p:txBody>
      </p:sp>
      <p:sp>
        <p:nvSpPr>
          <p:cNvPr id="16" name="TextBox 15">
            <a:extLst>
              <a:ext uri="{FF2B5EF4-FFF2-40B4-BE49-F238E27FC236}">
                <a16:creationId xmlns:a16="http://schemas.microsoft.com/office/drawing/2014/main" id="{46339752-65A9-1BEF-521D-4E1E36DA1E11}"/>
              </a:ext>
            </a:extLst>
          </p:cNvPr>
          <p:cNvSpPr txBox="1"/>
          <p:nvPr/>
        </p:nvSpPr>
        <p:spPr>
          <a:xfrm>
            <a:off x="4430831" y="4406402"/>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 if this is overkill.</a:t>
            </a:r>
          </a:p>
        </p:txBody>
      </p:sp>
      <p:sp>
        <p:nvSpPr>
          <p:cNvPr id="18" name="TextBox 17">
            <a:extLst>
              <a:ext uri="{FF2B5EF4-FFF2-40B4-BE49-F238E27FC236}">
                <a16:creationId xmlns:a16="http://schemas.microsoft.com/office/drawing/2014/main" id="{8ABA2176-F0CC-8A19-F882-12B08DBD848C}"/>
              </a:ext>
            </a:extLst>
          </p:cNvPr>
          <p:cNvSpPr txBox="1"/>
          <p:nvPr/>
        </p:nvSpPr>
        <p:spPr>
          <a:xfrm>
            <a:off x="761199" y="5121748"/>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Handling Non-Determinism in Canary Evaluation</a:t>
            </a:r>
          </a:p>
        </p:txBody>
      </p:sp>
      <p:sp>
        <p:nvSpPr>
          <p:cNvPr id="23" name="TextBox 22">
            <a:extLst>
              <a:ext uri="{FF2B5EF4-FFF2-40B4-BE49-F238E27FC236}">
                <a16:creationId xmlns:a16="http://schemas.microsoft.com/office/drawing/2014/main" id="{3663FD3D-B205-C005-121F-4F963E6912F3}"/>
              </a:ext>
            </a:extLst>
          </p:cNvPr>
          <p:cNvSpPr txBox="1"/>
          <p:nvPr/>
        </p:nvSpPr>
        <p:spPr>
          <a:xfrm>
            <a:off x="758791" y="5342415"/>
            <a:ext cx="10791525" cy="1200329"/>
          </a:xfrm>
          <a:prstGeom prst="rect">
            <a:avLst/>
          </a:prstGeom>
          <a:noFill/>
        </p:spPr>
        <p:txBody>
          <a:bodyPr wrap="square">
            <a:spAutoFit/>
          </a:bodyPr>
          <a:lstStyle/>
          <a:p>
            <a:r>
              <a:rPr lang="en-SG" sz="1200" noProof="0" dirty="0">
                <a:latin typeface="Source Sans Pro" panose="020B0503030403020204" pitchFamily="34" charset="0"/>
                <a:ea typeface="Source Sans Pro" panose="020B0503030403020204" pitchFamily="34" charset="0"/>
              </a:rPr>
              <a:t>LLMs produce different outputs for the same input on different runs. This means that some canary metric fluctuation is expected and is not a signal of regression. </a:t>
            </a:r>
          </a:p>
          <a:p>
            <a:endParaRPr lang="en-SG" sz="1200" noProof="0" dirty="0">
              <a:latin typeface="Source Sans Pro" panose="020B0503030403020204" pitchFamily="34" charset="0"/>
              <a:ea typeface="Source Sans Pro" panose="020B0503030403020204" pitchFamily="34" charset="0"/>
            </a:endParaRPr>
          </a:p>
          <a:p>
            <a:r>
              <a:rPr lang="en-SG" sz="1200" noProof="0" dirty="0">
                <a:latin typeface="Source Sans Pro" panose="020B0503030403020204" pitchFamily="34" charset="0"/>
                <a:ea typeface="Source Sans Pro" panose="020B0503030403020204" pitchFamily="34" charset="0"/>
              </a:rPr>
              <a:t>Two design choices mitigate false rollbacks:</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Evaluation is batched</a:t>
            </a:r>
            <a:r>
              <a:rPr lang="en-SG" sz="1200" noProof="0" dirty="0">
                <a:latin typeface="Source Sans Pro" panose="020B0503030403020204" pitchFamily="34" charset="0"/>
                <a:ea typeface="Source Sans Pro" panose="020B0503030403020204" pitchFamily="34" charset="0"/>
              </a:rPr>
              <a:t>: LLM-as-a-Judge evaluation runs in 4-hour batches on accumulated canary traces, not per-message. This smooths out per-message variance.</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Two-metric simultaneous threshold: </a:t>
            </a:r>
            <a:r>
              <a:rPr lang="en-SG" sz="1200" noProof="0" dirty="0">
                <a:latin typeface="Source Sans Pro" panose="020B0503030403020204" pitchFamily="34" charset="0"/>
                <a:ea typeface="Source Sans Pro" panose="020B0503030403020204" pitchFamily="34" charset="0"/>
              </a:rPr>
              <a:t>A single metric breaching its threshold does not trigger rollback; two simultaneous breaches are required. This prevents a single statistical outlier from causing an unnecessary rollback event.</a:t>
            </a:r>
          </a:p>
        </p:txBody>
      </p:sp>
      <p:sp>
        <p:nvSpPr>
          <p:cNvPr id="24" name="TextBox 23">
            <a:extLst>
              <a:ext uri="{FF2B5EF4-FFF2-40B4-BE49-F238E27FC236}">
                <a16:creationId xmlns:a16="http://schemas.microsoft.com/office/drawing/2014/main" id="{AB65D384-158E-8EC0-EA84-A388F79B9654}"/>
              </a:ext>
            </a:extLst>
          </p:cNvPr>
          <p:cNvSpPr txBox="1"/>
          <p:nvPr/>
        </p:nvSpPr>
        <p:spPr>
          <a:xfrm>
            <a:off x="758791" y="4643576"/>
            <a:ext cx="10356785" cy="461665"/>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Rollback trigger: </a:t>
            </a:r>
            <a:r>
              <a:rPr lang="en-SG" sz="1200" noProof="0" dirty="0">
                <a:latin typeface="Source Sans Pro" panose="020B0503030403020204" pitchFamily="34" charset="0"/>
                <a:ea typeface="Source Sans Pro" panose="020B0503030403020204" pitchFamily="34" charset="0"/>
              </a:rPr>
              <a:t>If, at any point during the canary window, any two metrics breach their thresholds simultaneously, an automatic rollback is triggered by the Azure DevOps pipeline (no manual intervention required). The rollback sets the Blue revision to 100% traffic weight and logs a rollback event to the registry DB.</a:t>
            </a:r>
          </a:p>
        </p:txBody>
      </p:sp>
    </p:spTree>
    <p:extLst>
      <p:ext uri="{BB962C8B-B14F-4D97-AF65-F5344CB8AC3E}">
        <p14:creationId xmlns:p14="http://schemas.microsoft.com/office/powerpoint/2010/main" val="2247932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0079-98E2-3019-4B92-7F7AD2535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4E26D-3C89-FE51-279C-0C3793936BE0}"/>
              </a:ext>
            </a:extLst>
          </p:cNvPr>
          <p:cNvSpPr>
            <a:spLocks noGrp="1"/>
          </p:cNvSpPr>
          <p:nvPr>
            <p:ph type="title"/>
          </p:nvPr>
        </p:nvSpPr>
        <p:spPr>
          <a:xfrm>
            <a:off x="838200" y="191507"/>
            <a:ext cx="10515600" cy="531385"/>
          </a:xfrm>
        </p:spPr>
        <p:txBody>
          <a:bodyPr/>
          <a:lstStyle/>
          <a:p>
            <a:r>
              <a:rPr lang="en-SG" sz="2000" noProof="0" dirty="0">
                <a:latin typeface="Source Sans Pro"/>
              </a:rPr>
              <a:t>Testing Strategy</a:t>
            </a:r>
          </a:p>
        </p:txBody>
      </p:sp>
      <p:sp>
        <p:nvSpPr>
          <p:cNvPr id="4" name="TextBox 3">
            <a:extLst>
              <a:ext uri="{FF2B5EF4-FFF2-40B4-BE49-F238E27FC236}">
                <a16:creationId xmlns:a16="http://schemas.microsoft.com/office/drawing/2014/main" id="{676A4CD0-DAD9-70EF-F9CE-0B2D3C2E64D9}"/>
              </a:ext>
            </a:extLst>
          </p:cNvPr>
          <p:cNvSpPr txBox="1"/>
          <p:nvPr/>
        </p:nvSpPr>
        <p:spPr>
          <a:xfrm>
            <a:off x="8465419" y="239129"/>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0D323893-D041-5B17-C9A2-D581F319C741}"/>
              </a:ext>
            </a:extLst>
          </p:cNvPr>
          <p:cNvSpPr>
            <a:spLocks noGrp="1"/>
          </p:cNvSpPr>
          <p:nvPr>
            <p:ph type="sldNum" sz="quarter" idx="12"/>
          </p:nvPr>
        </p:nvSpPr>
        <p:spPr>
          <a:xfrm>
            <a:off x="8610600" y="6301368"/>
            <a:ext cx="2743200" cy="365125"/>
          </a:xfrm>
        </p:spPr>
        <p:txBody>
          <a:bodyPr/>
          <a:lstStyle/>
          <a:p>
            <a:fld id="{5DF5AE18-F94A-B54C-9347-4CAFB5D76058}" type="slidenum">
              <a:rPr lang="en-SG" noProof="0" smtClean="0"/>
              <a:pPr/>
              <a:t>15</a:t>
            </a:fld>
            <a:endParaRPr lang="en-SG" noProof="0" dirty="0"/>
          </a:p>
        </p:txBody>
      </p:sp>
      <p:sp>
        <p:nvSpPr>
          <p:cNvPr id="5" name="TextBox 4">
            <a:extLst>
              <a:ext uri="{FF2B5EF4-FFF2-40B4-BE49-F238E27FC236}">
                <a16:creationId xmlns:a16="http://schemas.microsoft.com/office/drawing/2014/main" id="{0592F66A-7E08-DA35-D352-FAFE2EFB92D6}"/>
              </a:ext>
            </a:extLst>
          </p:cNvPr>
          <p:cNvSpPr txBox="1"/>
          <p:nvPr/>
        </p:nvSpPr>
        <p:spPr>
          <a:xfrm>
            <a:off x="838198" y="1075672"/>
            <a:ext cx="10278979" cy="2123658"/>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Pros: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ACA native revision weighting means no additional load balancer or proxy infrastructure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Automatic rollback removes the risk of a canary failure going unnoticed during non-business hours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Canary exposure limits the number of taxpayer emails affected by a regression before rollback (at 10% weight and &lt;1,000 emails/day, a regression is limited to ~100 emails/day maximum before the 4-hour metric check)</a:t>
            </a:r>
          </a:p>
          <a:p>
            <a:endParaRPr lang="en-SG" sz="1200" noProof="0" dirty="0">
              <a:latin typeface="Source Sans Pro" panose="020B0503030403020204" pitchFamily="34" charset="0"/>
              <a:ea typeface="Source Sans Pro" panose="020B0503030403020204" pitchFamily="34" charset="0"/>
            </a:endParaRPr>
          </a:p>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Service Bus consumer-proportional traffic splitting requires careful ACA trigger configuration; must be validated in pre-prod</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Canary window (24–72 hours) means a hotfix patch takes at minimum 24 hours to reach 100% production, even in an emergency. The Emergency Stop mechanism (Step 3.2) should be used for critical safety issues that cannot wait for canary completion.</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Two-metric trigger for rollback means a single severe regression in one metric does not auto-rollback; Ops team must monitor the canary dashboard</a:t>
            </a:r>
          </a:p>
        </p:txBody>
      </p:sp>
      <p:sp>
        <p:nvSpPr>
          <p:cNvPr id="7" name="TextBox 6">
            <a:extLst>
              <a:ext uri="{FF2B5EF4-FFF2-40B4-BE49-F238E27FC236}">
                <a16:creationId xmlns:a16="http://schemas.microsoft.com/office/drawing/2014/main" id="{38B5F281-B933-FEA3-0552-9ECD95FFE977}"/>
              </a:ext>
            </a:extLst>
          </p:cNvPr>
          <p:cNvSpPr txBox="1"/>
          <p:nvPr/>
        </p:nvSpPr>
        <p:spPr>
          <a:xfrm>
            <a:off x="838199" y="3244334"/>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Recommendation Justification</a:t>
            </a:r>
          </a:p>
        </p:txBody>
      </p:sp>
      <p:sp>
        <p:nvSpPr>
          <p:cNvPr id="11" name="TextBox 10">
            <a:extLst>
              <a:ext uri="{FF2B5EF4-FFF2-40B4-BE49-F238E27FC236}">
                <a16:creationId xmlns:a16="http://schemas.microsoft.com/office/drawing/2014/main" id="{685AD9E2-BC4C-32A4-5633-55A6BE1B1C1C}"/>
              </a:ext>
            </a:extLst>
          </p:cNvPr>
          <p:cNvSpPr txBox="1"/>
          <p:nvPr/>
        </p:nvSpPr>
        <p:spPr>
          <a:xfrm>
            <a:off x="838198" y="3552111"/>
            <a:ext cx="10278979" cy="830997"/>
          </a:xfrm>
          <a:prstGeom prst="rect">
            <a:avLst/>
          </a:prstGeom>
          <a:noFill/>
        </p:spPr>
        <p:txBody>
          <a:bodyPr wrap="square">
            <a:spAutoFit/>
          </a:bodyPr>
          <a:lstStyle/>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Option 3</a:t>
            </a:r>
            <a:r>
              <a:rPr lang="en-SG" sz="1200" b="0" i="0" noProof="0" dirty="0">
                <a:solidFill>
                  <a:srgbClr val="1F2328"/>
                </a:solidFill>
                <a:effectLst/>
                <a:latin typeface="Source Sans Pro" panose="020B0503030403020204" pitchFamily="34" charset="0"/>
                <a:ea typeface="Source Sans Pro" panose="020B0503030403020204" pitchFamily="34" charset="0"/>
              </a:rPr>
              <a:t> is recommended. The nature of LLM-based agents makes blue-green full cutover (Option </a:t>
            </a:r>
            <a:r>
              <a:rPr lang="en-SG" sz="1200" noProof="0" dirty="0">
                <a:solidFill>
                  <a:srgbClr val="1F2328"/>
                </a:solidFill>
                <a:latin typeface="Source Sans Pro" panose="020B0503030403020204" pitchFamily="34" charset="0"/>
                <a:ea typeface="Source Sans Pro" panose="020B0503030403020204" pitchFamily="34" charset="0"/>
              </a:rPr>
              <a:t>2</a:t>
            </a:r>
            <a:r>
              <a:rPr lang="en-SG" sz="1200" b="0" i="0" noProof="0" dirty="0">
                <a:solidFill>
                  <a:srgbClr val="1F2328"/>
                </a:solidFill>
                <a:effectLst/>
                <a:latin typeface="Source Sans Pro" panose="020B0503030403020204" pitchFamily="34" charset="0"/>
                <a:ea typeface="Source Sans Pro" panose="020B0503030403020204" pitchFamily="34" charset="0"/>
              </a:rPr>
              <a:t>) unacceptably risky — synthetic evaluation cannot fully represent real-world email diversity. The canary approach provides a controlled exposure window at minimal infrastructure overhead, given ACA's native revision traffic splitting. Option 1's feature flag approach introduces application-layer complexity that is unnecessary when the infrastructure already provides the capability.</a:t>
            </a:r>
          </a:p>
        </p:txBody>
      </p:sp>
      <p:sp>
        <p:nvSpPr>
          <p:cNvPr id="12" name="TextBox 11">
            <a:extLst>
              <a:ext uri="{FF2B5EF4-FFF2-40B4-BE49-F238E27FC236}">
                <a16:creationId xmlns:a16="http://schemas.microsoft.com/office/drawing/2014/main" id="{60969C25-75C4-9546-23F8-61102EF495C0}"/>
              </a:ext>
            </a:extLst>
          </p:cNvPr>
          <p:cNvSpPr txBox="1"/>
          <p:nvPr/>
        </p:nvSpPr>
        <p:spPr>
          <a:xfrm>
            <a:off x="838198" y="722891"/>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3 Summary</a:t>
            </a:r>
          </a:p>
        </p:txBody>
      </p:sp>
    </p:spTree>
    <p:extLst>
      <p:ext uri="{BB962C8B-B14F-4D97-AF65-F5344CB8AC3E}">
        <p14:creationId xmlns:p14="http://schemas.microsoft.com/office/powerpoint/2010/main" val="1986603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70"/>
            <a:ext cx="10515600" cy="560394"/>
          </a:xfrm>
        </p:spPr>
        <p:txBody>
          <a:bodyPr/>
          <a:lstStyle/>
          <a:p>
            <a:r>
              <a:rPr lang="en-SG" sz="2000" noProof="0" dirty="0" err="1">
                <a:latin typeface="Source Sans Pro"/>
              </a:rPr>
              <a:t>EvalOps</a:t>
            </a:r>
            <a:r>
              <a:rPr lang="en-SG" sz="2000" noProof="0" dirty="0">
                <a:latin typeface="Source Sans Pro"/>
              </a:rPr>
              <a:t>: Continuous Quality Evaluation</a:t>
            </a:r>
          </a:p>
        </p:txBody>
      </p:sp>
      <p:sp>
        <p:nvSpPr>
          <p:cNvPr id="4" name="TextBox 3"/>
          <p:cNvSpPr txBox="1"/>
          <p:nvPr/>
        </p:nvSpPr>
        <p:spPr>
          <a:xfrm>
            <a:off x="8388416" y="344034"/>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D946AAB9-5DF4-D63F-DEE0-3FA18AC1B976}"/>
              </a:ext>
            </a:extLst>
          </p:cNvPr>
          <p:cNvSpPr>
            <a:spLocks noGrp="1"/>
          </p:cNvSpPr>
          <p:nvPr>
            <p:ph type="sldNum" sz="quarter" idx="12"/>
          </p:nvPr>
        </p:nvSpPr>
        <p:spPr>
          <a:xfrm>
            <a:off x="8610600" y="6385225"/>
            <a:ext cx="2743200" cy="365125"/>
          </a:xfrm>
        </p:spPr>
        <p:txBody>
          <a:bodyPr/>
          <a:lstStyle/>
          <a:p>
            <a:fld id="{5DF5AE18-F94A-B54C-9347-4CAFB5D76058}" type="slidenum">
              <a:rPr lang="en-SG" noProof="0" smtClean="0"/>
              <a:pPr/>
              <a:t>16</a:t>
            </a:fld>
            <a:endParaRPr lang="en-SG" noProof="0" dirty="0"/>
          </a:p>
        </p:txBody>
      </p:sp>
      <p:sp>
        <p:nvSpPr>
          <p:cNvPr id="11" name="TextBox 10">
            <a:extLst>
              <a:ext uri="{FF2B5EF4-FFF2-40B4-BE49-F238E27FC236}">
                <a16:creationId xmlns:a16="http://schemas.microsoft.com/office/drawing/2014/main" id="{757AEEE7-859C-874B-3C48-E92D6ECFE9ED}"/>
              </a:ext>
            </a:extLst>
          </p:cNvPr>
          <p:cNvSpPr txBox="1"/>
          <p:nvPr/>
        </p:nvSpPr>
        <p:spPr>
          <a:xfrm>
            <a:off x="838200" y="1067234"/>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1F2328"/>
                </a:solidFill>
                <a:effectLst/>
                <a:latin typeface="Mona Sans VF"/>
              </a:rPr>
              <a:t>Implementation Overview</a:t>
            </a:r>
          </a:p>
        </p:txBody>
      </p:sp>
      <p:sp>
        <p:nvSpPr>
          <p:cNvPr id="13" name="TextBox 12">
            <a:extLst>
              <a:ext uri="{FF2B5EF4-FFF2-40B4-BE49-F238E27FC236}">
                <a16:creationId xmlns:a16="http://schemas.microsoft.com/office/drawing/2014/main" id="{0DE4B56C-5D0D-96C2-4418-D860775D6909}"/>
              </a:ext>
            </a:extLst>
          </p:cNvPr>
          <p:cNvSpPr txBox="1"/>
          <p:nvPr/>
        </p:nvSpPr>
        <p:spPr>
          <a:xfrm>
            <a:off x="838198" y="1451954"/>
            <a:ext cx="10515599" cy="830997"/>
          </a:xfrm>
          <a:prstGeom prst="rect">
            <a:avLst/>
          </a:prstGeom>
          <a:noFill/>
        </p:spPr>
        <p:txBody>
          <a:bodyPr wrap="square">
            <a:spAutoFit/>
          </a:bodyPr>
          <a:lstStyle/>
          <a:p>
            <a:r>
              <a:rPr lang="en-SG" sz="1200" b="0" i="0" noProof="0" dirty="0" err="1">
                <a:solidFill>
                  <a:srgbClr val="1F2328"/>
                </a:solidFill>
                <a:effectLst/>
                <a:latin typeface="Source Sans Pro" panose="020B0503030403020204" pitchFamily="34" charset="0"/>
                <a:ea typeface="Source Sans Pro" panose="020B0503030403020204" pitchFamily="34" charset="0"/>
              </a:rPr>
              <a:t>EvalOps</a:t>
            </a:r>
            <a:r>
              <a:rPr lang="en-SG" sz="1200" b="0" i="0" noProof="0" dirty="0">
                <a:solidFill>
                  <a:srgbClr val="1F2328"/>
                </a:solidFill>
                <a:effectLst/>
                <a:latin typeface="Source Sans Pro" panose="020B0503030403020204" pitchFamily="34" charset="0"/>
                <a:ea typeface="Source Sans Pro" panose="020B0503030403020204" pitchFamily="34" charset="0"/>
              </a:rPr>
              <a:t> is the systematic, ongoing measurement of agent reasoning quality. Unlike traditional software, where functional tests provide a binary pass/fail, LLM agents must be evaluated on dimensions that are inherently probabilistic: </a:t>
            </a:r>
          </a:p>
          <a:p>
            <a:r>
              <a:rPr lang="en-SG" sz="1200" b="0" i="0" noProof="0" dirty="0">
                <a:solidFill>
                  <a:srgbClr val="1F2328"/>
                </a:solidFill>
                <a:effectLst/>
                <a:latin typeface="Source Sans Pro" panose="020B0503030403020204" pitchFamily="34" charset="0"/>
                <a:ea typeface="Source Sans Pro" panose="020B0503030403020204" pitchFamily="34" charset="0"/>
              </a:rPr>
              <a:t>Does the reasoning chain make sense? Is the tool-call sequence appropriate for the SOP? Is the response faithful to the taxpayer's query? Is the agent hallucinating facts about the taxpayer record?</a:t>
            </a:r>
            <a:endParaRPr lang="en-SG" sz="1200" noProof="0" dirty="0">
              <a:latin typeface="Source Sans Pro" panose="020B0503030403020204" pitchFamily="34" charset="0"/>
              <a:ea typeface="Source Sans Pro" panose="020B0503030403020204" pitchFamily="34" charset="0"/>
            </a:endParaRPr>
          </a:p>
        </p:txBody>
      </p:sp>
      <p:sp>
        <p:nvSpPr>
          <p:cNvPr id="15" name="TextBox 14">
            <a:extLst>
              <a:ext uri="{FF2B5EF4-FFF2-40B4-BE49-F238E27FC236}">
                <a16:creationId xmlns:a16="http://schemas.microsoft.com/office/drawing/2014/main" id="{E69086EC-CC2D-CCCF-3D70-BAF9D99F8EFF}"/>
              </a:ext>
            </a:extLst>
          </p:cNvPr>
          <p:cNvSpPr txBox="1"/>
          <p:nvPr/>
        </p:nvSpPr>
        <p:spPr>
          <a:xfrm>
            <a:off x="838200" y="2329117"/>
            <a:ext cx="10201974" cy="307777"/>
          </a:xfrm>
          <a:prstGeom prst="rect">
            <a:avLst/>
          </a:prstGeom>
          <a:noFill/>
        </p:spPr>
        <p:txBody>
          <a:bodyPr wrap="square">
            <a:spAutoFit/>
          </a:bodyPr>
          <a:lstStyle/>
          <a:p>
            <a:r>
              <a:rPr lang="en-SG" sz="1400" b="1" i="0" noProof="0" dirty="0" err="1">
                <a:solidFill>
                  <a:srgbClr val="1F2328"/>
                </a:solidFill>
                <a:effectLst/>
                <a:latin typeface="Source Sans Pro" panose="020B0503030403020204" pitchFamily="34" charset="0"/>
                <a:ea typeface="Source Sans Pro" panose="020B0503030403020204" pitchFamily="34" charset="0"/>
              </a:rPr>
              <a:t>EvalOps</a:t>
            </a:r>
            <a:r>
              <a:rPr lang="en-SG" sz="1400" b="1" i="0" noProof="0" dirty="0">
                <a:solidFill>
                  <a:srgbClr val="1F2328"/>
                </a:solidFill>
                <a:effectLst/>
                <a:latin typeface="Source Sans Pro" panose="020B0503030403020204" pitchFamily="34" charset="0"/>
                <a:ea typeface="Source Sans Pro" panose="020B0503030403020204" pitchFamily="34" charset="0"/>
              </a:rPr>
              <a:t> runs at two points:</a:t>
            </a:r>
            <a:endParaRPr lang="en-SG" sz="1400" b="1" noProof="0" dirty="0">
              <a:latin typeface="Source Sans Pro" panose="020B0503030403020204" pitchFamily="34" charset="0"/>
              <a:ea typeface="Source Sans Pro" panose="020B0503030403020204" pitchFamily="34" charset="0"/>
            </a:endParaRPr>
          </a:p>
        </p:txBody>
      </p:sp>
      <p:sp>
        <p:nvSpPr>
          <p:cNvPr id="19" name="TextBox 18">
            <a:extLst>
              <a:ext uri="{FF2B5EF4-FFF2-40B4-BE49-F238E27FC236}">
                <a16:creationId xmlns:a16="http://schemas.microsoft.com/office/drawing/2014/main" id="{CEA0BD55-0949-1781-B03A-8B41B87D3DC8}"/>
              </a:ext>
            </a:extLst>
          </p:cNvPr>
          <p:cNvSpPr txBox="1"/>
          <p:nvPr/>
        </p:nvSpPr>
        <p:spPr>
          <a:xfrm>
            <a:off x="838199" y="2666191"/>
            <a:ext cx="10201975" cy="646331"/>
          </a:xfrm>
          <a:prstGeom prst="rect">
            <a:avLst/>
          </a:prstGeom>
          <a:noFill/>
        </p:spPr>
        <p:txBody>
          <a:bodyPr wrap="square">
            <a:spAutoFit/>
          </a:bodyPr>
          <a:lstStyle/>
          <a:p>
            <a:pPr marL="228600" indent="-228600">
              <a:buFont typeface="+mj-lt"/>
              <a:buAutoNum type="arabicPeriod"/>
            </a:pPr>
            <a:r>
              <a:rPr lang="en-SG" sz="1200" b="1" noProof="0" dirty="0">
                <a:latin typeface="Source Sans Pro" panose="020B0503030403020204" pitchFamily="34" charset="0"/>
                <a:ea typeface="Source Sans Pro" panose="020B0503030403020204" pitchFamily="34" charset="0"/>
              </a:rPr>
              <a:t>Pre-deployment</a:t>
            </a:r>
            <a:r>
              <a:rPr lang="en-SG" sz="1200" noProof="0" dirty="0">
                <a:latin typeface="Source Sans Pro" panose="020B0503030403020204" pitchFamily="34" charset="0"/>
                <a:ea typeface="Source Sans Pro" panose="020B0503030403020204" pitchFamily="34" charset="0"/>
              </a:rPr>
              <a:t> (CI gate in Stage 2 of the deployment pipeline): evaluates a candidate version against the synthetic email dataset before any environment promotion</a:t>
            </a:r>
          </a:p>
          <a:p>
            <a:pPr marL="228600" indent="-228600">
              <a:buFont typeface="+mj-lt"/>
              <a:buAutoNum type="arabicPeriod"/>
            </a:pPr>
            <a:r>
              <a:rPr lang="en-SG" sz="1200" b="1" noProof="0" dirty="0">
                <a:latin typeface="Source Sans Pro" panose="020B0503030403020204" pitchFamily="34" charset="0"/>
                <a:ea typeface="Source Sans Pro" panose="020B0503030403020204" pitchFamily="34" charset="0"/>
              </a:rPr>
              <a:t>In-production (continuous): </a:t>
            </a:r>
            <a:r>
              <a:rPr lang="en-SG" sz="1200" noProof="0" dirty="0">
                <a:latin typeface="Source Sans Pro" panose="020B0503030403020204" pitchFamily="34" charset="0"/>
                <a:ea typeface="Source Sans Pro" panose="020B0503030403020204" pitchFamily="34" charset="0"/>
              </a:rPr>
              <a:t>evaluates completed production traces in batches to detect post-deployment quality drift</a:t>
            </a:r>
          </a:p>
        </p:txBody>
      </p:sp>
      <p:sp>
        <p:nvSpPr>
          <p:cNvPr id="21" name="TextBox 20">
            <a:extLst>
              <a:ext uri="{FF2B5EF4-FFF2-40B4-BE49-F238E27FC236}">
                <a16:creationId xmlns:a16="http://schemas.microsoft.com/office/drawing/2014/main" id="{2026F95B-5545-7783-898C-611097759B1B}"/>
              </a:ext>
            </a:extLst>
          </p:cNvPr>
          <p:cNvSpPr txBox="1"/>
          <p:nvPr/>
        </p:nvSpPr>
        <p:spPr>
          <a:xfrm>
            <a:off x="838200" y="3378318"/>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1: Azure Prompt Flow Evaluation</a:t>
            </a:r>
          </a:p>
        </p:txBody>
      </p:sp>
      <p:sp>
        <p:nvSpPr>
          <p:cNvPr id="23" name="TextBox 22">
            <a:extLst>
              <a:ext uri="{FF2B5EF4-FFF2-40B4-BE49-F238E27FC236}">
                <a16:creationId xmlns:a16="http://schemas.microsoft.com/office/drawing/2014/main" id="{4B887991-4CE2-6F39-A5C4-AE9A57E9FE67}"/>
              </a:ext>
            </a:extLst>
          </p:cNvPr>
          <p:cNvSpPr txBox="1"/>
          <p:nvPr/>
        </p:nvSpPr>
        <p:spPr>
          <a:xfrm>
            <a:off x="838198" y="3823113"/>
            <a:ext cx="10515599"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a:t>
            </a:r>
            <a:r>
              <a:rPr lang="en-SG" sz="1200" b="0" i="0" noProof="0" dirty="0">
                <a:solidFill>
                  <a:srgbClr val="1F2328"/>
                </a:solidFill>
                <a:effectLst/>
                <a:latin typeface="Source Sans Pro" panose="020B0503030403020204" pitchFamily="34" charset="0"/>
                <a:ea typeface="Source Sans Pro" panose="020B0503030403020204" pitchFamily="34" charset="0"/>
              </a:rPr>
              <a:t>: Azure AI Studio / Prompt Flow (evaluation flows)</a:t>
            </a:r>
            <a:endParaRPr lang="en-SG" sz="1200" noProof="0" dirty="0">
              <a:latin typeface="Source Sans Pro" panose="020B0503030403020204" pitchFamily="34" charset="0"/>
              <a:ea typeface="Source Sans Pro" panose="020B0503030403020204" pitchFamily="34" charset="0"/>
            </a:endParaRPr>
          </a:p>
        </p:txBody>
      </p:sp>
      <p:sp>
        <p:nvSpPr>
          <p:cNvPr id="25" name="TextBox 24">
            <a:extLst>
              <a:ext uri="{FF2B5EF4-FFF2-40B4-BE49-F238E27FC236}">
                <a16:creationId xmlns:a16="http://schemas.microsoft.com/office/drawing/2014/main" id="{EAE16999-AE20-3A1A-9834-8C95F74DF8A6}"/>
              </a:ext>
            </a:extLst>
          </p:cNvPr>
          <p:cNvSpPr txBox="1"/>
          <p:nvPr/>
        </p:nvSpPr>
        <p:spPr>
          <a:xfrm>
            <a:off x="838198" y="4134067"/>
            <a:ext cx="10515599"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Azure Prompt Flow provides UI-driven evaluation flow definitions with built-in metrics (</a:t>
            </a:r>
            <a:r>
              <a:rPr lang="en-SG" sz="1200" b="0" i="0" noProof="0" dirty="0" err="1">
                <a:solidFill>
                  <a:srgbClr val="1F2328"/>
                </a:solidFill>
                <a:effectLst/>
                <a:latin typeface="Source Sans Pro" panose="020B0503030403020204" pitchFamily="34" charset="0"/>
                <a:ea typeface="Source Sans Pro" panose="020B0503030403020204" pitchFamily="34" charset="0"/>
              </a:rPr>
              <a:t>groundedness</a:t>
            </a:r>
            <a:r>
              <a:rPr lang="en-SG" sz="1200" b="0" i="0" noProof="0" dirty="0">
                <a:solidFill>
                  <a:srgbClr val="1F2328"/>
                </a:solidFill>
                <a:effectLst/>
                <a:latin typeface="Source Sans Pro" panose="020B0503030403020204" pitchFamily="34" charset="0"/>
                <a:ea typeface="Source Sans Pro" panose="020B0503030403020204" pitchFamily="34" charset="0"/>
              </a:rPr>
              <a:t>, relevance, coherence). Evaluation flows are run in Azure AI Studio against uploaded test datasets.</a:t>
            </a:r>
            <a:endParaRPr lang="en-SG" sz="1200" noProof="0" dirty="0">
              <a:latin typeface="Source Sans Pro" panose="020B0503030403020204" pitchFamily="34" charset="0"/>
              <a:ea typeface="Source Sans Pro" panose="020B0503030403020204" pitchFamily="34" charset="0"/>
            </a:endParaRPr>
          </a:p>
        </p:txBody>
      </p:sp>
      <p:sp>
        <p:nvSpPr>
          <p:cNvPr id="27" name="TextBox 26">
            <a:extLst>
              <a:ext uri="{FF2B5EF4-FFF2-40B4-BE49-F238E27FC236}">
                <a16:creationId xmlns:a16="http://schemas.microsoft.com/office/drawing/2014/main" id="{4A4DD2EF-BDE6-A815-5F1B-B6B8497E62A9}"/>
              </a:ext>
            </a:extLst>
          </p:cNvPr>
          <p:cNvSpPr txBox="1"/>
          <p:nvPr/>
        </p:nvSpPr>
        <p:spPr>
          <a:xfrm>
            <a:off x="838198" y="4659481"/>
            <a:ext cx="10515598"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Pros</a:t>
            </a:r>
            <a:r>
              <a:rPr lang="en-SG" sz="1200" b="0" i="0" noProof="0" dirty="0">
                <a:solidFill>
                  <a:srgbClr val="1F2328"/>
                </a:solidFill>
                <a:effectLst/>
                <a:latin typeface="Source Sans Pro" panose="020B0503030403020204" pitchFamily="34" charset="0"/>
                <a:ea typeface="Source Sans Pro" panose="020B0503030403020204" pitchFamily="34" charset="0"/>
              </a:rPr>
              <a:t>: Lower code overhead to set up; built-in metric definitions; UI for non-technical reviewers to inspect results</a:t>
            </a:r>
            <a:endParaRPr lang="en-SG" sz="1200" noProof="0" dirty="0">
              <a:latin typeface="Source Sans Pro" panose="020B0503030403020204" pitchFamily="34" charset="0"/>
              <a:ea typeface="Source Sans Pro" panose="020B0503030403020204" pitchFamily="34" charset="0"/>
            </a:endParaRPr>
          </a:p>
        </p:txBody>
      </p:sp>
      <p:sp>
        <p:nvSpPr>
          <p:cNvPr id="29" name="TextBox 28">
            <a:extLst>
              <a:ext uri="{FF2B5EF4-FFF2-40B4-BE49-F238E27FC236}">
                <a16:creationId xmlns:a16="http://schemas.microsoft.com/office/drawing/2014/main" id="{CB854DDD-735C-AF0C-F5F6-0A1F86BC3034}"/>
              </a:ext>
            </a:extLst>
          </p:cNvPr>
          <p:cNvSpPr txBox="1"/>
          <p:nvPr/>
        </p:nvSpPr>
        <p:spPr>
          <a:xfrm>
            <a:off x="838198" y="4968739"/>
            <a:ext cx="6097604"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Cons</a:t>
            </a:r>
            <a:r>
              <a:rPr lang="en-SG" sz="1200" b="0" i="0" noProof="0" dirty="0">
                <a:solidFill>
                  <a:srgbClr val="1F2328"/>
                </a:solidFill>
                <a:effectLst/>
                <a:latin typeface="Source Sans Pro" panose="020B0503030403020204" pitchFamily="34" charset="0"/>
                <a:ea typeface="Source Sans Pro" panose="020B0503030403020204" pitchFamily="34" charset="0"/>
              </a:rPr>
              <a:t>:</a:t>
            </a:r>
            <a:endParaRPr lang="en-SG" sz="1200" noProof="0" dirty="0">
              <a:latin typeface="Source Sans Pro" panose="020B0503030403020204" pitchFamily="34" charset="0"/>
              <a:ea typeface="Source Sans Pro" panose="020B0503030403020204" pitchFamily="34" charset="0"/>
            </a:endParaRPr>
          </a:p>
        </p:txBody>
      </p:sp>
      <p:sp>
        <p:nvSpPr>
          <p:cNvPr id="31" name="TextBox 30">
            <a:extLst>
              <a:ext uri="{FF2B5EF4-FFF2-40B4-BE49-F238E27FC236}">
                <a16:creationId xmlns:a16="http://schemas.microsoft.com/office/drawing/2014/main" id="{6A9C25A3-8840-6C1A-16DF-ABD683D5A6FB}"/>
              </a:ext>
            </a:extLst>
          </p:cNvPr>
          <p:cNvSpPr txBox="1"/>
          <p:nvPr/>
        </p:nvSpPr>
        <p:spPr>
          <a:xfrm>
            <a:off x="838198" y="5213480"/>
            <a:ext cx="10515598" cy="646331"/>
          </a:xfrm>
          <a:prstGeom prst="rect">
            <a:avLst/>
          </a:prstGeom>
          <a:noFill/>
        </p:spPr>
        <p:txBody>
          <a:bodyPr wrap="square">
            <a:spAutoFit/>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Azure Prompt Flow evaluation is tightly coupled to Azure AI Studio</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Does not integrate natively with the ACA-based deployment pipeline; requires a separate step to trigger evaluation and retrieve scores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Limited extensibility for custom structural assertion logic (Layer 1 equivalent); Python tests are more flexible</a:t>
            </a:r>
          </a:p>
        </p:txBody>
      </p:sp>
      <p:sp>
        <p:nvSpPr>
          <p:cNvPr id="32" name="TextBox 31">
            <a:extLst>
              <a:ext uri="{FF2B5EF4-FFF2-40B4-BE49-F238E27FC236}">
                <a16:creationId xmlns:a16="http://schemas.microsoft.com/office/drawing/2014/main" id="{A7EAA168-61A4-0B50-1D20-DFF18B11C05D}"/>
              </a:ext>
            </a:extLst>
          </p:cNvPr>
          <p:cNvSpPr txBox="1"/>
          <p:nvPr/>
        </p:nvSpPr>
        <p:spPr>
          <a:xfrm>
            <a:off x="1398870" y="4968739"/>
            <a:ext cx="2651760" cy="276999"/>
          </a:xfrm>
          <a:prstGeom prst="rect">
            <a:avLst/>
          </a:prstGeom>
          <a:noFill/>
        </p:spPr>
        <p:txBody>
          <a:bodyPr wrap="square">
            <a:spAutoFit/>
          </a:bodyPr>
          <a:lstStyle/>
          <a:p>
            <a:r>
              <a:rPr lang="en-SG" sz="1200" b="1" i="0" noProof="0" dirty="0">
                <a:solidFill>
                  <a:srgbClr val="005AAB"/>
                </a:solidFill>
                <a:latin typeface="Source Sans Pro"/>
              </a:rPr>
              <a:t>No offense Microsoft!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195ED-9F6A-533D-70E9-0966A3DBC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B8436-A3EC-69FA-C24B-D2A155489EBE}"/>
              </a:ext>
            </a:extLst>
          </p:cNvPr>
          <p:cNvSpPr>
            <a:spLocks noGrp="1"/>
          </p:cNvSpPr>
          <p:nvPr>
            <p:ph type="title"/>
          </p:nvPr>
        </p:nvSpPr>
        <p:spPr>
          <a:xfrm>
            <a:off x="838200" y="517770"/>
            <a:ext cx="10515600" cy="560394"/>
          </a:xfrm>
        </p:spPr>
        <p:txBody>
          <a:bodyPr/>
          <a:lstStyle/>
          <a:p>
            <a:r>
              <a:rPr lang="en-SG" sz="2000" noProof="0" dirty="0" err="1">
                <a:latin typeface="Source Sans Pro"/>
              </a:rPr>
              <a:t>EvalOps</a:t>
            </a:r>
            <a:r>
              <a:rPr lang="en-SG" sz="2000" noProof="0" dirty="0">
                <a:latin typeface="Source Sans Pro"/>
              </a:rPr>
              <a:t>: Continuous Quality Evaluation</a:t>
            </a:r>
          </a:p>
        </p:txBody>
      </p:sp>
      <p:sp>
        <p:nvSpPr>
          <p:cNvPr id="4" name="TextBox 3">
            <a:extLst>
              <a:ext uri="{FF2B5EF4-FFF2-40B4-BE49-F238E27FC236}">
                <a16:creationId xmlns:a16="http://schemas.microsoft.com/office/drawing/2014/main" id="{BB8CF723-67E8-C3C4-7C28-BBFAD06BC869}"/>
              </a:ext>
            </a:extLst>
          </p:cNvPr>
          <p:cNvSpPr txBox="1"/>
          <p:nvPr/>
        </p:nvSpPr>
        <p:spPr>
          <a:xfrm>
            <a:off x="8388416" y="344034"/>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2C83288E-DAC6-F580-4CAD-3839F56CF70C}"/>
              </a:ext>
            </a:extLst>
          </p:cNvPr>
          <p:cNvSpPr>
            <a:spLocks noGrp="1"/>
          </p:cNvSpPr>
          <p:nvPr>
            <p:ph type="sldNum" sz="quarter" idx="12"/>
          </p:nvPr>
        </p:nvSpPr>
        <p:spPr>
          <a:xfrm>
            <a:off x="8610600" y="6385225"/>
            <a:ext cx="2743200" cy="365125"/>
          </a:xfrm>
        </p:spPr>
        <p:txBody>
          <a:bodyPr/>
          <a:lstStyle/>
          <a:p>
            <a:fld id="{5DF5AE18-F94A-B54C-9347-4CAFB5D76058}" type="slidenum">
              <a:rPr lang="en-SG" noProof="0" smtClean="0"/>
              <a:pPr/>
              <a:t>17</a:t>
            </a:fld>
            <a:endParaRPr lang="en-SG" noProof="0" dirty="0"/>
          </a:p>
        </p:txBody>
      </p:sp>
      <p:sp>
        <p:nvSpPr>
          <p:cNvPr id="5" name="TextBox 4">
            <a:extLst>
              <a:ext uri="{FF2B5EF4-FFF2-40B4-BE49-F238E27FC236}">
                <a16:creationId xmlns:a16="http://schemas.microsoft.com/office/drawing/2014/main" id="{34568E05-4625-7A8F-884F-2EAA1BE5A6EB}"/>
              </a:ext>
            </a:extLst>
          </p:cNvPr>
          <p:cNvSpPr txBox="1"/>
          <p:nvPr/>
        </p:nvSpPr>
        <p:spPr>
          <a:xfrm>
            <a:off x="838200" y="1078164"/>
            <a:ext cx="10515596"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Option 2 (Recommended): Three-Layer Evaluation — Structural Assertions + LLM-as-a-Judge + HITL Feedback Integration</a:t>
            </a:r>
          </a:p>
        </p:txBody>
      </p:sp>
      <p:sp>
        <p:nvSpPr>
          <p:cNvPr id="7" name="TextBox 6">
            <a:extLst>
              <a:ext uri="{FF2B5EF4-FFF2-40B4-BE49-F238E27FC236}">
                <a16:creationId xmlns:a16="http://schemas.microsoft.com/office/drawing/2014/main" id="{8472A6EA-BD59-28D6-9FA2-8188E1159453}"/>
              </a:ext>
            </a:extLst>
          </p:cNvPr>
          <p:cNvSpPr txBox="1"/>
          <p:nvPr/>
        </p:nvSpPr>
        <p:spPr>
          <a:xfrm>
            <a:off x="838198" y="1441099"/>
            <a:ext cx="10515599"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a:t>
            </a:r>
            <a:r>
              <a:rPr lang="en-SG" sz="1200" b="0" i="0" noProof="0" dirty="0">
                <a:solidFill>
                  <a:srgbClr val="1F2328"/>
                </a:solidFill>
                <a:effectLst/>
                <a:latin typeface="Source Sans Pro" panose="020B0503030403020204" pitchFamily="34" charset="0"/>
                <a:ea typeface="Source Sans Pro" panose="020B0503030403020204" pitchFamily="34" charset="0"/>
              </a:rPr>
              <a:t>: Azure AI Evaluation SDK, </a:t>
            </a:r>
            <a:r>
              <a:rPr lang="en-SG" sz="1200" b="0" i="0" noProof="0" dirty="0" err="1">
                <a:solidFill>
                  <a:srgbClr val="1F2328"/>
                </a:solidFill>
                <a:effectLst/>
                <a:latin typeface="Source Sans Pro" panose="020B0503030403020204" pitchFamily="34" charset="0"/>
                <a:ea typeface="Source Sans Pro" panose="020B0503030403020204" pitchFamily="34" charset="0"/>
              </a:rPr>
              <a:t>pytest</a:t>
            </a:r>
            <a:r>
              <a:rPr lang="en-SG" sz="1200" b="0" i="0" noProof="0" dirty="0">
                <a:solidFill>
                  <a:srgbClr val="1F2328"/>
                </a:solidFill>
                <a:effectLst/>
                <a:latin typeface="Source Sans Pro" panose="020B0503030403020204" pitchFamily="34" charset="0"/>
                <a:ea typeface="Source Sans Pro" panose="020B0503030403020204" pitchFamily="34" charset="0"/>
              </a:rPr>
              <a:t> + </a:t>
            </a:r>
            <a:r>
              <a:rPr lang="en-SG" sz="1200" b="0" i="0" noProof="0" dirty="0" err="1">
                <a:solidFill>
                  <a:srgbClr val="1F2328"/>
                </a:solidFill>
                <a:effectLst/>
                <a:latin typeface="Source Sans Pro" panose="020B0503030403020204" pitchFamily="34" charset="0"/>
                <a:ea typeface="Source Sans Pro" panose="020B0503030403020204" pitchFamily="34" charset="0"/>
              </a:rPr>
              <a:t>pytest-asyncio</a:t>
            </a:r>
            <a:r>
              <a:rPr lang="en-SG" sz="1200" b="0" i="0" noProof="0" dirty="0">
                <a:solidFill>
                  <a:srgbClr val="1F2328"/>
                </a:solidFill>
                <a:effectLst/>
                <a:latin typeface="Source Sans Pro" panose="020B0503030403020204" pitchFamily="34" charset="0"/>
                <a:ea typeface="Source Sans Pro" panose="020B0503030403020204" pitchFamily="34" charset="0"/>
              </a:rPr>
              <a:t>, Azure OpenAI (GPT-4o as judge),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(self-hosted, dataset and scoring management), Azure Container Apps Job (evaluation batch runner)</a:t>
            </a:r>
            <a:endParaRPr lang="en-SG" sz="1200" noProof="0" dirty="0">
              <a:latin typeface="Source Sans Pro" panose="020B0503030403020204" pitchFamily="34" charset="0"/>
              <a:ea typeface="Source Sans Pro" panose="020B0503030403020204" pitchFamily="34" charset="0"/>
            </a:endParaRPr>
          </a:p>
        </p:txBody>
      </p:sp>
      <p:sp>
        <p:nvSpPr>
          <p:cNvPr id="10" name="TextBox 9">
            <a:extLst>
              <a:ext uri="{FF2B5EF4-FFF2-40B4-BE49-F238E27FC236}">
                <a16:creationId xmlns:a16="http://schemas.microsoft.com/office/drawing/2014/main" id="{38B1ADF4-A825-25A7-08A8-4E168FD24183}"/>
              </a:ext>
            </a:extLst>
          </p:cNvPr>
          <p:cNvSpPr txBox="1"/>
          <p:nvPr/>
        </p:nvSpPr>
        <p:spPr>
          <a:xfrm>
            <a:off x="838196" y="2016296"/>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Layer 1: Structural Assertions (Deterministic)</a:t>
            </a:r>
          </a:p>
        </p:txBody>
      </p:sp>
      <p:sp>
        <p:nvSpPr>
          <p:cNvPr id="14" name="TextBox 13">
            <a:extLst>
              <a:ext uri="{FF2B5EF4-FFF2-40B4-BE49-F238E27FC236}">
                <a16:creationId xmlns:a16="http://schemas.microsoft.com/office/drawing/2014/main" id="{D1C146B8-2490-F2CA-37A9-76E7DD1A4280}"/>
              </a:ext>
            </a:extLst>
          </p:cNvPr>
          <p:cNvSpPr txBox="1"/>
          <p:nvPr/>
        </p:nvSpPr>
        <p:spPr>
          <a:xfrm>
            <a:off x="838196" y="2354265"/>
            <a:ext cx="10515600"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These checks verify the procedural correctness of agent behaviour — whether the agent called the right tools, in the right order, without calling forbidden tools. They run synchronously in the CI pipeline and provide instant binary pass/fail feedback.</a:t>
            </a:r>
            <a:endParaRPr lang="en-SG" sz="1200" noProof="0" dirty="0">
              <a:latin typeface="Source Sans Pro" panose="020B0503030403020204" pitchFamily="34" charset="0"/>
              <a:ea typeface="Source Sans Pro" panose="020B0503030403020204" pitchFamily="34" charset="0"/>
            </a:endParaRPr>
          </a:p>
        </p:txBody>
      </p:sp>
      <p:sp>
        <p:nvSpPr>
          <p:cNvPr id="17" name="TextBox 16">
            <a:extLst>
              <a:ext uri="{FF2B5EF4-FFF2-40B4-BE49-F238E27FC236}">
                <a16:creationId xmlns:a16="http://schemas.microsoft.com/office/drawing/2014/main" id="{BCDD1A8C-3AD4-993B-17EB-3147A19DEA3A}"/>
              </a:ext>
            </a:extLst>
          </p:cNvPr>
          <p:cNvSpPr txBox="1"/>
          <p:nvPr/>
        </p:nvSpPr>
        <p:spPr>
          <a:xfrm>
            <a:off x="838196" y="2905422"/>
            <a:ext cx="9980600"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pytest</a:t>
            </a:r>
            <a:r>
              <a:rPr lang="en-SG" sz="1200" b="0" i="0" noProof="0" dirty="0">
                <a:solidFill>
                  <a:srgbClr val="1F2328"/>
                </a:solidFill>
                <a:effectLst/>
                <a:latin typeface="Source Sans Pro" panose="020B0503030403020204" pitchFamily="34" charset="0"/>
                <a:ea typeface="Source Sans Pro" panose="020B0503030403020204" pitchFamily="34" charset="0"/>
              </a:rPr>
              <a:t> test suite (tests/eval/) committed to the agent repository. Each test case is a golden email input + expected tool-call sequence. Test cases cover:</a:t>
            </a:r>
            <a:endParaRPr lang="en-SG" sz="1200" noProof="0" dirty="0">
              <a:latin typeface="Source Sans Pro" panose="020B0503030403020204" pitchFamily="34" charset="0"/>
              <a:ea typeface="Source Sans Pro" panose="020B0503030403020204" pitchFamily="34" charset="0"/>
            </a:endParaRPr>
          </a:p>
        </p:txBody>
      </p:sp>
      <p:sp>
        <p:nvSpPr>
          <p:cNvPr id="20" name="TextBox 19">
            <a:extLst>
              <a:ext uri="{FF2B5EF4-FFF2-40B4-BE49-F238E27FC236}">
                <a16:creationId xmlns:a16="http://schemas.microsoft.com/office/drawing/2014/main" id="{F2D2A819-9CB1-93C4-9065-5EBB5DEA38A8}"/>
              </a:ext>
            </a:extLst>
          </p:cNvPr>
          <p:cNvSpPr txBox="1"/>
          <p:nvPr/>
        </p:nvSpPr>
        <p:spPr>
          <a:xfrm>
            <a:off x="838196" y="3438720"/>
            <a:ext cx="10515599" cy="830997"/>
          </a:xfrm>
          <a:prstGeom prst="rect">
            <a:avLst/>
          </a:prstGeom>
          <a:noFill/>
        </p:spPr>
        <p:txBody>
          <a:bodyPr wrap="square">
            <a:spAutoFit/>
          </a:bodyPr>
          <a:lstStyle/>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Happy path: </a:t>
            </a:r>
            <a:r>
              <a:rPr lang="en-SG" sz="1200" noProof="0" dirty="0">
                <a:latin typeface="Source Sans Pro" panose="020B0503030403020204" pitchFamily="34" charset="0"/>
                <a:ea typeface="Source Sans Pro" panose="020B0503030403020204" pitchFamily="34" charset="0"/>
              </a:rPr>
              <a:t>Standard email of each SOP type → verify the canonical tool-call sequence</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Boundary cases: </a:t>
            </a:r>
            <a:r>
              <a:rPr lang="en-SG" sz="1200" noProof="0" dirty="0">
                <a:latin typeface="Source Sans Pro" panose="020B0503030403020204" pitchFamily="34" charset="0"/>
                <a:ea typeface="Source Sans Pro" panose="020B0503030403020204" pitchFamily="34" charset="0"/>
              </a:rPr>
              <a:t>Edge-case email phrasings → verify the agent reaches the correct resolution path</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Negative cases: </a:t>
            </a:r>
            <a:r>
              <a:rPr lang="en-SG" sz="1200" noProof="0" dirty="0">
                <a:latin typeface="Source Sans Pro" panose="020B0503030403020204" pitchFamily="34" charset="0"/>
                <a:ea typeface="Source Sans Pro" panose="020B0503030403020204" pitchFamily="34" charset="0"/>
              </a:rPr>
              <a:t>Malformed email, missing taxpayer reference → verify the agent gracefully escalates to HITL rather than hallucinating a taxpayer identity</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Tool-call prohibition: </a:t>
            </a:r>
            <a:r>
              <a:rPr lang="en-SG" sz="1200" noProof="0" dirty="0">
                <a:latin typeface="Source Sans Pro" panose="020B0503030403020204" pitchFamily="34" charset="0"/>
                <a:ea typeface="Source Sans Pro" panose="020B0503030403020204" pitchFamily="34" charset="0"/>
              </a:rPr>
              <a:t>Emails that should never trigger a write tool call (read-only queries) → verify no unauthorised write tool was called</a:t>
            </a:r>
          </a:p>
        </p:txBody>
      </p:sp>
      <p:sp>
        <p:nvSpPr>
          <p:cNvPr id="24" name="TextBox 23">
            <a:extLst>
              <a:ext uri="{FF2B5EF4-FFF2-40B4-BE49-F238E27FC236}">
                <a16:creationId xmlns:a16="http://schemas.microsoft.com/office/drawing/2014/main" id="{F9ED351F-2FFE-C8C3-266C-95338F737FEC}"/>
              </a:ext>
            </a:extLst>
          </p:cNvPr>
          <p:cNvSpPr txBox="1"/>
          <p:nvPr/>
        </p:nvSpPr>
        <p:spPr>
          <a:xfrm>
            <a:off x="838196" y="4369745"/>
            <a:ext cx="10515598"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Tool-call trace extraction</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LangGraph's</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instrumentation (Step 2.5) emits a structured tool-call sequence as part of each trace. The </a:t>
            </a:r>
            <a:r>
              <a:rPr lang="en-SG" sz="1200" b="0" i="0" noProof="0" dirty="0" err="1">
                <a:solidFill>
                  <a:srgbClr val="1F2328"/>
                </a:solidFill>
                <a:effectLst/>
                <a:latin typeface="Source Sans Pro" panose="020B0503030403020204" pitchFamily="34" charset="0"/>
                <a:ea typeface="Source Sans Pro" panose="020B0503030403020204" pitchFamily="34" charset="0"/>
              </a:rPr>
              <a:t>pytest</a:t>
            </a:r>
            <a:r>
              <a:rPr lang="en-SG" sz="1200" b="0" i="0" noProof="0" dirty="0">
                <a:solidFill>
                  <a:srgbClr val="1F2328"/>
                </a:solidFill>
                <a:effectLst/>
                <a:latin typeface="Source Sans Pro" panose="020B0503030403020204" pitchFamily="34" charset="0"/>
                <a:ea typeface="Source Sans Pro" panose="020B0503030403020204" pitchFamily="34" charset="0"/>
              </a:rPr>
              <a:t> tests query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Langfuse's</a:t>
            </a:r>
            <a:r>
              <a:rPr lang="en-SG" sz="1200" b="0" i="0" noProof="0" dirty="0">
                <a:solidFill>
                  <a:srgbClr val="1F2328"/>
                </a:solidFill>
                <a:effectLst/>
                <a:latin typeface="Source Sans Pro" panose="020B0503030403020204" pitchFamily="34" charset="0"/>
                <a:ea typeface="Source Sans Pro" panose="020B0503030403020204" pitchFamily="34" charset="0"/>
              </a:rPr>
              <a:t> API to retrieve the trace and assert against the tool-call sequence.</a:t>
            </a:r>
            <a:endParaRPr lang="en-SG" sz="1200" noProof="0" dirty="0">
              <a:latin typeface="Source Sans Pro" panose="020B0503030403020204" pitchFamily="34" charset="0"/>
              <a:ea typeface="Source Sans Pro" panose="020B0503030403020204" pitchFamily="34" charset="0"/>
            </a:endParaRPr>
          </a:p>
        </p:txBody>
      </p:sp>
      <p:sp>
        <p:nvSpPr>
          <p:cNvPr id="28" name="TextBox 27">
            <a:extLst>
              <a:ext uri="{FF2B5EF4-FFF2-40B4-BE49-F238E27FC236}">
                <a16:creationId xmlns:a16="http://schemas.microsoft.com/office/drawing/2014/main" id="{273B474C-9BF5-A5A2-7EA9-EE2CD0D8FF4E}"/>
              </a:ext>
            </a:extLst>
          </p:cNvPr>
          <p:cNvSpPr txBox="1"/>
          <p:nvPr/>
        </p:nvSpPr>
        <p:spPr>
          <a:xfrm>
            <a:off x="838196" y="4964994"/>
            <a:ext cx="10515598"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Threshold</a:t>
            </a:r>
            <a:r>
              <a:rPr lang="en-SG" sz="1200" b="0" i="0" noProof="0" dirty="0">
                <a:solidFill>
                  <a:srgbClr val="1F2328"/>
                </a:solidFill>
                <a:effectLst/>
                <a:latin typeface="Source Sans Pro" panose="020B0503030403020204" pitchFamily="34" charset="0"/>
                <a:ea typeface="Source Sans Pro" panose="020B0503030403020204" pitchFamily="34" charset="0"/>
              </a:rPr>
              <a:t>: 100% of structural assertion tests must pass for the pipeline to proceed to Layer 2.</a:t>
            </a:r>
            <a:endParaRPr lang="en-SG" sz="1200" noProof="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651513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D577D-B36B-B791-8053-E0B00DDF9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F8A9E-2ED5-FB86-0E3F-31FBC23E0FEA}"/>
              </a:ext>
            </a:extLst>
          </p:cNvPr>
          <p:cNvSpPr>
            <a:spLocks noGrp="1"/>
          </p:cNvSpPr>
          <p:nvPr>
            <p:ph type="title"/>
          </p:nvPr>
        </p:nvSpPr>
        <p:spPr>
          <a:xfrm>
            <a:off x="838200" y="517770"/>
            <a:ext cx="10515600" cy="560394"/>
          </a:xfrm>
        </p:spPr>
        <p:txBody>
          <a:bodyPr/>
          <a:lstStyle/>
          <a:p>
            <a:r>
              <a:rPr lang="en-SG" sz="2000" noProof="0" dirty="0" err="1">
                <a:latin typeface="Source Sans Pro"/>
              </a:rPr>
              <a:t>EvalOps</a:t>
            </a:r>
            <a:r>
              <a:rPr lang="en-SG" sz="2000" noProof="0" dirty="0">
                <a:latin typeface="Source Sans Pro"/>
              </a:rPr>
              <a:t>: Continuous Quality Evaluation</a:t>
            </a:r>
          </a:p>
        </p:txBody>
      </p:sp>
      <p:sp>
        <p:nvSpPr>
          <p:cNvPr id="4" name="TextBox 3">
            <a:extLst>
              <a:ext uri="{FF2B5EF4-FFF2-40B4-BE49-F238E27FC236}">
                <a16:creationId xmlns:a16="http://schemas.microsoft.com/office/drawing/2014/main" id="{8FF8A2E9-F77D-ACE0-E7D6-5AFBEBBD306E}"/>
              </a:ext>
            </a:extLst>
          </p:cNvPr>
          <p:cNvSpPr txBox="1"/>
          <p:nvPr/>
        </p:nvSpPr>
        <p:spPr>
          <a:xfrm>
            <a:off x="8388416" y="344034"/>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433D9323-0ED4-5A25-66B4-CF7A14EF5E28}"/>
              </a:ext>
            </a:extLst>
          </p:cNvPr>
          <p:cNvSpPr>
            <a:spLocks noGrp="1"/>
          </p:cNvSpPr>
          <p:nvPr>
            <p:ph type="sldNum" sz="quarter" idx="12"/>
          </p:nvPr>
        </p:nvSpPr>
        <p:spPr>
          <a:xfrm>
            <a:off x="8610600" y="6385225"/>
            <a:ext cx="2743200" cy="365125"/>
          </a:xfrm>
        </p:spPr>
        <p:txBody>
          <a:bodyPr/>
          <a:lstStyle/>
          <a:p>
            <a:fld id="{5DF5AE18-F94A-B54C-9347-4CAFB5D76058}" type="slidenum">
              <a:rPr lang="en-SG" noProof="0" smtClean="0"/>
              <a:pPr/>
              <a:t>18</a:t>
            </a:fld>
            <a:endParaRPr lang="en-SG" noProof="0" dirty="0"/>
          </a:p>
        </p:txBody>
      </p:sp>
      <p:sp>
        <p:nvSpPr>
          <p:cNvPr id="10" name="TextBox 9">
            <a:extLst>
              <a:ext uri="{FF2B5EF4-FFF2-40B4-BE49-F238E27FC236}">
                <a16:creationId xmlns:a16="http://schemas.microsoft.com/office/drawing/2014/main" id="{A0C93ED9-9CCF-0C5B-0A7B-FDCE08526552}"/>
              </a:ext>
            </a:extLst>
          </p:cNvPr>
          <p:cNvSpPr txBox="1"/>
          <p:nvPr/>
        </p:nvSpPr>
        <p:spPr>
          <a:xfrm>
            <a:off x="838200" y="1078164"/>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Layer 2: LLM-as-a-Judge — Semantic Quality Evaluation</a:t>
            </a:r>
          </a:p>
        </p:txBody>
      </p:sp>
      <p:sp>
        <p:nvSpPr>
          <p:cNvPr id="14" name="TextBox 13">
            <a:extLst>
              <a:ext uri="{FF2B5EF4-FFF2-40B4-BE49-F238E27FC236}">
                <a16:creationId xmlns:a16="http://schemas.microsoft.com/office/drawing/2014/main" id="{1CA7A372-24EA-24E5-E815-4FF3E7FA174D}"/>
              </a:ext>
            </a:extLst>
          </p:cNvPr>
          <p:cNvSpPr txBox="1"/>
          <p:nvPr/>
        </p:nvSpPr>
        <p:spPr>
          <a:xfrm>
            <a:off x="787400" y="5104830"/>
            <a:ext cx="10515600" cy="646331"/>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Composite score</a:t>
            </a:r>
            <a:r>
              <a:rPr lang="en-SG" sz="1200" noProof="0" dirty="0">
                <a:latin typeface="Source Sans Pro" panose="020B0503030403020204" pitchFamily="34" charset="0"/>
                <a:ea typeface="Source Sans Pro" panose="020B0503030403020204" pitchFamily="34" charset="0"/>
              </a:rPr>
              <a:t>: 0.25 × </a:t>
            </a:r>
            <a:r>
              <a:rPr lang="en-SG" sz="1200" noProof="0" dirty="0" err="1">
                <a:latin typeface="Source Sans Pro" panose="020B0503030403020204" pitchFamily="34" charset="0"/>
                <a:ea typeface="Source Sans Pro" panose="020B0503030403020204" pitchFamily="34" charset="0"/>
              </a:rPr>
              <a:t>TaskCompletion</a:t>
            </a:r>
            <a:r>
              <a:rPr lang="en-SG" sz="1200" noProof="0" dirty="0">
                <a:latin typeface="Source Sans Pro" panose="020B0503030403020204" pitchFamily="34" charset="0"/>
                <a:ea typeface="Source Sans Pro" panose="020B0503030403020204" pitchFamily="34" charset="0"/>
              </a:rPr>
              <a:t> + 0.30 × Faithfulness + 0.20 × </a:t>
            </a:r>
            <a:r>
              <a:rPr lang="en-SG" sz="1200" noProof="0" dirty="0" err="1">
                <a:latin typeface="Source Sans Pro" panose="020B0503030403020204" pitchFamily="34" charset="0"/>
                <a:ea typeface="Source Sans Pro" panose="020B0503030403020204" pitchFamily="34" charset="0"/>
              </a:rPr>
              <a:t>ToolCallRelevance</a:t>
            </a:r>
            <a:r>
              <a:rPr lang="en-SG" sz="1200" noProof="0" dirty="0">
                <a:latin typeface="Source Sans Pro" panose="020B0503030403020204" pitchFamily="34" charset="0"/>
                <a:ea typeface="Source Sans Pro" panose="020B0503030403020204" pitchFamily="34" charset="0"/>
              </a:rPr>
              <a:t> + 0.15 × </a:t>
            </a:r>
            <a:r>
              <a:rPr lang="en-SG" sz="1200" noProof="0" dirty="0" err="1">
                <a:latin typeface="Source Sans Pro" panose="020B0503030403020204" pitchFamily="34" charset="0"/>
                <a:ea typeface="Source Sans Pro" panose="020B0503030403020204" pitchFamily="34" charset="0"/>
              </a:rPr>
              <a:t>ResponseAppropriateness</a:t>
            </a:r>
            <a:r>
              <a:rPr lang="en-SG" sz="1200" noProof="0" dirty="0">
                <a:latin typeface="Source Sans Pro" panose="020B0503030403020204" pitchFamily="34" charset="0"/>
                <a:ea typeface="Source Sans Pro" panose="020B0503030403020204" pitchFamily="34" charset="0"/>
              </a:rPr>
              <a:t> + 0.10 × (1 - </a:t>
            </a:r>
            <a:r>
              <a:rPr lang="en-SG" sz="1200" noProof="0" dirty="0" err="1">
                <a:latin typeface="Source Sans Pro" panose="020B0503030403020204" pitchFamily="34" charset="0"/>
                <a:ea typeface="Source Sans Pro" panose="020B0503030403020204" pitchFamily="34" charset="0"/>
              </a:rPr>
              <a:t>HallucinationRate</a:t>
            </a:r>
            <a:r>
              <a:rPr lang="en-SG" sz="1200" noProof="0" dirty="0">
                <a:latin typeface="Source Sans Pro" panose="020B0503030403020204" pitchFamily="34" charset="0"/>
                <a:ea typeface="Source Sans Pro" panose="020B0503030403020204" pitchFamily="34" charset="0"/>
              </a:rPr>
              <a:t>). </a:t>
            </a:r>
          </a:p>
          <a:p>
            <a:endParaRPr lang="en-SG" sz="1200" noProof="0" dirty="0">
              <a:latin typeface="Source Sans Pro" panose="020B0503030403020204" pitchFamily="34" charset="0"/>
              <a:ea typeface="Source Sans Pro" panose="020B0503030403020204" pitchFamily="34" charset="0"/>
            </a:endParaRPr>
          </a:p>
          <a:p>
            <a:r>
              <a:rPr lang="en-SG" sz="1200" noProof="0" dirty="0">
                <a:latin typeface="Source Sans Pro" panose="020B0503030403020204" pitchFamily="34" charset="0"/>
                <a:ea typeface="Source Sans Pro" panose="020B0503030403020204" pitchFamily="34" charset="0"/>
              </a:rPr>
              <a:t>The composite score must meet the </a:t>
            </a:r>
            <a:r>
              <a:rPr lang="en-SG" sz="1200" noProof="0" dirty="0" err="1">
                <a:latin typeface="Source Sans Pro" panose="020B0503030403020204" pitchFamily="34" charset="0"/>
                <a:ea typeface="Source Sans Pro" panose="020B0503030403020204" pitchFamily="34" charset="0"/>
              </a:rPr>
              <a:t>minCompositeScore</a:t>
            </a:r>
            <a:r>
              <a:rPr lang="en-SG" sz="1200" noProof="0" dirty="0">
                <a:latin typeface="Source Sans Pro" panose="020B0503030403020204" pitchFamily="34" charset="0"/>
                <a:ea typeface="Source Sans Pro" panose="020B0503030403020204" pitchFamily="34" charset="0"/>
              </a:rPr>
              <a:t> declared in the agent's agent-</a:t>
            </a:r>
            <a:r>
              <a:rPr lang="en-SG" sz="1200" noProof="0" dirty="0" err="1">
                <a:latin typeface="Source Sans Pro" panose="020B0503030403020204" pitchFamily="34" charset="0"/>
                <a:ea typeface="Source Sans Pro" panose="020B0503030403020204" pitchFamily="34" charset="0"/>
              </a:rPr>
              <a:t>manifest.json</a:t>
            </a:r>
            <a:r>
              <a:rPr lang="en-SG" sz="1200" noProof="0" dirty="0">
                <a:latin typeface="Source Sans Pro" panose="020B0503030403020204" pitchFamily="34" charset="0"/>
                <a:ea typeface="Source Sans Pro" panose="020B0503030403020204" pitchFamily="34" charset="0"/>
              </a:rPr>
              <a:t>.</a:t>
            </a:r>
          </a:p>
        </p:txBody>
      </p:sp>
      <p:sp>
        <p:nvSpPr>
          <p:cNvPr id="17" name="TextBox 16">
            <a:extLst>
              <a:ext uri="{FF2B5EF4-FFF2-40B4-BE49-F238E27FC236}">
                <a16:creationId xmlns:a16="http://schemas.microsoft.com/office/drawing/2014/main" id="{0BEDA2AD-5CD8-90ED-5B07-05545EF23392}"/>
              </a:ext>
            </a:extLst>
          </p:cNvPr>
          <p:cNvSpPr txBox="1"/>
          <p:nvPr/>
        </p:nvSpPr>
        <p:spPr>
          <a:xfrm>
            <a:off x="838200" y="1715502"/>
            <a:ext cx="9865097"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Implementation: </a:t>
            </a:r>
            <a:r>
              <a:rPr lang="en-SG" sz="1200" i="0" noProof="0" dirty="0">
                <a:solidFill>
                  <a:srgbClr val="1F2328"/>
                </a:solidFill>
                <a:effectLst/>
                <a:latin typeface="Source Sans Pro" panose="020B0503030403020204" pitchFamily="34" charset="0"/>
                <a:ea typeface="Source Sans Pro" panose="020B0503030403020204" pitchFamily="34" charset="0"/>
              </a:rPr>
              <a:t>Azure AI Evaluation SDK (azure-ai-evaluation) is used to compute the following metrics over the synthetic email evaluation dataset (stored in </a:t>
            </a:r>
            <a:r>
              <a:rPr lang="en-SG" sz="120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i="0" noProof="0" dirty="0">
                <a:solidFill>
                  <a:srgbClr val="1F2328"/>
                </a:solidFill>
                <a:effectLst/>
                <a:latin typeface="Source Sans Pro" panose="020B0503030403020204" pitchFamily="34" charset="0"/>
                <a:ea typeface="Source Sans Pro" panose="020B0503030403020204" pitchFamily="34" charset="0"/>
              </a:rPr>
              <a:t>):</a:t>
            </a:r>
            <a:endParaRPr lang="en-SG" sz="1200" noProof="0" dirty="0">
              <a:latin typeface="Source Sans Pro" panose="020B0503030403020204" pitchFamily="34" charset="0"/>
              <a:ea typeface="Source Sans Pro" panose="020B0503030403020204" pitchFamily="34" charset="0"/>
            </a:endParaRPr>
          </a:p>
        </p:txBody>
      </p:sp>
      <p:graphicFrame>
        <p:nvGraphicFramePr>
          <p:cNvPr id="3" name="converted_table">
            <a:extLst>
              <a:ext uri="{FF2B5EF4-FFF2-40B4-BE49-F238E27FC236}">
                <a16:creationId xmlns:a16="http://schemas.microsoft.com/office/drawing/2014/main" id="{878E6E08-CE01-7E03-526C-1F260A484193}"/>
              </a:ext>
            </a:extLst>
          </p:cNvPr>
          <p:cNvGraphicFramePr>
            <a:graphicFrameLocks noGrp="1"/>
          </p:cNvGraphicFramePr>
          <p:nvPr>
            <p:extLst>
              <p:ext uri="{D42A27DB-BD31-4B8C-83A1-F6EECF244321}">
                <p14:modId xmlns:p14="http://schemas.microsoft.com/office/powerpoint/2010/main" val="2284031793"/>
              </p:ext>
            </p:extLst>
          </p:nvPr>
        </p:nvGraphicFramePr>
        <p:xfrm>
          <a:off x="889000" y="2293772"/>
          <a:ext cx="10670800" cy="2700000"/>
        </p:xfrm>
        <a:graphic>
          <a:graphicData uri="http://schemas.openxmlformats.org/drawingml/2006/table">
            <a:tbl>
              <a:tblPr firstRow="1" bandRow="1">
                <a:tableStyleId>{5C22544A-7EE6-4342-B048-85BDC9FD1C3A}</a:tableStyleId>
              </a:tblPr>
              <a:tblGrid>
                <a:gridCol w="1476000">
                  <a:extLst>
                    <a:ext uri="{9D8B030D-6E8A-4147-A177-3AD203B41FA5}">
                      <a16:colId xmlns:a16="http://schemas.microsoft.com/office/drawing/2014/main" val="375308177"/>
                    </a:ext>
                  </a:extLst>
                </a:gridCol>
                <a:gridCol w="6465236">
                  <a:extLst>
                    <a:ext uri="{9D8B030D-6E8A-4147-A177-3AD203B41FA5}">
                      <a16:colId xmlns:a16="http://schemas.microsoft.com/office/drawing/2014/main" val="2272142276"/>
                    </a:ext>
                  </a:extLst>
                </a:gridCol>
                <a:gridCol w="1684421">
                  <a:extLst>
                    <a:ext uri="{9D8B030D-6E8A-4147-A177-3AD203B41FA5}">
                      <a16:colId xmlns:a16="http://schemas.microsoft.com/office/drawing/2014/main" val="437404334"/>
                    </a:ext>
                  </a:extLst>
                </a:gridCol>
                <a:gridCol w="1045143">
                  <a:extLst>
                    <a:ext uri="{9D8B030D-6E8A-4147-A177-3AD203B41FA5}">
                      <a16:colId xmlns:a16="http://schemas.microsoft.com/office/drawing/2014/main" val="3345987702"/>
                    </a:ext>
                  </a:extLst>
                </a:gridCol>
              </a:tblGrid>
              <a:tr h="360000">
                <a:tc>
                  <a:txBody>
                    <a:bodyPr/>
                    <a:lstStyle/>
                    <a:p>
                      <a:pPr algn="l"/>
                      <a:r>
                        <a:rPr lang="en-SG" sz="1200" b="1" noProof="0" dirty="0">
                          <a:solidFill>
                            <a:srgbClr val="FFFFFF"/>
                          </a:solidFill>
                          <a:latin typeface="Source Sans Pro"/>
                        </a:rPr>
                        <a:t>Metric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Definition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Tools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Threshold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82006180"/>
                  </a:ext>
                </a:extLst>
              </a:tr>
              <a:tr h="468000">
                <a:tc>
                  <a:txBody>
                    <a:bodyPr/>
                    <a:lstStyle/>
                    <a:p>
                      <a:pPr algn="l"/>
                      <a:r>
                        <a:rPr lang="en-SG" sz="1200" b="0" noProof="0" dirty="0">
                          <a:solidFill>
                            <a:srgbClr val="1F1F1F"/>
                          </a:solidFill>
                          <a:latin typeface="Source Sans Pro"/>
                        </a:rPr>
                        <a:t>Task Completion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Did the agent successfully resolve the taxpayer's query (as intended by the SOP)?</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GPT-4o judge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 0.85</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181569"/>
                  </a:ext>
                </a:extLst>
              </a:tr>
              <a:tr h="468000">
                <a:tc>
                  <a:txBody>
                    <a:bodyPr/>
                    <a:lstStyle/>
                    <a:p>
                      <a:pPr algn="l"/>
                      <a:r>
                        <a:rPr lang="en-SG" sz="1200" b="0" noProof="0" dirty="0">
                          <a:solidFill>
                            <a:srgbClr val="1F1F1F"/>
                          </a:solidFill>
                          <a:latin typeface="Source Sans Pro"/>
                        </a:rPr>
                        <a:t>Faithfulness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Are the agent's statements grounded in the information retrieved from taxpayer records (no hallucination of facts)?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GPT-4o judge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 0.90</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7463409"/>
                  </a:ext>
                </a:extLst>
              </a:tr>
              <a:tr h="468000">
                <a:tc>
                  <a:txBody>
                    <a:bodyPr/>
                    <a:lstStyle/>
                    <a:p>
                      <a:pPr algn="l"/>
                      <a:r>
                        <a:rPr lang="en-SG" sz="1200" b="0" noProof="0" dirty="0">
                          <a:solidFill>
                            <a:srgbClr val="1F1F1F"/>
                          </a:solidFill>
                          <a:latin typeface="Source Sans Pro"/>
                        </a:rPr>
                        <a:t>Tool-Call Relevance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Were the tools called relevant to the task, or did the agent call unnecessary tools (wasted API calls / cost)?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Rule-based + GPT-4o</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 0.88</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9695389"/>
                  </a:ext>
                </a:extLst>
              </a:tr>
              <a:tr h="468000">
                <a:tc>
                  <a:txBody>
                    <a:bodyPr/>
                    <a:lstStyle/>
                    <a:p>
                      <a:pPr algn="l"/>
                      <a:r>
                        <a:rPr lang="en-SG" sz="1200" b="0" noProof="0" dirty="0">
                          <a:solidFill>
                            <a:srgbClr val="1F1F1F"/>
                          </a:solidFill>
                          <a:latin typeface="Source Sans Pro"/>
                        </a:rPr>
                        <a:t>Response Appropriateness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Is the final email response appropriate for a government tax authority communication (tone, accuracy, no unsolicited advice)?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GPT-4o judge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 0.85</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587290"/>
                  </a:ext>
                </a:extLst>
              </a:tr>
              <a:tr h="468000">
                <a:tc>
                  <a:txBody>
                    <a:bodyPr/>
                    <a:lstStyle/>
                    <a:p>
                      <a:pPr algn="l"/>
                      <a:r>
                        <a:rPr lang="en-SG" sz="1200" b="0" noProof="0" dirty="0">
                          <a:solidFill>
                            <a:srgbClr val="1F1F1F"/>
                          </a:solidFill>
                          <a:latin typeface="Source Sans Pro"/>
                        </a:rPr>
                        <a:t>Hallucination Rate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 of agent outputs that contain unsupported factual claims about the taxpayer</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GPT-4o judge (binary per output)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a:solidFill>
                            <a:srgbClr val="1F1F1F"/>
                          </a:solidFill>
                          <a:latin typeface="Source Sans Pro"/>
                        </a:rPr>
                        <a:t>≤ 0.03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8909784"/>
                  </a:ext>
                </a:extLst>
              </a:tr>
            </a:tbl>
          </a:graphicData>
        </a:graphic>
      </p:graphicFrame>
      <p:sp>
        <p:nvSpPr>
          <p:cNvPr id="9" name="TextBox 8">
            <a:extLst>
              <a:ext uri="{FF2B5EF4-FFF2-40B4-BE49-F238E27FC236}">
                <a16:creationId xmlns:a16="http://schemas.microsoft.com/office/drawing/2014/main" id="{872D388F-A33B-E811-B32A-551096BF04BA}"/>
              </a:ext>
            </a:extLst>
          </p:cNvPr>
          <p:cNvSpPr txBox="1"/>
          <p:nvPr/>
        </p:nvSpPr>
        <p:spPr>
          <a:xfrm>
            <a:off x="787400" y="5793137"/>
            <a:ext cx="10849938" cy="646331"/>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Eval dataset versioning</a:t>
            </a:r>
            <a:r>
              <a:rPr lang="en-SG" sz="1200" b="0" i="0" noProof="0" dirty="0">
                <a:solidFill>
                  <a:srgbClr val="1F2328"/>
                </a:solidFill>
                <a:effectLst/>
                <a:latin typeface="Source Sans Pro" panose="020B0503030403020204" pitchFamily="34" charset="0"/>
                <a:ea typeface="Source Sans Pro" panose="020B0503030403020204" pitchFamily="34" charset="0"/>
              </a:rPr>
              <a:t>: The synthetic email evaluation dataset is stored in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as a named, versioned dataset (e.g., refund-agent-eval-v3). Updates to the dataset (e.g., adding new edge cases from officer audit findings) increment the dataset version. The CI pipeline always evaluates against the latest dataset version; regression comparisons use scores from the same dataset version to ensure apples-to-apples comparison.</a:t>
            </a:r>
            <a:endParaRPr lang="en-SG" sz="1200" noProof="0" dirty="0">
              <a:latin typeface="Source Sans Pro" panose="020B0503030403020204" pitchFamily="34" charset="0"/>
              <a:ea typeface="Source Sans Pro" panose="020B0503030403020204" pitchFamily="34" charset="0"/>
            </a:endParaRPr>
          </a:p>
        </p:txBody>
      </p:sp>
      <p:sp>
        <p:nvSpPr>
          <p:cNvPr id="12" name="TextBox 11">
            <a:extLst>
              <a:ext uri="{FF2B5EF4-FFF2-40B4-BE49-F238E27FC236}">
                <a16:creationId xmlns:a16="http://schemas.microsoft.com/office/drawing/2014/main" id="{995041F2-87E4-5589-8CEC-052DFD79767C}"/>
              </a:ext>
            </a:extLst>
          </p:cNvPr>
          <p:cNvSpPr txBox="1"/>
          <p:nvPr/>
        </p:nvSpPr>
        <p:spPr>
          <a:xfrm>
            <a:off x="838200" y="1430004"/>
            <a:ext cx="10464800"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These checks evaluate the semantic quality of agent reasoning — dimensions that cannot be captured by structural assertions alone.</a:t>
            </a:r>
            <a:endParaRPr lang="en-SG" sz="1200" noProof="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668902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8F814-5FBE-1B10-6FD4-E01ACA160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B1018C-4EA8-E202-A232-BA64AECEDB2F}"/>
              </a:ext>
            </a:extLst>
          </p:cNvPr>
          <p:cNvSpPr>
            <a:spLocks noGrp="1"/>
          </p:cNvSpPr>
          <p:nvPr>
            <p:ph type="title"/>
          </p:nvPr>
        </p:nvSpPr>
        <p:spPr>
          <a:xfrm>
            <a:off x="838200" y="517770"/>
            <a:ext cx="10515600" cy="560394"/>
          </a:xfrm>
        </p:spPr>
        <p:txBody>
          <a:bodyPr/>
          <a:lstStyle/>
          <a:p>
            <a:r>
              <a:rPr lang="en-SG" sz="2000" noProof="0" dirty="0" err="1">
                <a:latin typeface="Source Sans Pro"/>
              </a:rPr>
              <a:t>EvalOps</a:t>
            </a:r>
            <a:r>
              <a:rPr lang="en-SG" sz="2000" noProof="0" dirty="0">
                <a:latin typeface="Source Sans Pro"/>
              </a:rPr>
              <a:t>: Continuous Quality Evaluation</a:t>
            </a:r>
          </a:p>
        </p:txBody>
      </p:sp>
      <p:sp>
        <p:nvSpPr>
          <p:cNvPr id="4" name="TextBox 3">
            <a:extLst>
              <a:ext uri="{FF2B5EF4-FFF2-40B4-BE49-F238E27FC236}">
                <a16:creationId xmlns:a16="http://schemas.microsoft.com/office/drawing/2014/main" id="{CE22921D-6F9D-9858-DB64-FC981A4D7ABF}"/>
              </a:ext>
            </a:extLst>
          </p:cNvPr>
          <p:cNvSpPr txBox="1"/>
          <p:nvPr/>
        </p:nvSpPr>
        <p:spPr>
          <a:xfrm>
            <a:off x="8388416" y="344034"/>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45DCA446-1CE0-C00A-D699-9911513E751C}"/>
              </a:ext>
            </a:extLst>
          </p:cNvPr>
          <p:cNvSpPr>
            <a:spLocks noGrp="1"/>
          </p:cNvSpPr>
          <p:nvPr>
            <p:ph type="sldNum" sz="quarter" idx="12"/>
          </p:nvPr>
        </p:nvSpPr>
        <p:spPr>
          <a:xfrm>
            <a:off x="8610600" y="6385225"/>
            <a:ext cx="2743200" cy="365125"/>
          </a:xfrm>
        </p:spPr>
        <p:txBody>
          <a:bodyPr/>
          <a:lstStyle/>
          <a:p>
            <a:fld id="{5DF5AE18-F94A-B54C-9347-4CAFB5D76058}" type="slidenum">
              <a:rPr lang="en-SG" noProof="0" smtClean="0"/>
              <a:pPr/>
              <a:t>19</a:t>
            </a:fld>
            <a:endParaRPr lang="en-SG" noProof="0" dirty="0"/>
          </a:p>
        </p:txBody>
      </p:sp>
      <p:sp>
        <p:nvSpPr>
          <p:cNvPr id="10" name="TextBox 9">
            <a:extLst>
              <a:ext uri="{FF2B5EF4-FFF2-40B4-BE49-F238E27FC236}">
                <a16:creationId xmlns:a16="http://schemas.microsoft.com/office/drawing/2014/main" id="{646C6F45-616C-45AF-EADA-D36F1978B4C9}"/>
              </a:ext>
            </a:extLst>
          </p:cNvPr>
          <p:cNvSpPr txBox="1"/>
          <p:nvPr/>
        </p:nvSpPr>
        <p:spPr>
          <a:xfrm>
            <a:off x="838200" y="1078164"/>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latin typeface="Source Sans Pro" panose="020B0503030403020204" pitchFamily="34" charset="0"/>
                <a:ea typeface="Source Sans Pro" panose="020B0503030403020204" pitchFamily="34" charset="0"/>
              </a:rPr>
              <a:t>Layer 3: HITL Feedback Integration (In-Production Continuous Evaluation)</a:t>
            </a:r>
          </a:p>
        </p:txBody>
      </p:sp>
      <p:sp>
        <p:nvSpPr>
          <p:cNvPr id="12" name="TextBox 11">
            <a:extLst>
              <a:ext uri="{FF2B5EF4-FFF2-40B4-BE49-F238E27FC236}">
                <a16:creationId xmlns:a16="http://schemas.microsoft.com/office/drawing/2014/main" id="{E85755AE-28BB-32C6-9137-697BD555020F}"/>
              </a:ext>
            </a:extLst>
          </p:cNvPr>
          <p:cNvSpPr txBox="1"/>
          <p:nvPr/>
        </p:nvSpPr>
        <p:spPr>
          <a:xfrm>
            <a:off x="838200" y="1430004"/>
            <a:ext cx="10464800"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As agents process real emails in production, tax officers occasionally correct agent actions via the HITL workflow. Each HITL correction is a ground-truth signal that the agent made a suboptimal or incorrect decision. This signal is fed back into the evaluation pipeline.</a:t>
            </a:r>
            <a:endParaRPr lang="en-SG" sz="1200" noProof="0" dirty="0">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4ACB9756-A9C0-367F-035F-FFAC6FB20094}"/>
              </a:ext>
            </a:extLst>
          </p:cNvPr>
          <p:cNvSpPr txBox="1"/>
          <p:nvPr/>
        </p:nvSpPr>
        <p:spPr>
          <a:xfrm>
            <a:off x="838200" y="1891669"/>
            <a:ext cx="6097604" cy="338554"/>
          </a:xfrm>
          <a:prstGeom prst="rect">
            <a:avLst/>
          </a:prstGeom>
          <a:noFill/>
        </p:spPr>
        <p:txBody>
          <a:bodyPr wrap="square">
            <a:spAutoFit/>
          </a:bodyPr>
          <a:lstStyle/>
          <a:p>
            <a:r>
              <a:rPr lang="en-SG" sz="16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600" b="0" i="0" noProof="0" dirty="0">
                <a:solidFill>
                  <a:srgbClr val="1F2328"/>
                </a:solidFill>
                <a:effectLst/>
                <a:latin typeface="Source Sans Pro" panose="020B0503030403020204" pitchFamily="34" charset="0"/>
                <a:ea typeface="Source Sans Pro" panose="020B0503030403020204" pitchFamily="34" charset="0"/>
              </a:rPr>
              <a:t>:</a:t>
            </a:r>
            <a:endParaRPr lang="en-SG" sz="1600" noProof="0" dirty="0">
              <a:latin typeface="Source Sans Pro" panose="020B0503030403020204" pitchFamily="34" charset="0"/>
              <a:ea typeface="Source Sans Pro" panose="020B0503030403020204" pitchFamily="34" charset="0"/>
            </a:endParaRPr>
          </a:p>
        </p:txBody>
      </p:sp>
      <p:sp>
        <p:nvSpPr>
          <p:cNvPr id="15" name="TextBox 14">
            <a:extLst>
              <a:ext uri="{FF2B5EF4-FFF2-40B4-BE49-F238E27FC236}">
                <a16:creationId xmlns:a16="http://schemas.microsoft.com/office/drawing/2014/main" id="{09A73677-569F-529F-51CC-533CBFEFF4F4}"/>
              </a:ext>
            </a:extLst>
          </p:cNvPr>
          <p:cNvSpPr txBox="1"/>
          <p:nvPr/>
        </p:nvSpPr>
        <p:spPr>
          <a:xfrm>
            <a:off x="838200" y="2195360"/>
            <a:ext cx="10625488" cy="4497642"/>
          </a:xfrm>
          <a:prstGeom prst="rect">
            <a:avLst/>
          </a:prstGeom>
          <a:noFill/>
        </p:spPr>
        <p:txBody>
          <a:bodyPr wrap="square">
            <a:spAutoFit/>
          </a:bodyPr>
          <a:lstStyle/>
          <a:p>
            <a:pPr marL="228600" indent="-228600">
              <a:lnSpc>
                <a:spcPct val="150000"/>
              </a:lnSpc>
              <a:buFont typeface="+mj-lt"/>
              <a:buAutoNum type="arabicPeriod"/>
            </a:pPr>
            <a:r>
              <a:rPr lang="en-SG" sz="1200" noProof="0" dirty="0"/>
              <a:t>When a tax officer submits a HITL correction, the correction event includes:</a:t>
            </a:r>
          </a:p>
          <a:p>
            <a:pPr marL="685800" lvl="1" indent="-228600">
              <a:lnSpc>
                <a:spcPct val="150000"/>
              </a:lnSpc>
              <a:buFont typeface="Arial" panose="020B0604020202020204" pitchFamily="34" charset="0"/>
              <a:buChar char="•"/>
            </a:pPr>
            <a:r>
              <a:rPr lang="en-SG" sz="1200" b="1" noProof="0" dirty="0" err="1"/>
              <a:t>messageId</a:t>
            </a:r>
            <a:r>
              <a:rPr lang="en-SG" sz="1200" noProof="0" dirty="0"/>
              <a:t> (correlation ID)</a:t>
            </a:r>
          </a:p>
          <a:p>
            <a:pPr marL="685800" lvl="1" indent="-228600">
              <a:lnSpc>
                <a:spcPct val="150000"/>
              </a:lnSpc>
              <a:buFont typeface="Arial" panose="020B0604020202020204" pitchFamily="34" charset="0"/>
              <a:buChar char="•"/>
            </a:pPr>
            <a:r>
              <a:rPr lang="en-SG" sz="1200" b="1" noProof="0" dirty="0" err="1"/>
              <a:t>correctionType</a:t>
            </a:r>
            <a:r>
              <a:rPr lang="en-SG" sz="1200" noProof="0" dirty="0"/>
              <a:t> (</a:t>
            </a:r>
            <a:r>
              <a:rPr lang="en-SG" sz="1200" noProof="0" dirty="0" err="1"/>
              <a:t>escalation_override</a:t>
            </a:r>
            <a:r>
              <a:rPr lang="en-SG" sz="1200" noProof="0" dirty="0"/>
              <a:t> | </a:t>
            </a:r>
            <a:r>
              <a:rPr lang="en-SG" sz="1200" noProof="0" dirty="0" err="1"/>
              <a:t>action_correction</a:t>
            </a:r>
            <a:r>
              <a:rPr lang="en-SG" sz="1200" noProof="0" dirty="0"/>
              <a:t> | </a:t>
            </a:r>
            <a:r>
              <a:rPr lang="en-SG" sz="1200" noProof="0" dirty="0" err="1"/>
              <a:t>response_revision</a:t>
            </a:r>
            <a:r>
              <a:rPr lang="en-SG" sz="1200" noProof="0" dirty="0"/>
              <a:t>)</a:t>
            </a:r>
          </a:p>
          <a:p>
            <a:pPr marL="685800" lvl="1" indent="-228600">
              <a:lnSpc>
                <a:spcPct val="150000"/>
              </a:lnSpc>
              <a:buFont typeface="Arial" panose="020B0604020202020204" pitchFamily="34" charset="0"/>
              <a:buChar char="•"/>
            </a:pPr>
            <a:r>
              <a:rPr lang="en-SG" sz="1200" b="1" noProof="0" dirty="0" err="1"/>
              <a:t>officerNotes</a:t>
            </a:r>
            <a:r>
              <a:rPr lang="en-SG" sz="1200" noProof="0" dirty="0"/>
              <a:t> (optional free-text)</a:t>
            </a:r>
          </a:p>
          <a:p>
            <a:pPr marL="228600" indent="-228600">
              <a:lnSpc>
                <a:spcPct val="150000"/>
              </a:lnSpc>
              <a:buFont typeface="+mj-lt"/>
              <a:buAutoNum type="arabicPeriod"/>
            </a:pPr>
            <a:r>
              <a:rPr lang="en-SG" sz="1200" noProof="0" dirty="0"/>
              <a:t>An </a:t>
            </a:r>
            <a:r>
              <a:rPr lang="en-SG" sz="1200" b="1" noProof="0" dirty="0"/>
              <a:t>Azure Event Grid</a:t>
            </a:r>
            <a:r>
              <a:rPr lang="en-SG" sz="1200" noProof="0" dirty="0"/>
              <a:t> event is emitted on HITL correction submission.</a:t>
            </a:r>
          </a:p>
          <a:p>
            <a:pPr marL="228600" indent="-228600">
              <a:lnSpc>
                <a:spcPct val="150000"/>
              </a:lnSpc>
              <a:buFont typeface="+mj-lt"/>
              <a:buAutoNum type="arabicPeriod"/>
            </a:pPr>
            <a:r>
              <a:rPr lang="en-SG" sz="1200" noProof="0" dirty="0"/>
              <a:t>An </a:t>
            </a:r>
            <a:r>
              <a:rPr lang="en-SG" sz="1200" b="1" noProof="0" dirty="0"/>
              <a:t>Azure Container Apps Job</a:t>
            </a:r>
            <a:r>
              <a:rPr lang="en-SG" sz="1200" noProof="0" dirty="0"/>
              <a:t> (eval-</a:t>
            </a:r>
            <a:r>
              <a:rPr lang="en-SG" sz="1200" noProof="0" dirty="0" err="1"/>
              <a:t>hitl</a:t>
            </a:r>
            <a:r>
              <a:rPr lang="en-SG" sz="1200" noProof="0" dirty="0"/>
              <a:t>-feedback-processor) subscribes to this event and:</a:t>
            </a:r>
          </a:p>
          <a:p>
            <a:pPr marL="685800" lvl="1" indent="-228600">
              <a:lnSpc>
                <a:spcPct val="150000"/>
              </a:lnSpc>
              <a:buFont typeface="Arial" panose="020B0604020202020204" pitchFamily="34" charset="0"/>
              <a:buChar char="•"/>
            </a:pPr>
            <a:r>
              <a:rPr lang="en-SG" sz="1200" noProof="0" dirty="0"/>
              <a:t>Retrieves the full agent trace from </a:t>
            </a:r>
            <a:r>
              <a:rPr lang="en-SG" sz="1200" noProof="0" dirty="0" err="1"/>
              <a:t>Langfuse</a:t>
            </a:r>
            <a:r>
              <a:rPr lang="en-SG" sz="1200" noProof="0" dirty="0"/>
              <a:t> using the </a:t>
            </a:r>
            <a:r>
              <a:rPr lang="en-SG" sz="1200" noProof="0" dirty="0" err="1"/>
              <a:t>messageId</a:t>
            </a:r>
            <a:endParaRPr lang="en-SG" sz="1200" noProof="0" dirty="0"/>
          </a:p>
          <a:p>
            <a:pPr marL="685800" lvl="1" indent="-228600">
              <a:lnSpc>
                <a:spcPct val="150000"/>
              </a:lnSpc>
              <a:buFont typeface="Arial" panose="020B0604020202020204" pitchFamily="34" charset="0"/>
              <a:buChar char="•"/>
            </a:pPr>
            <a:r>
              <a:rPr lang="en-SG" sz="1200" noProof="0" dirty="0"/>
              <a:t>Annotates the trace in </a:t>
            </a:r>
            <a:r>
              <a:rPr lang="en-SG" sz="1200" noProof="0" dirty="0" err="1"/>
              <a:t>Langfuse</a:t>
            </a:r>
            <a:r>
              <a:rPr lang="en-SG" sz="1200" noProof="0" dirty="0"/>
              <a:t> with a score of 0 (failed), a label of the </a:t>
            </a:r>
            <a:r>
              <a:rPr lang="en-SG" sz="1200" noProof="0" dirty="0" err="1"/>
              <a:t>correctionType</a:t>
            </a:r>
            <a:r>
              <a:rPr lang="en-SG" sz="1200" noProof="0" dirty="0"/>
              <a:t>, and the officer's notes</a:t>
            </a:r>
          </a:p>
          <a:p>
            <a:pPr marL="685800" lvl="1" indent="-228600">
              <a:lnSpc>
                <a:spcPct val="150000"/>
              </a:lnSpc>
              <a:buFont typeface="Arial" panose="020B0604020202020204" pitchFamily="34" charset="0"/>
              <a:buChar char="•"/>
            </a:pPr>
            <a:r>
              <a:rPr lang="en-SG" sz="1200" noProof="0" dirty="0"/>
              <a:t>If the correction is a </a:t>
            </a:r>
            <a:r>
              <a:rPr lang="en-SG" sz="1200" noProof="0" dirty="0" err="1"/>
              <a:t>action_correction</a:t>
            </a:r>
            <a:r>
              <a:rPr lang="en-SG" sz="1200" noProof="0" dirty="0"/>
              <a:t> (agent took the wrong action): the trace is added to the active evaluation dataset in </a:t>
            </a:r>
            <a:r>
              <a:rPr lang="en-SG" sz="1200" noProof="0" dirty="0" err="1"/>
              <a:t>Langfuse</a:t>
            </a:r>
            <a:r>
              <a:rPr lang="en-SG" sz="1200" noProof="0" dirty="0"/>
              <a:t> as a new negative example (with a 30-day review period before it is incorporated into the CI eval baseline, to allow for officer error rate correction)</a:t>
            </a:r>
          </a:p>
          <a:p>
            <a:pPr marL="228600" indent="-228600">
              <a:lnSpc>
                <a:spcPct val="150000"/>
              </a:lnSpc>
              <a:buFont typeface="+mj-lt"/>
              <a:buAutoNum type="arabicPeriod"/>
            </a:pPr>
            <a:r>
              <a:rPr lang="en-SG" sz="1200" noProof="0" dirty="0" err="1"/>
              <a:t>Langfuse's</a:t>
            </a:r>
            <a:r>
              <a:rPr lang="en-SG" sz="1200" noProof="0" dirty="0"/>
              <a:t> </a:t>
            </a:r>
            <a:r>
              <a:rPr lang="en-SG" sz="1200" b="1" noProof="0" dirty="0"/>
              <a:t>production eval metrics</a:t>
            </a:r>
            <a:r>
              <a:rPr lang="en-SG" sz="1200" noProof="0" dirty="0"/>
              <a:t> dashboard tracks:</a:t>
            </a:r>
          </a:p>
          <a:p>
            <a:pPr marL="685800" lvl="1" indent="-228600">
              <a:lnSpc>
                <a:spcPct val="150000"/>
              </a:lnSpc>
              <a:buFont typeface="Arial" panose="020B0604020202020204" pitchFamily="34" charset="0"/>
              <a:buChar char="•"/>
            </a:pPr>
            <a:r>
              <a:rPr lang="en-SG" sz="1200" noProof="0" dirty="0"/>
              <a:t>HITL correction rate by agent and by SOP category</a:t>
            </a:r>
          </a:p>
          <a:p>
            <a:pPr marL="685800" lvl="1" indent="-228600">
              <a:lnSpc>
                <a:spcPct val="150000"/>
              </a:lnSpc>
              <a:buFont typeface="Arial" panose="020B0604020202020204" pitchFamily="34" charset="0"/>
              <a:buChar char="•"/>
            </a:pPr>
            <a:r>
              <a:rPr lang="en-SG" sz="1200" noProof="0" dirty="0"/>
              <a:t>Trend in correction type distribution (escalation vs. action correction vs. response revision)</a:t>
            </a:r>
          </a:p>
          <a:p>
            <a:pPr marL="685800" lvl="1" indent="-228600">
              <a:lnSpc>
                <a:spcPct val="150000"/>
              </a:lnSpc>
              <a:buFont typeface="Arial" panose="020B0604020202020204" pitchFamily="34" charset="0"/>
              <a:buChar char="•"/>
            </a:pPr>
            <a:r>
              <a:rPr lang="en-SG" sz="1200" noProof="0" dirty="0"/>
              <a:t>Production composite score (computed on a 7-day rolling window of HITL-annotated traces)</a:t>
            </a:r>
          </a:p>
          <a:p>
            <a:pPr marL="228600" indent="-228600">
              <a:lnSpc>
                <a:spcPct val="150000"/>
              </a:lnSpc>
              <a:buFont typeface="+mj-lt"/>
              <a:buAutoNum type="arabicPeriod"/>
            </a:pPr>
            <a:r>
              <a:rPr lang="en-SG" sz="1200" noProof="0" dirty="0"/>
              <a:t>If the production composite score on HITL-annotated data drops below 15% of the CI eval score baseline, </a:t>
            </a:r>
            <a:r>
              <a:rPr lang="en-SG" sz="1200" b="1" noProof="0" dirty="0"/>
              <a:t>an alert is sent to the AO team to investigate </a:t>
            </a:r>
            <a:r>
              <a:rPr lang="en-SG" sz="1200" noProof="0" dirty="0"/>
              <a:t>and prepare a patch release.</a:t>
            </a:r>
          </a:p>
        </p:txBody>
      </p:sp>
      <p:sp>
        <p:nvSpPr>
          <p:cNvPr id="16" name="TextBox 15">
            <a:extLst>
              <a:ext uri="{FF2B5EF4-FFF2-40B4-BE49-F238E27FC236}">
                <a16:creationId xmlns:a16="http://schemas.microsoft.com/office/drawing/2014/main" id="{070BE305-F37F-AF5E-C433-F64A318BE373}"/>
              </a:ext>
            </a:extLst>
          </p:cNvPr>
          <p:cNvSpPr txBox="1"/>
          <p:nvPr/>
        </p:nvSpPr>
        <p:spPr>
          <a:xfrm>
            <a:off x="5631046" y="3351728"/>
            <a:ext cx="6512828" cy="276999"/>
          </a:xfrm>
          <a:prstGeom prst="rect">
            <a:avLst/>
          </a:prstGeom>
          <a:noFill/>
        </p:spPr>
        <p:txBody>
          <a:bodyPr wrap="square">
            <a:spAutoFit/>
          </a:bodyPr>
          <a:lstStyle/>
          <a:p>
            <a:r>
              <a:rPr lang="en-SG" sz="1200" b="1" noProof="0" dirty="0">
                <a:solidFill>
                  <a:srgbClr val="FF0000"/>
                </a:solidFill>
                <a:latin typeface="Source Sans Pro"/>
              </a:rPr>
              <a:t>This step can be omitted. Swee 2.0 writes directly to </a:t>
            </a:r>
            <a:r>
              <a:rPr lang="en-SG" sz="1200" b="1" noProof="0" dirty="0" err="1">
                <a:solidFill>
                  <a:srgbClr val="FF0000"/>
                </a:solidFill>
                <a:latin typeface="Source Sans Pro"/>
              </a:rPr>
              <a:t>LangFuse</a:t>
            </a:r>
            <a:r>
              <a:rPr lang="en-SG" sz="1200" b="1" noProof="0" dirty="0">
                <a:solidFill>
                  <a:srgbClr val="FF0000"/>
                </a:solidFill>
                <a:latin typeface="Source Sans Pro"/>
              </a:rPr>
              <a:t> database is also possible</a:t>
            </a:r>
            <a:endParaRPr lang="en-SG" sz="1200" b="1" i="0" noProof="0" dirty="0">
              <a:solidFill>
                <a:srgbClr val="FF0000"/>
              </a:solidFill>
              <a:latin typeface="Source Sans Pro"/>
            </a:endParaRPr>
          </a:p>
        </p:txBody>
      </p:sp>
    </p:spTree>
    <p:extLst>
      <p:ext uri="{BB962C8B-B14F-4D97-AF65-F5344CB8AC3E}">
        <p14:creationId xmlns:p14="http://schemas.microsoft.com/office/powerpoint/2010/main" val="85541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EDCB-CED2-0745-3921-749C18486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DC84B-EF68-C0F6-330C-AB51DBEE270B}"/>
              </a:ext>
            </a:extLst>
          </p:cNvPr>
          <p:cNvSpPr>
            <a:spLocks noGrp="1"/>
          </p:cNvSpPr>
          <p:nvPr>
            <p:ph type="title"/>
          </p:nvPr>
        </p:nvSpPr>
        <p:spPr>
          <a:xfrm>
            <a:off x="838200" y="517770"/>
            <a:ext cx="10515600" cy="560394"/>
          </a:xfrm>
        </p:spPr>
        <p:txBody>
          <a:bodyPr/>
          <a:lstStyle/>
          <a:p>
            <a:r>
              <a:rPr lang="en-SG" sz="2000" noProof="0" dirty="0" err="1">
                <a:latin typeface="Source Sans Pro"/>
              </a:rPr>
              <a:t>EvalOps</a:t>
            </a:r>
            <a:r>
              <a:rPr lang="en-SG" sz="2000" noProof="0" dirty="0">
                <a:latin typeface="Source Sans Pro"/>
              </a:rPr>
              <a:t>: Continuous Quality Evaluation</a:t>
            </a:r>
          </a:p>
        </p:txBody>
      </p:sp>
      <p:sp>
        <p:nvSpPr>
          <p:cNvPr id="4" name="TextBox 3">
            <a:extLst>
              <a:ext uri="{FF2B5EF4-FFF2-40B4-BE49-F238E27FC236}">
                <a16:creationId xmlns:a16="http://schemas.microsoft.com/office/drawing/2014/main" id="{BB7BA032-3648-9F89-C549-405AF498F229}"/>
              </a:ext>
            </a:extLst>
          </p:cNvPr>
          <p:cNvSpPr txBox="1"/>
          <p:nvPr/>
        </p:nvSpPr>
        <p:spPr>
          <a:xfrm>
            <a:off x="8388416" y="344034"/>
            <a:ext cx="2651760" cy="276999"/>
          </a:xfrm>
          <a:prstGeom prst="rect">
            <a:avLst/>
          </a:prstGeom>
          <a:noFill/>
        </p:spPr>
        <p:txBody>
          <a:bodyPr wrap="square">
            <a:spAutoFit/>
          </a:bodyPr>
          <a:lstStyle/>
          <a:p>
            <a:r>
              <a:rPr lang="en-SG" sz="1200" b="1" i="0" noProof="0" dirty="0">
                <a:solidFill>
                  <a:srgbClr val="FF0000"/>
                </a:solidFill>
                <a:latin typeface="Source Sans Pro"/>
              </a:rPr>
              <a:t>For Confirmation</a:t>
            </a:r>
          </a:p>
        </p:txBody>
      </p:sp>
      <p:sp>
        <p:nvSpPr>
          <p:cNvPr id="8" name="Slide Number Placeholder 1">
            <a:extLst>
              <a:ext uri="{FF2B5EF4-FFF2-40B4-BE49-F238E27FC236}">
                <a16:creationId xmlns:a16="http://schemas.microsoft.com/office/drawing/2014/main" id="{18E7C504-A447-03FD-50E7-390164580E79}"/>
              </a:ext>
            </a:extLst>
          </p:cNvPr>
          <p:cNvSpPr>
            <a:spLocks noGrp="1"/>
          </p:cNvSpPr>
          <p:nvPr>
            <p:ph type="sldNum" sz="quarter" idx="12"/>
          </p:nvPr>
        </p:nvSpPr>
        <p:spPr>
          <a:xfrm>
            <a:off x="8610600" y="6385225"/>
            <a:ext cx="2743200" cy="365125"/>
          </a:xfrm>
        </p:spPr>
        <p:txBody>
          <a:bodyPr/>
          <a:lstStyle/>
          <a:p>
            <a:fld id="{5DF5AE18-F94A-B54C-9347-4CAFB5D76058}" type="slidenum">
              <a:rPr lang="en-SG" noProof="0" smtClean="0"/>
              <a:pPr/>
              <a:t>20</a:t>
            </a:fld>
            <a:endParaRPr lang="en-SG" noProof="0" dirty="0"/>
          </a:p>
        </p:txBody>
      </p:sp>
      <p:sp>
        <p:nvSpPr>
          <p:cNvPr id="7" name="TextBox 6">
            <a:extLst>
              <a:ext uri="{FF2B5EF4-FFF2-40B4-BE49-F238E27FC236}">
                <a16:creationId xmlns:a16="http://schemas.microsoft.com/office/drawing/2014/main" id="{4C7696B5-CA56-EBCF-A16D-61553AF561CE}"/>
              </a:ext>
            </a:extLst>
          </p:cNvPr>
          <p:cNvSpPr txBox="1"/>
          <p:nvPr/>
        </p:nvSpPr>
        <p:spPr>
          <a:xfrm>
            <a:off x="838200" y="1604681"/>
            <a:ext cx="10515600" cy="2677656"/>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Pros: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Three-layer evaluation catches three distinct failure modes: procedural errors (Layer 1), reasoning quality regressions (Layer 2), and production-specific edge cases invisible to synthetic data (Layer 3)</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Azure AI Evaluation SDK is Azure-native, GCC 2.0-compatible, and maintained by Microsoft; no external dependency on </a:t>
            </a:r>
            <a:r>
              <a:rPr lang="en-SG" sz="1200" noProof="0" dirty="0" err="1">
                <a:latin typeface="Source Sans Pro" panose="020B0503030403020204" pitchFamily="34" charset="0"/>
                <a:ea typeface="Source Sans Pro" panose="020B0503030403020204" pitchFamily="34" charset="0"/>
              </a:rPr>
              <a:t>LangSmith</a:t>
            </a:r>
            <a:r>
              <a:rPr lang="en-SG" sz="1200" noProof="0" dirty="0">
                <a:latin typeface="Source Sans Pro" panose="020B0503030403020204" pitchFamily="34" charset="0"/>
                <a:ea typeface="Source Sans Pro" panose="020B0503030403020204" pitchFamily="34" charset="0"/>
              </a:rPr>
              <a:t>, RAGAS open-source, or other tools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HITL feedback integration creates a self-improving evaluation dataset: the longer the platform runs, the more ground-truth examples are available, and the more precise the evaluation becomes</a:t>
            </a:r>
          </a:p>
          <a:p>
            <a:pPr marL="171450" indent="-171450">
              <a:buFont typeface="Arial" panose="020B0604020202020204" pitchFamily="34" charset="0"/>
              <a:buChar char="•"/>
            </a:pP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self-hosted provides dataset versioning, score aggregation, and trace annotation in a single tool</a:t>
            </a:r>
          </a:p>
          <a:p>
            <a:endParaRPr lang="en-SG" sz="1200" b="1" noProof="0" dirty="0">
              <a:latin typeface="Source Sans Pro" panose="020B0503030403020204" pitchFamily="34" charset="0"/>
              <a:ea typeface="Source Sans Pro" panose="020B0503030403020204" pitchFamily="34" charset="0"/>
            </a:endParaRPr>
          </a:p>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GPT-4o-as-judge adds evaluation token cost; at 100 synthetic cases per eval run and ~500 tokens per evaluation call, this is approximately 50,000 tokens per CI eval run (~SGD 0.10 per run — negligible)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LLM judges have known biases (preference for longer responses, position bias in ranked comparisons). These biases are mitigated by the faithfulness and hallucination rate metrics, which use constrained binary evaluation prompts rather than open-ended ranking</a:t>
            </a:r>
          </a:p>
        </p:txBody>
      </p:sp>
      <p:sp>
        <p:nvSpPr>
          <p:cNvPr id="9" name="TextBox 8">
            <a:extLst>
              <a:ext uri="{FF2B5EF4-FFF2-40B4-BE49-F238E27FC236}">
                <a16:creationId xmlns:a16="http://schemas.microsoft.com/office/drawing/2014/main" id="{0A8879CD-2A21-382F-5EEA-E8F67A0E321B}"/>
              </a:ext>
            </a:extLst>
          </p:cNvPr>
          <p:cNvSpPr txBox="1"/>
          <p:nvPr/>
        </p:nvSpPr>
        <p:spPr>
          <a:xfrm>
            <a:off x="838200" y="4470300"/>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Recommendation Justification</a:t>
            </a:r>
          </a:p>
        </p:txBody>
      </p:sp>
      <p:sp>
        <p:nvSpPr>
          <p:cNvPr id="11" name="TextBox 10">
            <a:extLst>
              <a:ext uri="{FF2B5EF4-FFF2-40B4-BE49-F238E27FC236}">
                <a16:creationId xmlns:a16="http://schemas.microsoft.com/office/drawing/2014/main" id="{CBE90B10-693D-B82A-25CD-D6E75A189E7E}"/>
              </a:ext>
            </a:extLst>
          </p:cNvPr>
          <p:cNvSpPr txBox="1"/>
          <p:nvPr/>
        </p:nvSpPr>
        <p:spPr>
          <a:xfrm>
            <a:off x="838200" y="4808854"/>
            <a:ext cx="10278979" cy="646331"/>
          </a:xfrm>
          <a:prstGeom prst="rect">
            <a:avLst/>
          </a:prstGeom>
          <a:noFill/>
        </p:spPr>
        <p:txBody>
          <a:bodyPr wrap="square">
            <a:spAutoFit/>
          </a:bodyPr>
          <a:lstStyle/>
          <a:p>
            <a:pPr algn="l">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Option 2 </a:t>
            </a:r>
            <a:r>
              <a:rPr lang="en-SG" sz="1200" i="0" noProof="0" dirty="0">
                <a:solidFill>
                  <a:srgbClr val="1F2328"/>
                </a:solidFill>
                <a:effectLst/>
                <a:latin typeface="Source Sans Pro" panose="020B0503030403020204" pitchFamily="34" charset="0"/>
                <a:ea typeface="Source Sans Pro" panose="020B0503030403020204" pitchFamily="34" charset="0"/>
              </a:rPr>
              <a:t>is recommended. The three-layer architecture is justified because each layer catches a category of failure that the others cannot. No single evaluation approach can cover all failure modes of an LLM agent: Layer 1 catches procedural errors instantly (before spending GPT-4o tokens on evaluation), Layer 2 catches reasoning quality regressions against a controlled benchmark, and Layer 3 grounds evaluation in ground truth from real production behaviour.</a:t>
            </a:r>
          </a:p>
        </p:txBody>
      </p:sp>
      <p:sp>
        <p:nvSpPr>
          <p:cNvPr id="13" name="TextBox 12">
            <a:extLst>
              <a:ext uri="{FF2B5EF4-FFF2-40B4-BE49-F238E27FC236}">
                <a16:creationId xmlns:a16="http://schemas.microsoft.com/office/drawing/2014/main" id="{D0E2FB1C-0FA0-7AA9-D2D4-D77740F92901}"/>
              </a:ext>
            </a:extLst>
          </p:cNvPr>
          <p:cNvSpPr txBox="1"/>
          <p:nvPr/>
        </p:nvSpPr>
        <p:spPr>
          <a:xfrm>
            <a:off x="838200" y="1251900"/>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2 Summary</a:t>
            </a:r>
          </a:p>
        </p:txBody>
      </p:sp>
    </p:spTree>
    <p:extLst>
      <p:ext uri="{BB962C8B-B14F-4D97-AF65-F5344CB8AC3E}">
        <p14:creationId xmlns:p14="http://schemas.microsoft.com/office/powerpoint/2010/main" val="3626323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32956-6343-BFBC-1B2B-AD90E6572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1FE77-E114-1E5E-AECC-6F9512346CB1}"/>
              </a:ext>
            </a:extLst>
          </p:cNvPr>
          <p:cNvSpPr>
            <a:spLocks noGrp="1"/>
          </p:cNvSpPr>
          <p:nvPr>
            <p:ph type="title"/>
          </p:nvPr>
        </p:nvSpPr>
        <p:spPr>
          <a:xfrm>
            <a:off x="838200" y="517770"/>
            <a:ext cx="10515600" cy="560260"/>
          </a:xfrm>
        </p:spPr>
        <p:txBody>
          <a:bodyPr>
            <a:normAutofit/>
          </a:bodyPr>
          <a:lstStyle/>
          <a:p>
            <a:r>
              <a:rPr lang="en-SG" sz="3200" noProof="0" dirty="0">
                <a:latin typeface="Source Sans Pro"/>
              </a:rPr>
              <a:t>Observability &amp; Distributed Tracing</a:t>
            </a:r>
          </a:p>
        </p:txBody>
      </p:sp>
      <p:sp>
        <p:nvSpPr>
          <p:cNvPr id="4" name="TextBox 3">
            <a:extLst>
              <a:ext uri="{FF2B5EF4-FFF2-40B4-BE49-F238E27FC236}">
                <a16:creationId xmlns:a16="http://schemas.microsoft.com/office/drawing/2014/main" id="{A09DD578-1691-E560-011A-E61CB51B00D3}"/>
              </a:ext>
            </a:extLst>
          </p:cNvPr>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7" name="Slide Number Placeholder 1">
            <a:extLst>
              <a:ext uri="{FF2B5EF4-FFF2-40B4-BE49-F238E27FC236}">
                <a16:creationId xmlns:a16="http://schemas.microsoft.com/office/drawing/2014/main" id="{A0545C10-DCA4-0531-E08B-E6791F123B8B}"/>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21</a:t>
            </a:fld>
            <a:endParaRPr lang="en-SG" noProof="0" dirty="0"/>
          </a:p>
        </p:txBody>
      </p:sp>
      <p:sp>
        <p:nvSpPr>
          <p:cNvPr id="8" name="TextBox 7">
            <a:extLst>
              <a:ext uri="{FF2B5EF4-FFF2-40B4-BE49-F238E27FC236}">
                <a16:creationId xmlns:a16="http://schemas.microsoft.com/office/drawing/2014/main" id="{DB05F73D-9E1E-0F25-53AC-12DCE1DC5E32}"/>
              </a:ext>
            </a:extLst>
          </p:cNvPr>
          <p:cNvSpPr txBox="1"/>
          <p:nvPr/>
        </p:nvSpPr>
        <p:spPr>
          <a:xfrm>
            <a:off x="838200" y="1138600"/>
            <a:ext cx="10515600"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1F2328"/>
                </a:solidFill>
                <a:effectLst/>
                <a:latin typeface="Source Sans Pro" panose="020B0503030403020204" pitchFamily="34" charset="0"/>
                <a:ea typeface="Source Sans Pro" panose="020B0503030403020204" pitchFamily="34" charset="0"/>
              </a:rPr>
              <a:t>Implementation Overview</a:t>
            </a:r>
          </a:p>
        </p:txBody>
      </p:sp>
      <p:sp>
        <p:nvSpPr>
          <p:cNvPr id="10" name="TextBox 9">
            <a:extLst>
              <a:ext uri="{FF2B5EF4-FFF2-40B4-BE49-F238E27FC236}">
                <a16:creationId xmlns:a16="http://schemas.microsoft.com/office/drawing/2014/main" id="{BDC6364C-6A73-DF29-3452-748C6E5ECC9B}"/>
              </a:ext>
            </a:extLst>
          </p:cNvPr>
          <p:cNvSpPr txBox="1"/>
          <p:nvPr/>
        </p:nvSpPr>
        <p:spPr>
          <a:xfrm>
            <a:off x="838200" y="1507932"/>
            <a:ext cx="10515600"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An agent that cannot be observed cannot be operated. Observability in the AO layer serves three distinct audiences with different needs:</a:t>
            </a:r>
            <a:endParaRPr lang="en-SG" sz="1200" noProof="0" dirty="0">
              <a:latin typeface="Source Sans Pro" panose="020B0503030403020204" pitchFamily="34" charset="0"/>
              <a:ea typeface="Source Sans Pro" panose="020B0503030403020204" pitchFamily="34" charset="0"/>
            </a:endParaRPr>
          </a:p>
        </p:txBody>
      </p:sp>
      <p:sp>
        <p:nvSpPr>
          <p:cNvPr id="14" name="TextBox 13">
            <a:extLst>
              <a:ext uri="{FF2B5EF4-FFF2-40B4-BE49-F238E27FC236}">
                <a16:creationId xmlns:a16="http://schemas.microsoft.com/office/drawing/2014/main" id="{3C44F319-5E9A-5192-E348-0DD4AAB08464}"/>
              </a:ext>
            </a:extLst>
          </p:cNvPr>
          <p:cNvSpPr txBox="1"/>
          <p:nvPr/>
        </p:nvSpPr>
        <p:spPr>
          <a:xfrm>
            <a:off x="838200" y="2599495"/>
            <a:ext cx="10515600"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 observability stack must therefore capture both </a:t>
            </a:r>
            <a:r>
              <a:rPr lang="en-SG" sz="1200" b="1" i="0" noProof="0" dirty="0">
                <a:solidFill>
                  <a:srgbClr val="1F2328"/>
                </a:solidFill>
                <a:effectLst/>
                <a:latin typeface="Source Sans Pro" panose="020B0503030403020204" pitchFamily="34" charset="0"/>
                <a:ea typeface="Source Sans Pro" panose="020B0503030403020204" pitchFamily="34" charset="0"/>
              </a:rPr>
              <a:t>aggregate metrics</a:t>
            </a:r>
            <a:r>
              <a:rPr lang="en-SG" sz="1200" b="0" i="0" noProof="0" dirty="0">
                <a:solidFill>
                  <a:srgbClr val="1F2328"/>
                </a:solidFill>
                <a:effectLst/>
                <a:latin typeface="Source Sans Pro" panose="020B0503030403020204" pitchFamily="34" charset="0"/>
                <a:ea typeface="Source Sans Pro" panose="020B0503030403020204" pitchFamily="34" charset="0"/>
              </a:rPr>
              <a:t> (for operations) and </a:t>
            </a:r>
            <a:r>
              <a:rPr lang="en-SG" sz="1200" b="1" i="0" noProof="0" dirty="0">
                <a:solidFill>
                  <a:srgbClr val="1F2328"/>
                </a:solidFill>
                <a:effectLst/>
                <a:latin typeface="Source Sans Pro" panose="020B0503030403020204" pitchFamily="34" charset="0"/>
                <a:ea typeface="Source Sans Pro" panose="020B0503030403020204" pitchFamily="34" charset="0"/>
              </a:rPr>
              <a:t>per-trace detail</a:t>
            </a:r>
            <a:r>
              <a:rPr lang="en-SG" sz="1200" b="0" i="0" noProof="0" dirty="0">
                <a:solidFill>
                  <a:srgbClr val="1F2328"/>
                </a:solidFill>
                <a:effectLst/>
                <a:latin typeface="Source Sans Pro" panose="020B0503030403020204" pitchFamily="34" charset="0"/>
                <a:ea typeface="Source Sans Pro" panose="020B0503030403020204" pitchFamily="34" charset="0"/>
              </a:rPr>
              <a:t> (for investigation and audit).</a:t>
            </a:r>
            <a:endParaRPr lang="en-SG" sz="1200" noProof="0" dirty="0">
              <a:latin typeface="Source Sans Pro" panose="020B0503030403020204" pitchFamily="34" charset="0"/>
              <a:ea typeface="Source Sans Pro" panose="020B0503030403020204" pitchFamily="34" charset="0"/>
            </a:endParaRPr>
          </a:p>
        </p:txBody>
      </p:sp>
      <p:sp>
        <p:nvSpPr>
          <p:cNvPr id="16" name="TextBox 15">
            <a:extLst>
              <a:ext uri="{FF2B5EF4-FFF2-40B4-BE49-F238E27FC236}">
                <a16:creationId xmlns:a16="http://schemas.microsoft.com/office/drawing/2014/main" id="{BC9B672F-2CA8-5C0E-DE16-E82289BDA956}"/>
              </a:ext>
            </a:extLst>
          </p:cNvPr>
          <p:cNvSpPr txBox="1"/>
          <p:nvPr/>
        </p:nvSpPr>
        <p:spPr>
          <a:xfrm>
            <a:off x="838200" y="1836091"/>
            <a:ext cx="10515600" cy="646331"/>
          </a:xfrm>
          <a:prstGeom prst="rect">
            <a:avLst/>
          </a:prstGeom>
          <a:noFill/>
        </p:spPr>
        <p:txBody>
          <a:bodyPr wrap="square">
            <a:spAutoFit/>
          </a:bodyPr>
          <a:lstStyle/>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Ops team (SOC?): </a:t>
            </a:r>
            <a:r>
              <a:rPr lang="en-SG" sz="1200" noProof="0" dirty="0">
                <a:latin typeface="Source Sans Pro" panose="020B0503030403020204" pitchFamily="34" charset="0"/>
                <a:ea typeface="Source Sans Pro" panose="020B0503030403020204" pitchFamily="34" charset="0"/>
              </a:rPr>
              <a:t>Real-time health signals — is the agent healthy, within latency and cost budgets, processing at expected throughput?</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AO/SWEE 2.0 team: </a:t>
            </a:r>
            <a:r>
              <a:rPr lang="en-SG" sz="1200" noProof="0" dirty="0">
                <a:latin typeface="Source Sans Pro" panose="020B0503030403020204" pitchFamily="34" charset="0"/>
                <a:ea typeface="Source Sans Pro" panose="020B0503030403020204" pitchFamily="34" charset="0"/>
              </a:rPr>
              <a:t>Debugging — what exactly did the agent do for a specific email that produced an unexpected outcome?</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Internal Audit: </a:t>
            </a:r>
            <a:r>
              <a:rPr lang="en-SG" sz="1200" noProof="0" dirty="0">
                <a:latin typeface="Source Sans Pro" panose="020B0503030403020204" pitchFamily="34" charset="0"/>
                <a:ea typeface="Source Sans Pro" panose="020B0503030403020204" pitchFamily="34" charset="0"/>
              </a:rPr>
              <a:t>Compliance — was every tool call authorised, within declared capabilities, and recorded?</a:t>
            </a:r>
          </a:p>
        </p:txBody>
      </p:sp>
    </p:spTree>
    <p:extLst>
      <p:ext uri="{BB962C8B-B14F-4D97-AF65-F5344CB8AC3E}">
        <p14:creationId xmlns:p14="http://schemas.microsoft.com/office/powerpoint/2010/main" val="439770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94D9-2A89-0EBD-C71F-00AF237EA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EB904-4B5A-3941-AB60-009248694E5F}"/>
              </a:ext>
            </a:extLst>
          </p:cNvPr>
          <p:cNvSpPr>
            <a:spLocks noGrp="1"/>
          </p:cNvSpPr>
          <p:nvPr>
            <p:ph type="title"/>
          </p:nvPr>
        </p:nvSpPr>
        <p:spPr>
          <a:xfrm>
            <a:off x="838198" y="204597"/>
            <a:ext cx="10515600" cy="560260"/>
          </a:xfrm>
        </p:spPr>
        <p:txBody>
          <a:bodyPr>
            <a:normAutofit/>
          </a:bodyPr>
          <a:lstStyle/>
          <a:p>
            <a:r>
              <a:rPr lang="en-SG" sz="3200" noProof="0" dirty="0">
                <a:ea typeface="Source Sans Pro" panose="020B0503030403020204" pitchFamily="34" charset="0"/>
              </a:rPr>
              <a:t>Observability &amp; Distributed Tracing</a:t>
            </a:r>
          </a:p>
        </p:txBody>
      </p:sp>
      <p:sp>
        <p:nvSpPr>
          <p:cNvPr id="4" name="TextBox 3">
            <a:extLst>
              <a:ext uri="{FF2B5EF4-FFF2-40B4-BE49-F238E27FC236}">
                <a16:creationId xmlns:a16="http://schemas.microsoft.com/office/drawing/2014/main" id="{238C15F7-7A5D-DAC4-B1FF-22A9FA22F210}"/>
              </a:ext>
            </a:extLst>
          </p:cNvPr>
          <p:cNvSpPr txBox="1"/>
          <p:nvPr/>
        </p:nvSpPr>
        <p:spPr>
          <a:xfrm>
            <a:off x="9418320" y="109728"/>
            <a:ext cx="2651760" cy="276999"/>
          </a:xfrm>
          <a:prstGeom prst="rect">
            <a:avLst/>
          </a:prstGeom>
          <a:noFill/>
        </p:spPr>
        <p:txBody>
          <a:bodyPr wrap="square">
            <a:spAutoFit/>
          </a:bodyPr>
          <a:lstStyle/>
          <a:p>
            <a:pPr algn="r"/>
            <a:r>
              <a:rPr lang="en-SG" sz="1200" b="1" i="0" noProof="0" dirty="0">
                <a:solidFill>
                  <a:srgbClr val="FF0000"/>
                </a:solidFill>
                <a:latin typeface="Source Sans Pro" panose="020B0503030403020204" pitchFamily="34" charset="0"/>
                <a:ea typeface="Source Sans Pro" panose="020B0503030403020204" pitchFamily="34" charset="0"/>
              </a:rPr>
              <a:t>For Confirmation</a:t>
            </a:r>
          </a:p>
        </p:txBody>
      </p:sp>
      <p:sp>
        <p:nvSpPr>
          <p:cNvPr id="7" name="Slide Number Placeholder 1">
            <a:extLst>
              <a:ext uri="{FF2B5EF4-FFF2-40B4-BE49-F238E27FC236}">
                <a16:creationId xmlns:a16="http://schemas.microsoft.com/office/drawing/2014/main" id="{3346A446-4B28-A526-4206-A614CBEA384F}"/>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pPr/>
              <a:t>22</a:t>
            </a:fld>
            <a:endParaRPr lang="en-SG" noProof="0" dirty="0">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0F1EB330-F822-F79E-993B-8F8247189A8C}"/>
              </a:ext>
            </a:extLst>
          </p:cNvPr>
          <p:cNvSpPr txBox="1"/>
          <p:nvPr/>
        </p:nvSpPr>
        <p:spPr>
          <a:xfrm>
            <a:off x="838199" y="1722920"/>
            <a:ext cx="10515599" cy="276999"/>
          </a:xfrm>
          <a:prstGeom prst="rect">
            <a:avLst/>
          </a:prstGeom>
          <a:noFill/>
        </p:spPr>
        <p:txBody>
          <a:bodyPr wrap="square">
            <a:spAutoFit/>
          </a:bodyPr>
          <a:lstStyle/>
          <a:p>
            <a:pPr algn="l">
              <a:spcBef>
                <a:spcPts val="1800"/>
              </a:spcBef>
              <a:spcAft>
                <a:spcPts val="1200"/>
              </a:spcAft>
              <a:buNone/>
            </a:pPr>
            <a:r>
              <a:rPr lang="en-SG" sz="1200" b="1" i="0" noProof="0" dirty="0" err="1">
                <a:solidFill>
                  <a:srgbClr val="1F2328"/>
                </a:solidFill>
                <a:effectLst/>
                <a:latin typeface="Source Sans Pro" panose="020B0503030403020204" pitchFamily="34" charset="0"/>
                <a:ea typeface="Source Sans Pro" panose="020B0503030403020204" pitchFamily="34" charset="0"/>
              </a:rPr>
              <a:t>OpenInference</a:t>
            </a:r>
            <a:r>
              <a:rPr lang="en-SG" sz="1200" b="1" i="0" noProof="0" dirty="0">
                <a:solidFill>
                  <a:srgbClr val="1F2328"/>
                </a:solidFill>
                <a:effectLst/>
                <a:latin typeface="Source Sans Pro" panose="020B0503030403020204" pitchFamily="34" charset="0"/>
                <a:ea typeface="Source Sans Pro" panose="020B0503030403020204" pitchFamily="34" charset="0"/>
              </a:rPr>
              <a:t> Semantic Conventions</a:t>
            </a:r>
          </a:p>
        </p:txBody>
      </p:sp>
      <p:sp>
        <p:nvSpPr>
          <p:cNvPr id="9" name="TextBox 8">
            <a:extLst>
              <a:ext uri="{FF2B5EF4-FFF2-40B4-BE49-F238E27FC236}">
                <a16:creationId xmlns:a16="http://schemas.microsoft.com/office/drawing/2014/main" id="{386F7798-87A9-FFF6-3306-211D51A26457}"/>
              </a:ext>
            </a:extLst>
          </p:cNvPr>
          <p:cNvSpPr txBox="1"/>
          <p:nvPr/>
        </p:nvSpPr>
        <p:spPr>
          <a:xfrm>
            <a:off x="838199" y="2027446"/>
            <a:ext cx="10515599" cy="646331"/>
          </a:xfrm>
          <a:prstGeom prst="rect">
            <a:avLst/>
          </a:prstGeom>
          <a:noFill/>
        </p:spPr>
        <p:txBody>
          <a:bodyPr wrap="square">
            <a:spAutoFit/>
          </a:bodyPr>
          <a:lstStyle/>
          <a:p>
            <a:r>
              <a:rPr lang="en-SG" sz="1200" b="0" i="0" u="sng" noProof="0" dirty="0" err="1">
                <a:solidFill>
                  <a:srgbClr val="0969DA"/>
                </a:solidFill>
                <a:effectLst/>
                <a:latin typeface="Source Sans Pro" panose="020B0503030403020204" pitchFamily="34" charset="0"/>
                <a:ea typeface="Source Sans Pro" panose="020B0503030403020204" pitchFamily="34" charset="0"/>
                <a:hlinkClick r:id="rId2"/>
              </a:rPr>
              <a:t>OpenInference</a:t>
            </a:r>
            <a:r>
              <a:rPr lang="en-SG" sz="1200" b="0" i="0" noProof="0" dirty="0">
                <a:solidFill>
                  <a:srgbClr val="1F2328"/>
                </a:solidFill>
                <a:effectLst/>
                <a:latin typeface="Source Sans Pro" panose="020B0503030403020204" pitchFamily="34" charset="0"/>
                <a:ea typeface="Source Sans Pro" panose="020B0503030403020204" pitchFamily="34" charset="0"/>
              </a:rPr>
              <a:t> is the CNCF working group standard for LLM observability trace semantics. It defines a set of span attribute names that are consistent across different LLM frameworks —</a:t>
            </a:r>
            <a:r>
              <a:rPr lang="en-SG" sz="1200" b="0" i="0" noProof="0" dirty="0" err="1">
                <a:solidFill>
                  <a:srgbClr val="1F2328"/>
                </a:solidFill>
                <a:effectLst/>
                <a:highlight>
                  <a:srgbClr val="FFFF00"/>
                </a:highlight>
                <a:latin typeface="Source Sans Pro" panose="020B0503030403020204" pitchFamily="34" charset="0"/>
                <a:ea typeface="Source Sans Pro" panose="020B0503030403020204" pitchFamily="34" charset="0"/>
              </a:rPr>
              <a:t>llm.input_messages</a:t>
            </a:r>
            <a:r>
              <a:rPr lang="en-SG" sz="1200" b="0" i="0" noProof="0" dirty="0">
                <a:solidFill>
                  <a:srgbClr val="1F2328"/>
                </a:solidFill>
                <a:effectLst/>
                <a:highlight>
                  <a:srgbClr val="FFFF00"/>
                </a:highlight>
                <a:latin typeface="Source Sans Pro" panose="020B0503030403020204" pitchFamily="34" charset="0"/>
                <a:ea typeface="Source Sans Pro" panose="020B0503030403020204" pitchFamily="34" charset="0"/>
              </a:rPr>
              <a:t>, </a:t>
            </a:r>
            <a:r>
              <a:rPr lang="en-SG" sz="1200" b="0" i="0" noProof="0" dirty="0" err="1">
                <a:solidFill>
                  <a:srgbClr val="1F2328"/>
                </a:solidFill>
                <a:effectLst/>
                <a:highlight>
                  <a:srgbClr val="FFFF00"/>
                </a:highlight>
                <a:latin typeface="Source Sans Pro" panose="020B0503030403020204" pitchFamily="34" charset="0"/>
                <a:ea typeface="Source Sans Pro" panose="020B0503030403020204" pitchFamily="34" charset="0"/>
              </a:rPr>
              <a:t>llm.output_messages</a:t>
            </a:r>
            <a:r>
              <a:rPr lang="en-SG" sz="1200" b="0" i="0" noProof="0" dirty="0">
                <a:solidFill>
                  <a:srgbClr val="1F2328"/>
                </a:solidFill>
                <a:effectLst/>
                <a:highlight>
                  <a:srgbClr val="FFFF00"/>
                </a:highlight>
                <a:latin typeface="Source Sans Pro" panose="020B0503030403020204" pitchFamily="34" charset="0"/>
                <a:ea typeface="Source Sans Pro" panose="020B0503030403020204" pitchFamily="34" charset="0"/>
              </a:rPr>
              <a:t>, </a:t>
            </a:r>
            <a:r>
              <a:rPr lang="en-SG" sz="1200" b="0" i="0" noProof="0" dirty="0" err="1">
                <a:solidFill>
                  <a:srgbClr val="1F2328"/>
                </a:solidFill>
                <a:effectLst/>
                <a:highlight>
                  <a:srgbClr val="FFFF00"/>
                </a:highlight>
                <a:latin typeface="Source Sans Pro" panose="020B0503030403020204" pitchFamily="34" charset="0"/>
                <a:ea typeface="Source Sans Pro" panose="020B0503030403020204" pitchFamily="34" charset="0"/>
              </a:rPr>
              <a:t>llm.token_count.prompt</a:t>
            </a:r>
            <a:r>
              <a:rPr lang="en-SG" sz="1200" b="0" i="0" noProof="0" dirty="0">
                <a:solidFill>
                  <a:srgbClr val="1F2328"/>
                </a:solidFill>
                <a:effectLst/>
                <a:highlight>
                  <a:srgbClr val="FFFF00"/>
                </a:highlight>
                <a:latin typeface="Source Sans Pro" panose="020B0503030403020204" pitchFamily="34" charset="0"/>
                <a:ea typeface="Source Sans Pro" panose="020B0503030403020204" pitchFamily="34" charset="0"/>
              </a:rPr>
              <a:t>, </a:t>
            </a:r>
            <a:r>
              <a:rPr lang="en-SG" sz="1200" b="0" i="0" noProof="0" dirty="0" err="1">
                <a:solidFill>
                  <a:srgbClr val="1F2328"/>
                </a:solidFill>
                <a:effectLst/>
                <a:highlight>
                  <a:srgbClr val="FFFF00"/>
                </a:highlight>
                <a:latin typeface="Source Sans Pro" panose="020B0503030403020204" pitchFamily="34" charset="0"/>
                <a:ea typeface="Source Sans Pro" panose="020B0503030403020204" pitchFamily="34" charset="0"/>
              </a:rPr>
              <a:t>llm.token_count.completion</a:t>
            </a:r>
            <a:r>
              <a:rPr lang="en-SG" sz="1200" b="0" i="0" noProof="0" dirty="0">
                <a:solidFill>
                  <a:srgbClr val="1F2328"/>
                </a:solidFill>
                <a:effectLst/>
                <a:highlight>
                  <a:srgbClr val="FFFF00"/>
                </a:highlight>
                <a:latin typeface="Source Sans Pro" panose="020B0503030403020204" pitchFamily="34" charset="0"/>
                <a:ea typeface="Source Sans Pro" panose="020B0503030403020204" pitchFamily="34" charset="0"/>
              </a:rPr>
              <a:t>, tool.name, </a:t>
            </a:r>
            <a:r>
              <a:rPr lang="en-SG" sz="1200" b="0" i="0" noProof="0" dirty="0" err="1">
                <a:solidFill>
                  <a:srgbClr val="1F2328"/>
                </a:solidFill>
                <a:effectLst/>
                <a:highlight>
                  <a:srgbClr val="FFFF00"/>
                </a:highlight>
                <a:latin typeface="Source Sans Pro" panose="020B0503030403020204" pitchFamily="34" charset="0"/>
                <a:ea typeface="Source Sans Pro" panose="020B0503030403020204" pitchFamily="34" charset="0"/>
              </a:rPr>
              <a:t>tool.parameters</a:t>
            </a:r>
            <a:r>
              <a:rPr lang="en-SG" sz="1200" b="0" i="0" noProof="0" dirty="0">
                <a:solidFill>
                  <a:srgbClr val="1F2328"/>
                </a:solidFill>
                <a:effectLst/>
                <a:highlight>
                  <a:srgbClr val="FFFF00"/>
                </a:highlight>
                <a:latin typeface="Source Sans Pro" panose="020B0503030403020204" pitchFamily="34" charset="0"/>
                <a:ea typeface="Source Sans Pro" panose="020B0503030403020204" pitchFamily="34" charset="0"/>
              </a:rPr>
              <a:t>, </a:t>
            </a:r>
            <a:r>
              <a:rPr lang="en-SG" sz="1200" b="0" i="0" noProof="0" dirty="0" err="1">
                <a:solidFill>
                  <a:srgbClr val="1F2328"/>
                </a:solidFill>
                <a:effectLst/>
                <a:highlight>
                  <a:srgbClr val="FFFF00"/>
                </a:highlight>
                <a:latin typeface="Source Sans Pro" panose="020B0503030403020204" pitchFamily="34" charset="0"/>
                <a:ea typeface="Source Sans Pro" panose="020B0503030403020204" pitchFamily="34" charset="0"/>
              </a:rPr>
              <a:t>tool.output</a:t>
            </a:r>
            <a:r>
              <a:rPr lang="en-SG" sz="1200" b="0" i="0" noProof="0" dirty="0">
                <a:solidFill>
                  <a:srgbClr val="1F2328"/>
                </a:solidFill>
                <a:effectLst/>
                <a:highlight>
                  <a:srgbClr val="FFFF00"/>
                </a:highlight>
                <a:latin typeface="Source Sans Pro" panose="020B0503030403020204" pitchFamily="34" charset="0"/>
                <a:ea typeface="Source Sans Pro" panose="020B0503030403020204" pitchFamily="34" charset="0"/>
              </a:rPr>
              <a:t>, etc.</a:t>
            </a:r>
            <a:endParaRPr lang="en-SG" sz="1200" noProof="0" dirty="0">
              <a:highlight>
                <a:srgbClr val="FFFF00"/>
              </a:highlight>
              <a:latin typeface="Source Sans Pro" panose="020B0503030403020204" pitchFamily="34" charset="0"/>
              <a:ea typeface="Source Sans Pro" panose="020B0503030403020204" pitchFamily="34" charset="0"/>
            </a:endParaRPr>
          </a:p>
        </p:txBody>
      </p:sp>
      <p:sp>
        <p:nvSpPr>
          <p:cNvPr id="12" name="TextBox 11">
            <a:extLst>
              <a:ext uri="{FF2B5EF4-FFF2-40B4-BE49-F238E27FC236}">
                <a16:creationId xmlns:a16="http://schemas.microsoft.com/office/drawing/2014/main" id="{4AAF513F-2ED3-9986-6709-638DF2084AD2}"/>
              </a:ext>
            </a:extLst>
          </p:cNvPr>
          <p:cNvSpPr txBox="1"/>
          <p:nvPr/>
        </p:nvSpPr>
        <p:spPr>
          <a:xfrm>
            <a:off x="838198" y="2690390"/>
            <a:ext cx="10515599"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By using </a:t>
            </a:r>
            <a:r>
              <a:rPr lang="en-SG" sz="1200" b="0" i="0" noProof="0" dirty="0" err="1">
                <a:solidFill>
                  <a:srgbClr val="1F2328"/>
                </a:solidFill>
                <a:effectLst/>
                <a:latin typeface="Source Sans Pro" panose="020B0503030403020204" pitchFamily="34" charset="0"/>
                <a:ea typeface="Source Sans Pro" panose="020B0503030403020204" pitchFamily="34" charset="0"/>
              </a:rPr>
              <a:t>OpenInference</a:t>
            </a:r>
            <a:r>
              <a:rPr lang="en-SG" sz="1200" b="0" i="0" noProof="0" dirty="0">
                <a:solidFill>
                  <a:srgbClr val="1F2328"/>
                </a:solidFill>
                <a:effectLst/>
                <a:latin typeface="Source Sans Pro" panose="020B0503030403020204" pitchFamily="34" charset="0"/>
                <a:ea typeface="Source Sans Pro" panose="020B0503030403020204" pitchFamily="34" charset="0"/>
              </a:rPr>
              <a:t> conventions, the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traces emitted by the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LangGraph</a:t>
            </a:r>
            <a:r>
              <a:rPr lang="en-SG" sz="1200" b="0" i="0" noProof="0" dirty="0">
                <a:solidFill>
                  <a:srgbClr val="1F2328"/>
                </a:solidFill>
                <a:effectLst/>
                <a:latin typeface="Source Sans Pro" panose="020B0503030403020204" pitchFamily="34" charset="0"/>
                <a:ea typeface="Source Sans Pro" panose="020B0503030403020204" pitchFamily="34" charset="0"/>
              </a:rPr>
              <a:t> agent are interpretable by any </a:t>
            </a:r>
            <a:r>
              <a:rPr lang="en-SG" sz="1200" b="0" i="0" noProof="0" dirty="0" err="1">
                <a:solidFill>
                  <a:srgbClr val="1F2328"/>
                </a:solidFill>
                <a:effectLst/>
                <a:latin typeface="Source Sans Pro" panose="020B0503030403020204" pitchFamily="34" charset="0"/>
                <a:ea typeface="Source Sans Pro" panose="020B0503030403020204" pitchFamily="34" charset="0"/>
              </a:rPr>
              <a:t>OpenInference</a:t>
            </a:r>
            <a:r>
              <a:rPr lang="en-SG" sz="1200" b="0" i="0" noProof="0" dirty="0">
                <a:solidFill>
                  <a:srgbClr val="1F2328"/>
                </a:solidFill>
                <a:effectLst/>
                <a:latin typeface="Source Sans Pro" panose="020B0503030403020204" pitchFamily="34" charset="0"/>
                <a:ea typeface="Source Sans Pro" panose="020B0503030403020204" pitchFamily="34" charset="0"/>
              </a:rPr>
              <a:t>-compatible backend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Arize</a:t>
            </a:r>
            <a:r>
              <a:rPr lang="en-SG" sz="1200" b="0" i="0" noProof="0" dirty="0">
                <a:solidFill>
                  <a:srgbClr val="1F2328"/>
                </a:solidFill>
                <a:effectLst/>
                <a:latin typeface="Source Sans Pro" panose="020B0503030403020204" pitchFamily="34" charset="0"/>
                <a:ea typeface="Source Sans Pro" panose="020B0503030403020204" pitchFamily="34" charset="0"/>
              </a:rPr>
              <a:t> Phoenix self-hosted, future tooling) without requiring schema changes.</a:t>
            </a:r>
            <a:endParaRPr lang="en-SG" sz="1200" noProof="0" dirty="0">
              <a:latin typeface="Source Sans Pro" panose="020B0503030403020204" pitchFamily="34" charset="0"/>
              <a:ea typeface="Source Sans Pro" panose="020B0503030403020204" pitchFamily="34" charset="0"/>
            </a:endParaRPr>
          </a:p>
        </p:txBody>
      </p:sp>
      <p:sp>
        <p:nvSpPr>
          <p:cNvPr id="15" name="TextBox 14">
            <a:extLst>
              <a:ext uri="{FF2B5EF4-FFF2-40B4-BE49-F238E27FC236}">
                <a16:creationId xmlns:a16="http://schemas.microsoft.com/office/drawing/2014/main" id="{BAED41B4-4CF5-8B19-24E5-4ADDDA95930F}"/>
              </a:ext>
            </a:extLst>
          </p:cNvPr>
          <p:cNvSpPr txBox="1"/>
          <p:nvPr/>
        </p:nvSpPr>
        <p:spPr>
          <a:xfrm>
            <a:off x="838198" y="3251576"/>
            <a:ext cx="10515599" cy="27699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Instrumentation Architecture</a:t>
            </a:r>
          </a:p>
        </p:txBody>
      </p:sp>
      <p:sp>
        <p:nvSpPr>
          <p:cNvPr id="18" name="TextBox 17">
            <a:extLst>
              <a:ext uri="{FF2B5EF4-FFF2-40B4-BE49-F238E27FC236}">
                <a16:creationId xmlns:a16="http://schemas.microsoft.com/office/drawing/2014/main" id="{576EFC3A-928B-82FE-85D9-14F48C9C353F}"/>
              </a:ext>
            </a:extLst>
          </p:cNvPr>
          <p:cNvSpPr txBox="1"/>
          <p:nvPr/>
        </p:nvSpPr>
        <p:spPr>
          <a:xfrm>
            <a:off x="838197" y="3546830"/>
            <a:ext cx="10515599" cy="461665"/>
          </a:xfrm>
          <a:prstGeom prst="rect">
            <a:avLst/>
          </a:prstGeom>
          <a:noFill/>
        </p:spPr>
        <p:txBody>
          <a:bodyPr wrap="square">
            <a:spAutoFit/>
          </a:bodyPr>
          <a:lstStyle/>
          <a:p>
            <a:r>
              <a:rPr lang="en-SG" sz="1200" b="0" i="0" noProof="0" dirty="0" err="1">
                <a:solidFill>
                  <a:srgbClr val="1F2328"/>
                </a:solidFill>
                <a:effectLst/>
                <a:latin typeface="Source Sans Pro" panose="020B0503030403020204" pitchFamily="34" charset="0"/>
                <a:ea typeface="Source Sans Pro" panose="020B0503030403020204" pitchFamily="34" charset="0"/>
              </a:rPr>
              <a:t>LangGraph</a:t>
            </a:r>
            <a:r>
              <a:rPr lang="en-SG" sz="1200" b="0" i="0" noProof="0" dirty="0">
                <a:solidFill>
                  <a:srgbClr val="1F2328"/>
                </a:solidFill>
                <a:effectLst/>
                <a:latin typeface="Source Sans Pro" panose="020B0503030403020204" pitchFamily="34" charset="0"/>
                <a:ea typeface="Source Sans Pro" panose="020B0503030403020204" pitchFamily="34" charset="0"/>
              </a:rPr>
              <a:t> is instrumented using the </a:t>
            </a:r>
            <a:r>
              <a:rPr lang="en-SG" sz="1200" b="1" i="0" noProof="0" dirty="0" err="1">
                <a:solidFill>
                  <a:srgbClr val="1F2328"/>
                </a:solidFill>
                <a:effectLst/>
                <a:latin typeface="Source Sans Pro" panose="020B0503030403020204" pitchFamily="34" charset="0"/>
                <a:ea typeface="Source Sans Pro" panose="020B0503030403020204" pitchFamily="34" charset="0"/>
              </a:rPr>
              <a:t>openinference</a:t>
            </a:r>
            <a:r>
              <a:rPr lang="en-SG" sz="1200" b="1" i="0" noProof="0" dirty="0">
                <a:solidFill>
                  <a:srgbClr val="1F2328"/>
                </a:solidFill>
                <a:effectLst/>
                <a:latin typeface="Source Sans Pro" panose="020B0503030403020204" pitchFamily="34" charset="0"/>
                <a:ea typeface="Source Sans Pro" panose="020B0503030403020204" pitchFamily="34" charset="0"/>
              </a:rPr>
              <a:t>-instrumentation-</a:t>
            </a:r>
            <a:r>
              <a:rPr lang="en-SG" sz="1200" b="1" i="0" noProof="0" dirty="0" err="1">
                <a:solidFill>
                  <a:srgbClr val="1F2328"/>
                </a:solidFill>
                <a:effectLst/>
                <a:latin typeface="Source Sans Pro" panose="020B0503030403020204" pitchFamily="34" charset="0"/>
                <a:ea typeface="Source Sans Pro" panose="020B0503030403020204" pitchFamily="34" charset="0"/>
              </a:rPr>
              <a:t>langchain</a:t>
            </a:r>
            <a:r>
              <a:rPr lang="en-SG" sz="1200" b="0" i="0" noProof="0" dirty="0">
                <a:solidFill>
                  <a:srgbClr val="1F2328"/>
                </a:solidFill>
                <a:effectLst/>
                <a:latin typeface="Source Sans Pro" panose="020B0503030403020204" pitchFamily="34" charset="0"/>
                <a:ea typeface="Source Sans Pro" panose="020B0503030403020204" pitchFamily="34" charset="0"/>
              </a:rPr>
              <a:t> library (which covers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LangChain</a:t>
            </a:r>
            <a:r>
              <a:rPr lang="en-SG" sz="1200" b="0" i="0" noProof="0" dirty="0">
                <a:solidFill>
                  <a:srgbClr val="1F2328"/>
                </a:solidFill>
                <a:effectLst/>
                <a:latin typeface="Source Sans Pro" panose="020B0503030403020204" pitchFamily="34" charset="0"/>
                <a:ea typeface="Source Sans Pro" panose="020B0503030403020204" pitchFamily="34" charset="0"/>
              </a:rPr>
              <a:t>-based frameworks including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LangGraph</a:t>
            </a:r>
            <a:r>
              <a:rPr lang="en-SG" sz="1200" b="0" i="0" noProof="0" dirty="0">
                <a:solidFill>
                  <a:srgbClr val="1F2328"/>
                </a:solidFill>
                <a:effectLst/>
                <a:latin typeface="Source Sans Pro" panose="020B0503030403020204" pitchFamily="34" charset="0"/>
                <a:ea typeface="Source Sans Pro" panose="020B0503030403020204" pitchFamily="34" charset="0"/>
              </a:rPr>
              <a:t>), which automatically instruments:</a:t>
            </a:r>
            <a:endParaRPr lang="en-SG" sz="1200" noProof="0" dirty="0">
              <a:latin typeface="Source Sans Pro" panose="020B0503030403020204" pitchFamily="34" charset="0"/>
              <a:ea typeface="Source Sans Pro" panose="020B0503030403020204" pitchFamily="34" charset="0"/>
            </a:endParaRPr>
          </a:p>
        </p:txBody>
      </p:sp>
      <p:sp>
        <p:nvSpPr>
          <p:cNvPr id="20" name="TextBox 19">
            <a:extLst>
              <a:ext uri="{FF2B5EF4-FFF2-40B4-BE49-F238E27FC236}">
                <a16:creationId xmlns:a16="http://schemas.microsoft.com/office/drawing/2014/main" id="{CC828BE5-D72B-36F1-D4BC-BE14A43FE20B}"/>
              </a:ext>
            </a:extLst>
          </p:cNvPr>
          <p:cNvSpPr txBox="1"/>
          <p:nvPr/>
        </p:nvSpPr>
        <p:spPr>
          <a:xfrm>
            <a:off x="838198" y="4012234"/>
            <a:ext cx="10515598" cy="646331"/>
          </a:xfrm>
          <a:prstGeom prst="rect">
            <a:avLst/>
          </a:prstGeom>
          <a:noFill/>
        </p:spPr>
        <p:txBody>
          <a:bodyPr wrap="square">
            <a:spAutoFit/>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Each </a:t>
            </a:r>
            <a:r>
              <a:rPr lang="en-SG" sz="1200" noProof="0" dirty="0" err="1">
                <a:latin typeface="Source Sans Pro" panose="020B0503030403020204" pitchFamily="34" charset="0"/>
                <a:ea typeface="Source Sans Pro" panose="020B0503030403020204" pitchFamily="34" charset="0"/>
              </a:rPr>
              <a:t>LangGraph</a:t>
            </a:r>
            <a:r>
              <a:rPr lang="en-SG" sz="1200" noProof="0" dirty="0">
                <a:latin typeface="Source Sans Pro" panose="020B0503030403020204" pitchFamily="34" charset="0"/>
                <a:ea typeface="Source Sans Pro" panose="020B0503030403020204" pitchFamily="34" charset="0"/>
              </a:rPr>
              <a:t> graph node as an </a:t>
            </a:r>
            <a:r>
              <a:rPr lang="en-SG" sz="1200" noProof="0" dirty="0" err="1">
                <a:latin typeface="Source Sans Pro" panose="020B0503030403020204" pitchFamily="34" charset="0"/>
                <a:ea typeface="Source Sans Pro" panose="020B0503030403020204" pitchFamily="34" charset="0"/>
              </a:rPr>
              <a:t>OTel</a:t>
            </a:r>
            <a:r>
              <a:rPr lang="en-SG" sz="1200" noProof="0" dirty="0">
                <a:latin typeface="Source Sans Pro" panose="020B0503030403020204" pitchFamily="34" charset="0"/>
                <a:ea typeface="Source Sans Pro" panose="020B0503030403020204" pitchFamily="34" charset="0"/>
              </a:rPr>
              <a:t> span</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Each LLM call (</a:t>
            </a:r>
            <a:r>
              <a:rPr lang="en-SG" sz="1200" noProof="0" dirty="0" err="1">
                <a:latin typeface="Source Sans Pro" panose="020B0503030403020204" pitchFamily="34" charset="0"/>
                <a:ea typeface="Source Sans Pro" panose="020B0503030403020204" pitchFamily="34" charset="0"/>
              </a:rPr>
              <a:t>ChatOpenAI.invoke</a:t>
            </a:r>
            <a:r>
              <a:rPr lang="en-SG" sz="1200" noProof="0" dirty="0">
                <a:latin typeface="Source Sans Pro" panose="020B0503030403020204" pitchFamily="34" charset="0"/>
                <a:ea typeface="Source Sans Pro" panose="020B0503030403020204" pitchFamily="34" charset="0"/>
              </a:rPr>
              <a:t>) as a child span with token counts and model name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Each tool call as a child span with tool name, input parameters, output, and latency</a:t>
            </a:r>
          </a:p>
        </p:txBody>
      </p:sp>
      <p:sp>
        <p:nvSpPr>
          <p:cNvPr id="22" name="TextBox 21">
            <a:extLst>
              <a:ext uri="{FF2B5EF4-FFF2-40B4-BE49-F238E27FC236}">
                <a16:creationId xmlns:a16="http://schemas.microsoft.com/office/drawing/2014/main" id="{3025A9CC-5A43-E142-539F-3E3AC23D48CD}"/>
              </a:ext>
            </a:extLst>
          </p:cNvPr>
          <p:cNvSpPr txBox="1"/>
          <p:nvPr/>
        </p:nvSpPr>
        <p:spPr>
          <a:xfrm>
            <a:off x="838198" y="4763474"/>
            <a:ext cx="10515598"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SDK is configured with two exporters running in parallel:</a:t>
            </a:r>
            <a:endParaRPr lang="en-SG" sz="1200" noProof="0" dirty="0">
              <a:latin typeface="Source Sans Pro" panose="020B0503030403020204" pitchFamily="34" charset="0"/>
              <a:ea typeface="Source Sans Pro" panose="020B0503030403020204" pitchFamily="34" charset="0"/>
            </a:endParaRPr>
          </a:p>
        </p:txBody>
      </p:sp>
      <p:sp>
        <p:nvSpPr>
          <p:cNvPr id="24" name="TextBox 23">
            <a:extLst>
              <a:ext uri="{FF2B5EF4-FFF2-40B4-BE49-F238E27FC236}">
                <a16:creationId xmlns:a16="http://schemas.microsoft.com/office/drawing/2014/main" id="{D50F82A9-9C1E-BE97-B678-755AF604D32F}"/>
              </a:ext>
            </a:extLst>
          </p:cNvPr>
          <p:cNvSpPr txBox="1"/>
          <p:nvPr/>
        </p:nvSpPr>
        <p:spPr>
          <a:xfrm>
            <a:off x="838198" y="5021632"/>
            <a:ext cx="10515598" cy="830997"/>
          </a:xfrm>
          <a:prstGeom prst="rect">
            <a:avLst/>
          </a:prstGeom>
          <a:noFill/>
        </p:spPr>
        <p:txBody>
          <a:bodyPr wrap="square">
            <a:spAutoFit/>
          </a:bodyPr>
          <a:lstStyle/>
          <a:p>
            <a:pPr marL="228600" indent="-228600">
              <a:buFont typeface="+mj-lt"/>
              <a:buAutoNum type="arabicPeriod"/>
            </a:pPr>
            <a:r>
              <a:rPr lang="en-SG" sz="1200" b="1" noProof="0" dirty="0">
                <a:latin typeface="Source Sans Pro" panose="020B0503030403020204" pitchFamily="34" charset="0"/>
                <a:ea typeface="Source Sans Pro" panose="020B0503030403020204" pitchFamily="34" charset="0"/>
              </a:rPr>
              <a:t>Azure Monitor </a:t>
            </a:r>
            <a:r>
              <a:rPr lang="en-SG" sz="1200" b="1" noProof="0" dirty="0" err="1">
                <a:latin typeface="Source Sans Pro" panose="020B0503030403020204" pitchFamily="34" charset="0"/>
                <a:ea typeface="Source Sans Pro" panose="020B0503030403020204" pitchFamily="34" charset="0"/>
              </a:rPr>
              <a:t>OTel</a:t>
            </a:r>
            <a:r>
              <a:rPr lang="en-SG" sz="1200" b="1" noProof="0" dirty="0">
                <a:latin typeface="Source Sans Pro" panose="020B0503030403020204" pitchFamily="34" charset="0"/>
                <a:ea typeface="Source Sans Pro" panose="020B0503030403020204" pitchFamily="34" charset="0"/>
              </a:rPr>
              <a:t> Distro exporter: </a:t>
            </a:r>
            <a:r>
              <a:rPr lang="en-SG" sz="1200" noProof="0" dirty="0">
                <a:latin typeface="Source Sans Pro" panose="020B0503030403020204" pitchFamily="34" charset="0"/>
                <a:ea typeface="Source Sans Pro" panose="020B0503030403020204" pitchFamily="34" charset="0"/>
              </a:rPr>
              <a:t>Exports spans and metrics to Azure Application Insights. This is used for aggregate operational metrics, SLA dashboards, and alert rules.</a:t>
            </a:r>
          </a:p>
          <a:p>
            <a:pPr marL="228600" indent="-228600">
              <a:buFont typeface="+mj-lt"/>
              <a:buAutoNum type="arabicPeriod"/>
            </a:pPr>
            <a:r>
              <a:rPr lang="en-SG" sz="1200" b="1" noProof="0" dirty="0" err="1">
                <a:latin typeface="Source Sans Pro" panose="020B0503030403020204" pitchFamily="34" charset="0"/>
                <a:ea typeface="Source Sans Pro" panose="020B0503030403020204" pitchFamily="34" charset="0"/>
              </a:rPr>
              <a:t>Langfuse</a:t>
            </a:r>
            <a:r>
              <a:rPr lang="en-SG" sz="1200" b="1" noProof="0" dirty="0">
                <a:latin typeface="Source Sans Pro" panose="020B0503030403020204" pitchFamily="34" charset="0"/>
                <a:ea typeface="Source Sans Pro" panose="020B0503030403020204" pitchFamily="34" charset="0"/>
              </a:rPr>
              <a:t> </a:t>
            </a:r>
            <a:r>
              <a:rPr lang="en-SG" sz="1200" b="1" noProof="0" dirty="0" err="1">
                <a:latin typeface="Source Sans Pro" panose="020B0503030403020204" pitchFamily="34" charset="0"/>
                <a:ea typeface="Source Sans Pro" panose="020B0503030403020204" pitchFamily="34" charset="0"/>
              </a:rPr>
              <a:t>OTel</a:t>
            </a:r>
            <a:r>
              <a:rPr lang="en-SG" sz="1200" b="1" noProof="0" dirty="0">
                <a:latin typeface="Source Sans Pro" panose="020B0503030403020204" pitchFamily="34" charset="0"/>
                <a:ea typeface="Source Sans Pro" panose="020B0503030403020204" pitchFamily="34" charset="0"/>
              </a:rPr>
              <a:t> exporter (</a:t>
            </a:r>
            <a:r>
              <a:rPr lang="en-SG" sz="1200" b="1" noProof="0" dirty="0" err="1">
                <a:latin typeface="Source Sans Pro" panose="020B0503030403020204" pitchFamily="34" charset="0"/>
                <a:ea typeface="Source Sans Pro" panose="020B0503030403020204" pitchFamily="34" charset="0"/>
              </a:rPr>
              <a:t>langfuse.otel.LangfuseSpanExporter</a:t>
            </a:r>
            <a:r>
              <a:rPr lang="en-SG" sz="1200" b="1" noProof="0" dirty="0">
                <a:latin typeface="Source Sans Pro" panose="020B0503030403020204" pitchFamily="34" charset="0"/>
                <a:ea typeface="Source Sans Pro" panose="020B0503030403020204" pitchFamily="34" charset="0"/>
              </a:rPr>
              <a:t>): </a:t>
            </a:r>
            <a:r>
              <a:rPr lang="en-SG" sz="1200" noProof="0" dirty="0">
                <a:latin typeface="Source Sans Pro" panose="020B0503030403020204" pitchFamily="34" charset="0"/>
                <a:ea typeface="Source Sans Pro" panose="020B0503030403020204" pitchFamily="34" charset="0"/>
              </a:rPr>
              <a:t>Exports the full trace (all spans) to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for detailed trace inspection, eval scoring, and HITL annotation.</a:t>
            </a:r>
          </a:p>
        </p:txBody>
      </p:sp>
      <p:sp>
        <p:nvSpPr>
          <p:cNvPr id="26" name="TextBox 25">
            <a:extLst>
              <a:ext uri="{FF2B5EF4-FFF2-40B4-BE49-F238E27FC236}">
                <a16:creationId xmlns:a16="http://schemas.microsoft.com/office/drawing/2014/main" id="{933B72B5-CEE6-1B32-F619-2E4DB1629A9D}"/>
              </a:ext>
            </a:extLst>
          </p:cNvPr>
          <p:cNvSpPr txBox="1"/>
          <p:nvPr/>
        </p:nvSpPr>
        <p:spPr>
          <a:xfrm>
            <a:off x="838199" y="5892581"/>
            <a:ext cx="10515597" cy="646331"/>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 two-exporter pattern means: aggregate signals go to Azure Monitor (operational view), detailed trace data goes to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(debugging and evaluation view).</a:t>
            </a:r>
          </a:p>
          <a:p>
            <a:endParaRPr lang="en-SG" sz="1200" noProof="0" dirty="0">
              <a:solidFill>
                <a:srgbClr val="1F2328"/>
              </a:solidFill>
              <a:latin typeface="Source Sans Pro" panose="020B0503030403020204" pitchFamily="34" charset="0"/>
              <a:ea typeface="Source Sans Pro" panose="020B0503030403020204" pitchFamily="34" charset="0"/>
            </a:endParaRPr>
          </a:p>
          <a:p>
            <a:r>
              <a:rPr lang="en-SG" sz="1200" b="0" i="0" noProof="0" dirty="0">
                <a:solidFill>
                  <a:srgbClr val="1F2328"/>
                </a:solidFill>
                <a:effectLst/>
                <a:latin typeface="Source Sans Pro" panose="020B0503030403020204" pitchFamily="34" charset="0"/>
                <a:ea typeface="Source Sans Pro" panose="020B0503030403020204" pitchFamily="34" charset="0"/>
              </a:rPr>
              <a:t>This separation avoids bloating Application Insights with high-cardinality trace data while still retaining full trace fidelity in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a:t>
            </a:r>
            <a:endParaRPr lang="en-SG" sz="1200" noProof="0" dirty="0">
              <a:latin typeface="Source Sans Pro" panose="020B0503030403020204" pitchFamily="34" charset="0"/>
              <a:ea typeface="Source Sans Pro" panose="020B0503030403020204" pitchFamily="34" charset="0"/>
            </a:endParaRPr>
          </a:p>
        </p:txBody>
      </p:sp>
      <p:sp>
        <p:nvSpPr>
          <p:cNvPr id="28" name="TextBox 27">
            <a:extLst>
              <a:ext uri="{FF2B5EF4-FFF2-40B4-BE49-F238E27FC236}">
                <a16:creationId xmlns:a16="http://schemas.microsoft.com/office/drawing/2014/main" id="{356FB4E4-6214-4C81-75FD-1FB830C81EA0}"/>
              </a:ext>
            </a:extLst>
          </p:cNvPr>
          <p:cNvSpPr txBox="1"/>
          <p:nvPr/>
        </p:nvSpPr>
        <p:spPr>
          <a:xfrm>
            <a:off x="838198" y="764857"/>
            <a:ext cx="1074099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1 (Recommended): </a:t>
            </a:r>
            <a:r>
              <a:rPr lang="en-SG" sz="1600" b="1" i="0" noProof="0" dirty="0" err="1">
                <a:solidFill>
                  <a:srgbClr val="005AAB"/>
                </a:solidFill>
                <a:effectLst/>
                <a:latin typeface="Source Sans Pro" panose="020B0503030403020204" pitchFamily="34" charset="0"/>
                <a:ea typeface="Source Sans Pro" panose="020B0503030403020204" pitchFamily="34" charset="0"/>
              </a:rPr>
              <a:t>OpenTelemetry</a:t>
            </a:r>
            <a:r>
              <a:rPr lang="en-SG" sz="1600" b="1" i="0" noProof="0" dirty="0">
                <a:solidFill>
                  <a:srgbClr val="005AAB"/>
                </a:solidFill>
                <a:effectLst/>
                <a:latin typeface="Source Sans Pro" panose="020B0503030403020204" pitchFamily="34" charset="0"/>
                <a:ea typeface="Source Sans Pro" panose="020B0503030403020204" pitchFamily="34" charset="0"/>
              </a:rPr>
              <a:t> with </a:t>
            </a:r>
            <a:r>
              <a:rPr lang="en-SG" sz="1600" b="1" i="0" noProof="0" dirty="0" err="1">
                <a:solidFill>
                  <a:srgbClr val="005AAB"/>
                </a:solidFill>
                <a:effectLst/>
                <a:latin typeface="Source Sans Pro" panose="020B0503030403020204" pitchFamily="34" charset="0"/>
                <a:ea typeface="Source Sans Pro" panose="020B0503030403020204" pitchFamily="34" charset="0"/>
              </a:rPr>
              <a:t>OpenInference</a:t>
            </a:r>
            <a:r>
              <a:rPr lang="en-SG" sz="1600" b="1" i="0" noProof="0" dirty="0">
                <a:solidFill>
                  <a:srgbClr val="005AAB"/>
                </a:solidFill>
                <a:effectLst/>
                <a:latin typeface="Source Sans Pro" panose="020B0503030403020204" pitchFamily="34" charset="0"/>
                <a:ea typeface="Source Sans Pro" panose="020B0503030403020204" pitchFamily="34" charset="0"/>
              </a:rPr>
              <a:t> Conventions → Azure Monitor + </a:t>
            </a:r>
            <a:r>
              <a:rPr lang="en-SG" sz="1600" b="1" i="0" noProof="0" dirty="0" err="1">
                <a:solidFill>
                  <a:srgbClr val="005AAB"/>
                </a:solidFill>
                <a:effectLst/>
                <a:latin typeface="Source Sans Pro" panose="020B0503030403020204" pitchFamily="34" charset="0"/>
                <a:ea typeface="Source Sans Pro" panose="020B0503030403020204" pitchFamily="34" charset="0"/>
              </a:rPr>
              <a:t>Langfuse</a:t>
            </a:r>
            <a:endParaRPr lang="en-SG" sz="1600" b="1" i="0" noProof="0" dirty="0">
              <a:solidFill>
                <a:srgbClr val="005AAB"/>
              </a:solidFill>
              <a:effectLst/>
              <a:latin typeface="Source Sans Pro" panose="020B0503030403020204" pitchFamily="34" charset="0"/>
              <a:ea typeface="Source Sans Pro" panose="020B0503030403020204" pitchFamily="34" charset="0"/>
            </a:endParaRPr>
          </a:p>
        </p:txBody>
      </p:sp>
      <p:sp>
        <p:nvSpPr>
          <p:cNvPr id="30" name="TextBox 29">
            <a:extLst>
              <a:ext uri="{FF2B5EF4-FFF2-40B4-BE49-F238E27FC236}">
                <a16:creationId xmlns:a16="http://schemas.microsoft.com/office/drawing/2014/main" id="{FDF569D5-9CED-84EC-6320-F072B370E4EE}"/>
              </a:ext>
            </a:extLst>
          </p:cNvPr>
          <p:cNvSpPr txBox="1"/>
          <p:nvPr/>
        </p:nvSpPr>
        <p:spPr>
          <a:xfrm>
            <a:off x="838198" y="1159892"/>
            <a:ext cx="10144227"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OpenTelemetry</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SDK for Python, </a:t>
            </a:r>
            <a:r>
              <a:rPr lang="en-SG" sz="1200" b="0" i="0" noProof="0" dirty="0" err="1">
                <a:solidFill>
                  <a:srgbClr val="1F2328"/>
                </a:solidFill>
                <a:effectLst/>
                <a:latin typeface="Source Sans Pro" panose="020B0503030403020204" pitchFamily="34" charset="0"/>
                <a:ea typeface="Source Sans Pro" panose="020B0503030403020204" pitchFamily="34" charset="0"/>
              </a:rPr>
              <a:t>OpenInference</a:t>
            </a:r>
            <a:r>
              <a:rPr lang="en-SG" sz="1200" b="0" i="0" noProof="0" dirty="0">
                <a:solidFill>
                  <a:srgbClr val="1F2328"/>
                </a:solidFill>
                <a:effectLst/>
                <a:latin typeface="Source Sans Pro" panose="020B0503030403020204" pitchFamily="34" charset="0"/>
                <a:ea typeface="Source Sans Pro" panose="020B0503030403020204" pitchFamily="34" charset="0"/>
              </a:rPr>
              <a:t> semantic conventions (CNCF), Azure Monitor </a:t>
            </a:r>
            <a:r>
              <a:rPr lang="en-SG" sz="1200" b="0" i="0" noProof="0" dirty="0" err="1">
                <a:solidFill>
                  <a:srgbClr val="1F2328"/>
                </a:solidFill>
                <a:effectLst/>
                <a:latin typeface="Source Sans Pro" panose="020B0503030403020204" pitchFamily="34" charset="0"/>
                <a:ea typeface="Source Sans Pro" panose="020B0503030403020204" pitchFamily="34" charset="0"/>
              </a:rPr>
              <a:t>OpenTelemetry</a:t>
            </a:r>
            <a:r>
              <a:rPr lang="en-SG" sz="1200" b="0" i="0" noProof="0" dirty="0">
                <a:solidFill>
                  <a:srgbClr val="1F2328"/>
                </a:solidFill>
                <a:effectLst/>
                <a:latin typeface="Source Sans Pro" panose="020B0503030403020204" pitchFamily="34" charset="0"/>
                <a:ea typeface="Source Sans Pro" panose="020B0503030403020204" pitchFamily="34" charset="0"/>
              </a:rPr>
              <a:t> Distro,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(self-hosted,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trace sink), Azure Monitor Application Insights, Azure Monitor Workbooks</a:t>
            </a:r>
            <a:endParaRPr lang="en-SG" sz="1200" noProof="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839440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F6812-A710-8070-2511-45E933FA2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E6BFA-18F2-DFC1-B1F1-590828F8A24D}"/>
              </a:ext>
            </a:extLst>
          </p:cNvPr>
          <p:cNvSpPr>
            <a:spLocks noGrp="1"/>
          </p:cNvSpPr>
          <p:nvPr>
            <p:ph type="title"/>
          </p:nvPr>
        </p:nvSpPr>
        <p:spPr>
          <a:xfrm>
            <a:off x="838200" y="517770"/>
            <a:ext cx="10515600" cy="560260"/>
          </a:xfrm>
        </p:spPr>
        <p:txBody>
          <a:bodyPr>
            <a:normAutofit/>
          </a:bodyPr>
          <a:lstStyle/>
          <a:p>
            <a:r>
              <a:rPr lang="en-SG" sz="3200" noProof="0" dirty="0">
                <a:latin typeface="Source Sans Pro"/>
              </a:rPr>
              <a:t>Observability &amp; Distributed Tracing</a:t>
            </a:r>
          </a:p>
        </p:txBody>
      </p:sp>
      <p:sp>
        <p:nvSpPr>
          <p:cNvPr id="4" name="TextBox 3">
            <a:extLst>
              <a:ext uri="{FF2B5EF4-FFF2-40B4-BE49-F238E27FC236}">
                <a16:creationId xmlns:a16="http://schemas.microsoft.com/office/drawing/2014/main" id="{164879BA-7C95-7E54-930E-526E7ED7F571}"/>
              </a:ext>
            </a:extLst>
          </p:cNvPr>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7" name="Slide Number Placeholder 1">
            <a:extLst>
              <a:ext uri="{FF2B5EF4-FFF2-40B4-BE49-F238E27FC236}">
                <a16:creationId xmlns:a16="http://schemas.microsoft.com/office/drawing/2014/main" id="{D5E15983-C2AB-518C-C772-80924D64EBAB}"/>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23</a:t>
            </a:fld>
            <a:endParaRPr lang="en-SG" noProof="0" dirty="0"/>
          </a:p>
        </p:txBody>
      </p:sp>
      <p:sp>
        <p:nvSpPr>
          <p:cNvPr id="5" name="TextBox 4">
            <a:extLst>
              <a:ext uri="{FF2B5EF4-FFF2-40B4-BE49-F238E27FC236}">
                <a16:creationId xmlns:a16="http://schemas.microsoft.com/office/drawing/2014/main" id="{FFBDFADD-29AB-D24E-B10F-DE3E89503501}"/>
              </a:ext>
            </a:extLst>
          </p:cNvPr>
          <p:cNvSpPr txBox="1"/>
          <p:nvPr/>
        </p:nvSpPr>
        <p:spPr>
          <a:xfrm>
            <a:off x="838199" y="1078030"/>
            <a:ext cx="10515599" cy="276999"/>
          </a:xfrm>
          <a:prstGeom prst="rect">
            <a:avLst/>
          </a:prstGeom>
          <a:noFill/>
        </p:spPr>
        <p:txBody>
          <a:bodyPr wrap="square">
            <a:spAutoFit/>
          </a:bodyPr>
          <a:lstStyle/>
          <a:p>
            <a:pPr algn="l">
              <a:spcBef>
                <a:spcPts val="1800"/>
              </a:spcBef>
              <a:spcAft>
                <a:spcPts val="1200"/>
              </a:spcAft>
              <a:buNone/>
            </a:pPr>
            <a:r>
              <a:rPr lang="en-SG" sz="1200" b="1" i="0" noProof="0" dirty="0">
                <a:solidFill>
                  <a:srgbClr val="1F2328"/>
                </a:solidFill>
                <a:effectLst/>
                <a:latin typeface="Source Sans Pro" panose="020B0503030403020204" pitchFamily="34" charset="0"/>
                <a:ea typeface="Source Sans Pro" panose="020B0503030403020204" pitchFamily="34" charset="0"/>
              </a:rPr>
              <a:t>Span Hierarchy for a Single Email Processing Event</a:t>
            </a:r>
          </a:p>
        </p:txBody>
      </p:sp>
      <p:sp>
        <p:nvSpPr>
          <p:cNvPr id="11" name="TextBox 10">
            <a:extLst>
              <a:ext uri="{FF2B5EF4-FFF2-40B4-BE49-F238E27FC236}">
                <a16:creationId xmlns:a16="http://schemas.microsoft.com/office/drawing/2014/main" id="{F9542260-E3EE-062F-D7E9-50261CB46540}"/>
              </a:ext>
            </a:extLst>
          </p:cNvPr>
          <p:cNvSpPr txBox="1"/>
          <p:nvPr/>
        </p:nvSpPr>
        <p:spPr>
          <a:xfrm>
            <a:off x="8947121" y="3429000"/>
            <a:ext cx="3288632" cy="276999"/>
          </a:xfrm>
          <a:prstGeom prst="rect">
            <a:avLst/>
          </a:prstGeom>
          <a:noFill/>
        </p:spPr>
        <p:txBody>
          <a:bodyPr wrap="square">
            <a:spAutoFit/>
          </a:bodyPr>
          <a:lstStyle/>
          <a:p>
            <a:r>
              <a:rPr lang="en-SG" sz="1200" b="1" noProof="0" dirty="0">
                <a:solidFill>
                  <a:srgbClr val="FF0000"/>
                </a:solidFill>
                <a:latin typeface="Source Sans Pro"/>
              </a:rPr>
              <a:t>Spans should not contain taxpayer PII!</a:t>
            </a:r>
            <a:endParaRPr lang="en-SG" sz="1200" b="1" i="0" noProof="0" dirty="0">
              <a:solidFill>
                <a:srgbClr val="FF0000"/>
              </a:solidFill>
              <a:latin typeface="Source Sans Pro"/>
            </a:endParaRPr>
          </a:p>
        </p:txBody>
      </p:sp>
      <p:pic>
        <p:nvPicPr>
          <p:cNvPr id="14" name="Picture 13">
            <a:extLst>
              <a:ext uri="{FF2B5EF4-FFF2-40B4-BE49-F238E27FC236}">
                <a16:creationId xmlns:a16="http://schemas.microsoft.com/office/drawing/2014/main" id="{DC68925F-A7AC-F6DF-91FF-AEA5F93EC4AB}"/>
              </a:ext>
            </a:extLst>
          </p:cNvPr>
          <p:cNvPicPr>
            <a:picLocks noChangeAspect="1"/>
          </p:cNvPicPr>
          <p:nvPr/>
        </p:nvPicPr>
        <p:blipFill>
          <a:blip r:embed="rId2"/>
          <a:stretch>
            <a:fillRect/>
          </a:stretch>
        </p:blipFill>
        <p:spPr>
          <a:xfrm>
            <a:off x="838198" y="1415946"/>
            <a:ext cx="8108923" cy="5305529"/>
          </a:xfrm>
          <a:prstGeom prst="rect">
            <a:avLst/>
          </a:prstGeom>
        </p:spPr>
      </p:pic>
    </p:spTree>
    <p:extLst>
      <p:ext uri="{BB962C8B-B14F-4D97-AF65-F5344CB8AC3E}">
        <p14:creationId xmlns:p14="http://schemas.microsoft.com/office/powerpoint/2010/main" val="3876745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A22A-1B57-76D1-AC33-97B671F4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9BAD4-8F21-2FAD-D5EE-2C9DA239F2DE}"/>
              </a:ext>
            </a:extLst>
          </p:cNvPr>
          <p:cNvSpPr>
            <a:spLocks noGrp="1"/>
          </p:cNvSpPr>
          <p:nvPr>
            <p:ph type="title"/>
          </p:nvPr>
        </p:nvSpPr>
        <p:spPr>
          <a:xfrm>
            <a:off x="838200" y="517770"/>
            <a:ext cx="10515600" cy="560260"/>
          </a:xfrm>
        </p:spPr>
        <p:txBody>
          <a:bodyPr>
            <a:normAutofit/>
          </a:bodyPr>
          <a:lstStyle/>
          <a:p>
            <a:r>
              <a:rPr lang="en-SG" sz="3200" noProof="0" dirty="0">
                <a:latin typeface="Source Sans Pro"/>
              </a:rPr>
              <a:t>Observability &amp; Distributed Tracing</a:t>
            </a:r>
          </a:p>
        </p:txBody>
      </p:sp>
      <p:sp>
        <p:nvSpPr>
          <p:cNvPr id="4" name="TextBox 3">
            <a:extLst>
              <a:ext uri="{FF2B5EF4-FFF2-40B4-BE49-F238E27FC236}">
                <a16:creationId xmlns:a16="http://schemas.microsoft.com/office/drawing/2014/main" id="{3C64EDE9-07CA-CCBE-CA75-0C213DA36A93}"/>
              </a:ext>
            </a:extLst>
          </p:cNvPr>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7" name="Slide Number Placeholder 1">
            <a:extLst>
              <a:ext uri="{FF2B5EF4-FFF2-40B4-BE49-F238E27FC236}">
                <a16:creationId xmlns:a16="http://schemas.microsoft.com/office/drawing/2014/main" id="{91A2E2AD-F2A5-06D1-AD40-D95BCA3BC531}"/>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24</a:t>
            </a:fld>
            <a:endParaRPr lang="en-SG" noProof="0" dirty="0"/>
          </a:p>
        </p:txBody>
      </p:sp>
      <p:sp>
        <p:nvSpPr>
          <p:cNvPr id="5" name="TextBox 4">
            <a:extLst>
              <a:ext uri="{FF2B5EF4-FFF2-40B4-BE49-F238E27FC236}">
                <a16:creationId xmlns:a16="http://schemas.microsoft.com/office/drawing/2014/main" id="{E1EFD48D-EE0D-A7D6-CB9F-2297CA654E8D}"/>
              </a:ext>
            </a:extLst>
          </p:cNvPr>
          <p:cNvSpPr txBox="1"/>
          <p:nvPr/>
        </p:nvSpPr>
        <p:spPr>
          <a:xfrm>
            <a:off x="838199" y="1078030"/>
            <a:ext cx="10515599"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1F2328"/>
                </a:solidFill>
                <a:effectLst/>
                <a:latin typeface="Source Sans Pro" panose="020B0503030403020204" pitchFamily="34" charset="0"/>
                <a:ea typeface="Source Sans Pro" panose="020B0503030403020204" pitchFamily="34" charset="0"/>
              </a:rPr>
              <a:t>Custom Metrics (Azure Monitor)</a:t>
            </a:r>
          </a:p>
        </p:txBody>
      </p:sp>
      <p:sp>
        <p:nvSpPr>
          <p:cNvPr id="6" name="TextBox 5">
            <a:extLst>
              <a:ext uri="{FF2B5EF4-FFF2-40B4-BE49-F238E27FC236}">
                <a16:creationId xmlns:a16="http://schemas.microsoft.com/office/drawing/2014/main" id="{DBC6127A-16CA-D825-1BB9-E8B428C252F8}"/>
              </a:ext>
            </a:extLst>
          </p:cNvPr>
          <p:cNvSpPr txBox="1"/>
          <p:nvPr/>
        </p:nvSpPr>
        <p:spPr>
          <a:xfrm>
            <a:off x="838199" y="1385049"/>
            <a:ext cx="10515598" cy="276999"/>
          </a:xfrm>
          <a:prstGeom prst="rect">
            <a:avLst/>
          </a:prstGeom>
          <a:noFill/>
        </p:spPr>
        <p:txBody>
          <a:bodyPr wrap="square">
            <a:spAutoFit/>
          </a:bodyPr>
          <a:lstStyle/>
          <a:p>
            <a:r>
              <a:rPr lang="en-SG" sz="1200" b="0" i="0" noProof="0" dirty="0">
                <a:solidFill>
                  <a:srgbClr val="1F2328"/>
                </a:solidFill>
                <a:effectLst/>
                <a:latin typeface="Mona Sans VF"/>
              </a:rPr>
              <a:t>In addition to spans, the </a:t>
            </a:r>
            <a:r>
              <a:rPr lang="en-SG" sz="1200" b="0" i="0" noProof="0" dirty="0" err="1">
                <a:solidFill>
                  <a:srgbClr val="1F2328"/>
                </a:solidFill>
                <a:effectLst/>
                <a:latin typeface="Mona Sans VF"/>
              </a:rPr>
              <a:t>OTel</a:t>
            </a:r>
            <a:r>
              <a:rPr lang="en-SG" sz="1200" b="0" i="0" noProof="0" dirty="0">
                <a:solidFill>
                  <a:srgbClr val="1F2328"/>
                </a:solidFill>
                <a:effectLst/>
                <a:latin typeface="Mona Sans VF"/>
              </a:rPr>
              <a:t> SDK emits the following custom metrics to Azure Monitor on each email resolution:</a:t>
            </a:r>
            <a:endParaRPr lang="en-SG" sz="1200" noProof="0" dirty="0"/>
          </a:p>
        </p:txBody>
      </p:sp>
      <p:graphicFrame>
        <p:nvGraphicFramePr>
          <p:cNvPr id="8" name="converted_table">
            <a:extLst>
              <a:ext uri="{FF2B5EF4-FFF2-40B4-BE49-F238E27FC236}">
                <a16:creationId xmlns:a16="http://schemas.microsoft.com/office/drawing/2014/main" id="{DE1DE7CF-80AE-C42E-8F83-04E1FF29FE44}"/>
              </a:ext>
            </a:extLst>
          </p:cNvPr>
          <p:cNvGraphicFramePr>
            <a:graphicFrameLocks noGrp="1"/>
          </p:cNvGraphicFramePr>
          <p:nvPr>
            <p:extLst>
              <p:ext uri="{D42A27DB-BD31-4B8C-83A1-F6EECF244321}">
                <p14:modId xmlns:p14="http://schemas.microsoft.com/office/powerpoint/2010/main" val="482748810"/>
              </p:ext>
            </p:extLst>
          </p:nvPr>
        </p:nvGraphicFramePr>
        <p:xfrm>
          <a:off x="838199" y="1746360"/>
          <a:ext cx="10515598" cy="2520000"/>
        </p:xfrm>
        <a:graphic>
          <a:graphicData uri="http://schemas.openxmlformats.org/drawingml/2006/table">
            <a:tbl>
              <a:tblPr firstRow="1" bandRow="1">
                <a:tableStyleId>{5C22544A-7EE6-4342-B048-85BDC9FD1C3A}</a:tableStyleId>
              </a:tblPr>
              <a:tblGrid>
                <a:gridCol w="2819401">
                  <a:extLst>
                    <a:ext uri="{9D8B030D-6E8A-4147-A177-3AD203B41FA5}">
                      <a16:colId xmlns:a16="http://schemas.microsoft.com/office/drawing/2014/main" val="375308177"/>
                    </a:ext>
                  </a:extLst>
                </a:gridCol>
                <a:gridCol w="4004109">
                  <a:extLst>
                    <a:ext uri="{9D8B030D-6E8A-4147-A177-3AD203B41FA5}">
                      <a16:colId xmlns:a16="http://schemas.microsoft.com/office/drawing/2014/main" val="2272142276"/>
                    </a:ext>
                  </a:extLst>
                </a:gridCol>
                <a:gridCol w="3692088">
                  <a:extLst>
                    <a:ext uri="{9D8B030D-6E8A-4147-A177-3AD203B41FA5}">
                      <a16:colId xmlns:a16="http://schemas.microsoft.com/office/drawing/2014/main" val="437404334"/>
                    </a:ext>
                  </a:extLst>
                </a:gridCol>
              </a:tblGrid>
              <a:tr h="360000">
                <a:tc>
                  <a:txBody>
                    <a:bodyPr/>
                    <a:lstStyle/>
                    <a:p>
                      <a:pPr algn="l"/>
                      <a:r>
                        <a:rPr lang="en-SG" sz="1200" b="1" noProof="0" dirty="0">
                          <a:solidFill>
                            <a:srgbClr val="FFFFFF"/>
                          </a:solidFill>
                          <a:latin typeface="Source Sans Pro"/>
                        </a:rPr>
                        <a:t>Metric name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Value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Dimensions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82006180"/>
                  </a:ext>
                </a:extLst>
              </a:tr>
              <a:tr h="360000">
                <a:tc>
                  <a:txBody>
                    <a:bodyPr/>
                    <a:lstStyle/>
                    <a:p>
                      <a:pPr algn="l"/>
                      <a:r>
                        <a:rPr lang="en-SG" sz="1200" b="0" noProof="0" dirty="0" err="1">
                          <a:solidFill>
                            <a:srgbClr val="1F1F1F"/>
                          </a:solidFill>
                          <a:latin typeface="Source Sans Pro"/>
                        </a:rPr>
                        <a:t>ao.email.tokens.prompt</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Total prompt tokens consumed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agentName</a:t>
                      </a:r>
                      <a:r>
                        <a:rPr lang="en-SG" sz="1200" b="0" noProof="0" dirty="0">
                          <a:solidFill>
                            <a:srgbClr val="1F1F1F"/>
                          </a:solidFill>
                          <a:latin typeface="Source Sans Pro"/>
                        </a:rPr>
                        <a:t>, </a:t>
                      </a:r>
                      <a:r>
                        <a:rPr lang="en-SG" sz="1200" b="0" noProof="0" dirty="0" err="1">
                          <a:solidFill>
                            <a:srgbClr val="1F1F1F"/>
                          </a:solidFill>
                          <a:latin typeface="Source Sans Pro"/>
                        </a:rPr>
                        <a:t>agentSemver</a:t>
                      </a:r>
                      <a:r>
                        <a:rPr lang="en-SG" sz="1200" b="0" noProof="0" dirty="0">
                          <a:solidFill>
                            <a:srgbClr val="1F1F1F"/>
                          </a:solidFill>
                          <a:latin typeface="Source Sans Pro"/>
                        </a:rPr>
                        <a:t>, </a:t>
                      </a:r>
                      <a:r>
                        <a:rPr lang="en-SG" sz="1200" b="0" noProof="0" dirty="0" err="1">
                          <a:solidFill>
                            <a:srgbClr val="1F1F1F"/>
                          </a:solidFill>
                          <a:latin typeface="Source Sans Pro"/>
                        </a:rPr>
                        <a:t>sopId</a:t>
                      </a:r>
                      <a:r>
                        <a:rPr lang="en-SG" sz="1200" b="0" noProof="0" dirty="0">
                          <a:solidFill>
                            <a:srgbClr val="1F1F1F"/>
                          </a:solidFill>
                          <a:latin typeface="Source Sans Pro"/>
                        </a:rPr>
                        <a:t>, env</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181569"/>
                  </a:ext>
                </a:extLst>
              </a:tr>
              <a:tr h="360000">
                <a:tc>
                  <a:txBody>
                    <a:bodyPr/>
                    <a:lstStyle/>
                    <a:p>
                      <a:pPr algn="l"/>
                      <a:r>
                        <a:rPr lang="en-SG" sz="1200" b="0" noProof="0" dirty="0" err="1">
                          <a:solidFill>
                            <a:srgbClr val="1F1F1F"/>
                          </a:solidFill>
                          <a:latin typeface="Source Sans Pro"/>
                        </a:rPr>
                        <a:t>ao.email.tokens.completion</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Total completion tokens consumed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agentName</a:t>
                      </a:r>
                      <a:r>
                        <a:rPr lang="en-SG" sz="1200" b="0" noProof="0" dirty="0">
                          <a:solidFill>
                            <a:srgbClr val="1F1F1F"/>
                          </a:solidFill>
                          <a:latin typeface="Source Sans Pro"/>
                        </a:rPr>
                        <a:t>, </a:t>
                      </a:r>
                      <a:r>
                        <a:rPr lang="en-SG" sz="1200" b="0" noProof="0" dirty="0" err="1">
                          <a:solidFill>
                            <a:srgbClr val="1F1F1F"/>
                          </a:solidFill>
                          <a:latin typeface="Source Sans Pro"/>
                        </a:rPr>
                        <a:t>agentSemver</a:t>
                      </a:r>
                      <a:r>
                        <a:rPr lang="en-SG" sz="1200" b="0" noProof="0" dirty="0">
                          <a:solidFill>
                            <a:srgbClr val="1F1F1F"/>
                          </a:solidFill>
                          <a:latin typeface="Source Sans Pro"/>
                        </a:rPr>
                        <a:t>, </a:t>
                      </a:r>
                      <a:r>
                        <a:rPr lang="en-SG" sz="1200" b="0" noProof="0" dirty="0" err="1">
                          <a:solidFill>
                            <a:srgbClr val="1F1F1F"/>
                          </a:solidFill>
                          <a:latin typeface="Source Sans Pro"/>
                        </a:rPr>
                        <a:t>sopId</a:t>
                      </a:r>
                      <a:r>
                        <a:rPr lang="en-SG" sz="1200" b="0" noProof="0" dirty="0">
                          <a:solidFill>
                            <a:srgbClr val="1F1F1F"/>
                          </a:solidFill>
                          <a:latin typeface="Source Sans Pro"/>
                        </a:rPr>
                        <a:t>, env</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7463409"/>
                  </a:ext>
                </a:extLst>
              </a:tr>
              <a:tr h="360000">
                <a:tc>
                  <a:txBody>
                    <a:bodyPr/>
                    <a:lstStyle/>
                    <a:p>
                      <a:pPr algn="l"/>
                      <a:r>
                        <a:rPr lang="en-SG" sz="1200" b="0" noProof="0" dirty="0" err="1">
                          <a:solidFill>
                            <a:srgbClr val="1F1F1F"/>
                          </a:solidFill>
                          <a:latin typeface="Source Sans Pro"/>
                        </a:rPr>
                        <a:t>ao.email.latency_ms</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End-to-end resolution latency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agentName</a:t>
                      </a:r>
                      <a:r>
                        <a:rPr lang="en-SG" sz="1200" b="0" noProof="0" dirty="0">
                          <a:solidFill>
                            <a:srgbClr val="1F1F1F"/>
                          </a:solidFill>
                          <a:latin typeface="Source Sans Pro"/>
                        </a:rPr>
                        <a:t>, </a:t>
                      </a:r>
                      <a:r>
                        <a:rPr lang="en-SG" sz="1200" b="0" noProof="0" dirty="0" err="1">
                          <a:solidFill>
                            <a:srgbClr val="1F1F1F"/>
                          </a:solidFill>
                          <a:latin typeface="Source Sans Pro"/>
                        </a:rPr>
                        <a:t>agentSemver</a:t>
                      </a:r>
                      <a:r>
                        <a:rPr lang="en-SG" sz="1200" b="0" noProof="0" dirty="0">
                          <a:solidFill>
                            <a:srgbClr val="1F1F1F"/>
                          </a:solidFill>
                          <a:latin typeface="Source Sans Pro"/>
                        </a:rPr>
                        <a:t>, </a:t>
                      </a:r>
                      <a:r>
                        <a:rPr lang="en-SG" sz="1200" b="0" noProof="0" dirty="0" err="1">
                          <a:solidFill>
                            <a:srgbClr val="1F1F1F"/>
                          </a:solidFill>
                          <a:latin typeface="Source Sans Pro"/>
                        </a:rPr>
                        <a:t>sopId</a:t>
                      </a:r>
                      <a:r>
                        <a:rPr lang="en-SG" sz="1200" b="0" noProof="0" dirty="0">
                          <a:solidFill>
                            <a:srgbClr val="1F1F1F"/>
                          </a:solidFill>
                          <a:latin typeface="Source Sans Pro"/>
                        </a:rPr>
                        <a:t>, </a:t>
                      </a:r>
                      <a:r>
                        <a:rPr lang="en-SG" sz="1200" b="0" noProof="0" dirty="0" err="1">
                          <a:solidFill>
                            <a:srgbClr val="1F1F1F"/>
                          </a:solidFill>
                          <a:latin typeface="Source Sans Pro"/>
                        </a:rPr>
                        <a:t>resolutionType</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9695389"/>
                  </a:ext>
                </a:extLst>
              </a:tr>
              <a:tr h="360000">
                <a:tc>
                  <a:txBody>
                    <a:bodyPr/>
                    <a:lstStyle/>
                    <a:p>
                      <a:pPr algn="l"/>
                      <a:r>
                        <a:rPr lang="en-SG" sz="1200" b="0" noProof="0" dirty="0" err="1">
                          <a:solidFill>
                            <a:srgbClr val="1F1F1F"/>
                          </a:solidFill>
                          <a:latin typeface="Source Sans Pro"/>
                        </a:rPr>
                        <a:t>ao.email.tool_calls.count</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Number of tool calls made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agentName</a:t>
                      </a:r>
                      <a:r>
                        <a:rPr lang="en-SG" sz="1200" b="0" noProof="0" dirty="0">
                          <a:solidFill>
                            <a:srgbClr val="1F1F1F"/>
                          </a:solidFill>
                          <a:latin typeface="Source Sans Pro"/>
                        </a:rPr>
                        <a:t>, </a:t>
                      </a:r>
                      <a:r>
                        <a:rPr lang="en-SG" sz="1200" b="0" noProof="0" dirty="0" err="1">
                          <a:solidFill>
                            <a:srgbClr val="1F1F1F"/>
                          </a:solidFill>
                          <a:latin typeface="Source Sans Pro"/>
                        </a:rPr>
                        <a:t>toolName</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587290"/>
                  </a:ext>
                </a:extLst>
              </a:tr>
              <a:tr h="360000">
                <a:tc>
                  <a:txBody>
                    <a:bodyPr/>
                    <a:lstStyle/>
                    <a:p>
                      <a:pPr algn="l"/>
                      <a:r>
                        <a:rPr lang="en-SG" sz="1200" b="0" noProof="0" dirty="0" err="1">
                          <a:solidFill>
                            <a:srgbClr val="1F1F1F"/>
                          </a:solidFill>
                          <a:latin typeface="Source Sans Pro"/>
                        </a:rPr>
                        <a:t>ao.email.hitl_escalated</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1 if escalated to HITL, 0 if not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agentName</a:t>
                      </a:r>
                      <a:r>
                        <a:rPr lang="en-SG" sz="1200" b="0" noProof="0" dirty="0">
                          <a:solidFill>
                            <a:srgbClr val="1F1F1F"/>
                          </a:solidFill>
                          <a:latin typeface="Source Sans Pro"/>
                        </a:rPr>
                        <a:t>, </a:t>
                      </a:r>
                      <a:r>
                        <a:rPr lang="en-SG" sz="1200" b="0" noProof="0" dirty="0" err="1">
                          <a:solidFill>
                            <a:srgbClr val="1F1F1F"/>
                          </a:solidFill>
                          <a:latin typeface="Source Sans Pro"/>
                        </a:rPr>
                        <a:t>escalationReason</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8909784"/>
                  </a:ext>
                </a:extLst>
              </a:tr>
              <a:tr h="360000">
                <a:tc>
                  <a:txBody>
                    <a:bodyPr/>
                    <a:lstStyle/>
                    <a:p>
                      <a:pPr algn="l"/>
                      <a:r>
                        <a:rPr lang="en-SG" sz="1200" b="0" noProof="0" dirty="0" err="1">
                          <a:solidFill>
                            <a:srgbClr val="1F1F1F"/>
                          </a:solidFill>
                          <a:latin typeface="Source Sans Pro"/>
                        </a:rPr>
                        <a:t>ao.email.resolution_type</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Categorical: automated / </a:t>
                      </a:r>
                      <a:r>
                        <a:rPr lang="en-SG" sz="1200" b="0" noProof="0" dirty="0" err="1">
                          <a:solidFill>
                            <a:srgbClr val="1F1F1F"/>
                          </a:solidFill>
                          <a:latin typeface="Source Sans Pro"/>
                        </a:rPr>
                        <a:t>hitl</a:t>
                      </a:r>
                      <a:r>
                        <a:rPr lang="en-SG" sz="1200" b="0" noProof="0" dirty="0">
                          <a:solidFill>
                            <a:srgbClr val="1F1F1F"/>
                          </a:solidFill>
                          <a:latin typeface="Source Sans Pro"/>
                        </a:rPr>
                        <a:t> / failed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agentName</a:t>
                      </a:r>
                      <a:r>
                        <a:rPr lang="en-SG" sz="1200" b="0" noProof="0" dirty="0">
                          <a:solidFill>
                            <a:srgbClr val="1F1F1F"/>
                          </a:solidFill>
                          <a:latin typeface="Source Sans Pro"/>
                        </a:rPr>
                        <a:t>, </a:t>
                      </a:r>
                      <a:r>
                        <a:rPr lang="en-SG" sz="1200" b="0" noProof="0" dirty="0" err="1">
                          <a:solidFill>
                            <a:srgbClr val="1F1F1F"/>
                          </a:solidFill>
                          <a:latin typeface="Source Sans Pro"/>
                        </a:rPr>
                        <a:t>sopId</a:t>
                      </a: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0952884"/>
                  </a:ext>
                </a:extLst>
              </a:tr>
            </a:tbl>
          </a:graphicData>
        </a:graphic>
      </p:graphicFrame>
      <p:sp>
        <p:nvSpPr>
          <p:cNvPr id="10" name="TextBox 9">
            <a:extLst>
              <a:ext uri="{FF2B5EF4-FFF2-40B4-BE49-F238E27FC236}">
                <a16:creationId xmlns:a16="http://schemas.microsoft.com/office/drawing/2014/main" id="{3E30355D-854C-4E20-0F86-78EA4FC164A0}"/>
              </a:ext>
            </a:extLst>
          </p:cNvPr>
          <p:cNvSpPr txBox="1"/>
          <p:nvPr/>
        </p:nvSpPr>
        <p:spPr>
          <a:xfrm>
            <a:off x="797691" y="4380692"/>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1F2328"/>
                </a:solidFill>
                <a:effectLst/>
                <a:latin typeface="Source Sans Pro" panose="020B0503030403020204" pitchFamily="34" charset="0"/>
                <a:ea typeface="Source Sans Pro" panose="020B0503030403020204" pitchFamily="34" charset="0"/>
              </a:rPr>
              <a:t>Azure Monitor Workbook — Agent Operations Dashboard</a:t>
            </a:r>
          </a:p>
        </p:txBody>
      </p:sp>
      <p:sp>
        <p:nvSpPr>
          <p:cNvPr id="13" name="TextBox 12">
            <a:extLst>
              <a:ext uri="{FF2B5EF4-FFF2-40B4-BE49-F238E27FC236}">
                <a16:creationId xmlns:a16="http://schemas.microsoft.com/office/drawing/2014/main" id="{A5941D52-CFF0-3474-F4DB-6104CB0919C1}"/>
              </a:ext>
            </a:extLst>
          </p:cNvPr>
          <p:cNvSpPr txBox="1"/>
          <p:nvPr/>
        </p:nvSpPr>
        <p:spPr>
          <a:xfrm>
            <a:off x="797691" y="4750024"/>
            <a:ext cx="10596614"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An Azure Monitor Workbook (AO-Operations-Dashboard) provides the operational health view for the AO layer. Key panels:</a:t>
            </a:r>
            <a:endParaRPr lang="en-SG" sz="1200" noProof="0" dirty="0">
              <a:latin typeface="Source Sans Pro" panose="020B0503030403020204" pitchFamily="34" charset="0"/>
              <a:ea typeface="Source Sans Pro" panose="020B0503030403020204" pitchFamily="34" charset="0"/>
            </a:endParaRPr>
          </a:p>
        </p:txBody>
      </p:sp>
      <p:sp>
        <p:nvSpPr>
          <p:cNvPr id="16" name="TextBox 15">
            <a:extLst>
              <a:ext uri="{FF2B5EF4-FFF2-40B4-BE49-F238E27FC236}">
                <a16:creationId xmlns:a16="http://schemas.microsoft.com/office/drawing/2014/main" id="{8FA3FF00-239A-E206-67DF-84306A5AF7BC}"/>
              </a:ext>
            </a:extLst>
          </p:cNvPr>
          <p:cNvSpPr txBox="1"/>
          <p:nvPr/>
        </p:nvSpPr>
        <p:spPr>
          <a:xfrm>
            <a:off x="797692" y="5088578"/>
            <a:ext cx="10596613" cy="830997"/>
          </a:xfrm>
          <a:prstGeom prst="rect">
            <a:avLst/>
          </a:prstGeom>
          <a:noFill/>
        </p:spPr>
        <p:txBody>
          <a:bodyPr wrap="square">
            <a:spAutoFit/>
          </a:bodyPr>
          <a:lstStyle/>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Agent Fleet Status: </a:t>
            </a:r>
            <a:r>
              <a:rPr lang="en-SG" sz="1200" noProof="0" dirty="0">
                <a:latin typeface="Source Sans Pro" panose="020B0503030403020204" pitchFamily="34" charset="0"/>
                <a:ea typeface="Source Sans Pro" panose="020B0503030403020204" pitchFamily="34" charset="0"/>
              </a:rPr>
              <a:t>Table showing all active agents, their current version, traffic weight (blue/canary), error rate, and P95 latency — refreshed every 5 minutes</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Token Spend Trend: </a:t>
            </a:r>
            <a:r>
              <a:rPr lang="en-SG" sz="1200" noProof="0" dirty="0">
                <a:latin typeface="Source Sans Pro" panose="020B0503030403020204" pitchFamily="34" charset="0"/>
                <a:ea typeface="Source Sans Pro" panose="020B0503030403020204" pitchFamily="34" charset="0"/>
              </a:rPr>
              <a:t>Daily token spend per agent vs. budget threshold (linked to FinOps thresholds in Step 5)</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Resolution Mix: </a:t>
            </a:r>
            <a:r>
              <a:rPr lang="en-SG" sz="1200" noProof="0" dirty="0">
                <a:latin typeface="Source Sans Pro" panose="020B0503030403020204" pitchFamily="34" charset="0"/>
                <a:ea typeface="Source Sans Pro" panose="020B0503030403020204" pitchFamily="34" charset="0"/>
              </a:rPr>
              <a:t>% automated vs. HITL escalated vs. failed, per agent, rolling 7 days</a:t>
            </a:r>
          </a:p>
          <a:p>
            <a:pPr marL="171450" indent="-171450">
              <a:buFont typeface="Arial" panose="020B0604020202020204" pitchFamily="34" charset="0"/>
              <a:buChar char="•"/>
            </a:pPr>
            <a:r>
              <a:rPr lang="en-SG" sz="1200" b="1" noProof="0" dirty="0">
                <a:latin typeface="Source Sans Pro" panose="020B0503030403020204" pitchFamily="34" charset="0"/>
                <a:ea typeface="Source Sans Pro" panose="020B0503030403020204" pitchFamily="34" charset="0"/>
              </a:rPr>
              <a:t>Canary Comparison View: </a:t>
            </a:r>
            <a:r>
              <a:rPr lang="en-SG" sz="1200" noProof="0" dirty="0">
                <a:latin typeface="Source Sans Pro" panose="020B0503030403020204" pitchFamily="34" charset="0"/>
                <a:ea typeface="Source Sans Pro" panose="020B0503030403020204" pitchFamily="34" charset="0"/>
              </a:rPr>
              <a:t>Side-by-side metric comparison between blue and canary revision during active canary windows</a:t>
            </a:r>
          </a:p>
        </p:txBody>
      </p:sp>
    </p:spTree>
    <p:extLst>
      <p:ext uri="{BB962C8B-B14F-4D97-AF65-F5344CB8AC3E}">
        <p14:creationId xmlns:p14="http://schemas.microsoft.com/office/powerpoint/2010/main" val="2813045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A6BCC-3FDA-C24F-2ED4-05643BFC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7FC40-853C-274E-CF6D-19A5FE48CA1B}"/>
              </a:ext>
            </a:extLst>
          </p:cNvPr>
          <p:cNvSpPr>
            <a:spLocks noGrp="1"/>
          </p:cNvSpPr>
          <p:nvPr>
            <p:ph type="title"/>
          </p:nvPr>
        </p:nvSpPr>
        <p:spPr>
          <a:xfrm>
            <a:off x="838196" y="179068"/>
            <a:ext cx="10515600" cy="560260"/>
          </a:xfrm>
        </p:spPr>
        <p:txBody>
          <a:bodyPr>
            <a:normAutofit/>
          </a:bodyPr>
          <a:lstStyle/>
          <a:p>
            <a:r>
              <a:rPr lang="en-SG" sz="3200" noProof="0" dirty="0">
                <a:ea typeface="Source Sans Pro" panose="020B0503030403020204" pitchFamily="34" charset="0"/>
              </a:rPr>
              <a:t>Observability &amp; Distributed Tracing</a:t>
            </a:r>
          </a:p>
        </p:txBody>
      </p:sp>
      <p:sp>
        <p:nvSpPr>
          <p:cNvPr id="4" name="TextBox 3">
            <a:extLst>
              <a:ext uri="{FF2B5EF4-FFF2-40B4-BE49-F238E27FC236}">
                <a16:creationId xmlns:a16="http://schemas.microsoft.com/office/drawing/2014/main" id="{1EB0F350-C7DA-81ED-30AF-FD0FFEF4167E}"/>
              </a:ext>
            </a:extLst>
          </p:cNvPr>
          <p:cNvSpPr txBox="1"/>
          <p:nvPr/>
        </p:nvSpPr>
        <p:spPr>
          <a:xfrm>
            <a:off x="9418320" y="109728"/>
            <a:ext cx="2651760" cy="276999"/>
          </a:xfrm>
          <a:prstGeom prst="rect">
            <a:avLst/>
          </a:prstGeom>
          <a:noFill/>
        </p:spPr>
        <p:txBody>
          <a:bodyPr wrap="square">
            <a:spAutoFit/>
          </a:bodyPr>
          <a:lstStyle/>
          <a:p>
            <a:pPr algn="r"/>
            <a:r>
              <a:rPr lang="en-SG" sz="1200" b="1" i="0" noProof="0" dirty="0">
                <a:solidFill>
                  <a:srgbClr val="FF0000"/>
                </a:solidFill>
                <a:latin typeface="Source Sans Pro" panose="020B0503030403020204" pitchFamily="34" charset="0"/>
                <a:ea typeface="Source Sans Pro" panose="020B0503030403020204" pitchFamily="34" charset="0"/>
              </a:rPr>
              <a:t>For Confirmation</a:t>
            </a:r>
          </a:p>
        </p:txBody>
      </p:sp>
      <p:sp>
        <p:nvSpPr>
          <p:cNvPr id="7" name="Slide Number Placeholder 1">
            <a:extLst>
              <a:ext uri="{FF2B5EF4-FFF2-40B4-BE49-F238E27FC236}">
                <a16:creationId xmlns:a16="http://schemas.microsoft.com/office/drawing/2014/main" id="{F89BC09C-D6EA-6D38-8F75-2A74B5C97E46}"/>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pPr/>
              <a:t>25</a:t>
            </a:fld>
            <a:endParaRPr lang="en-SG" noProof="0"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584038D2-2175-97B1-12AC-36E607BE4B4C}"/>
              </a:ext>
            </a:extLst>
          </p:cNvPr>
          <p:cNvSpPr txBox="1"/>
          <p:nvPr/>
        </p:nvSpPr>
        <p:spPr>
          <a:xfrm>
            <a:off x="838197" y="1038058"/>
            <a:ext cx="10515600" cy="2123658"/>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Pros:</a:t>
            </a:r>
          </a:p>
          <a:p>
            <a:pPr marL="171450" indent="-171450">
              <a:buFont typeface="Arial" panose="020B0604020202020204" pitchFamily="34" charset="0"/>
              <a:buChar char="•"/>
            </a:pPr>
            <a:r>
              <a:rPr lang="en-SG" sz="1200" noProof="0" dirty="0" err="1">
                <a:latin typeface="Source Sans Pro" panose="020B0503030403020204" pitchFamily="34" charset="0"/>
                <a:ea typeface="Source Sans Pro" panose="020B0503030403020204" pitchFamily="34" charset="0"/>
              </a:rPr>
              <a:t>OpenInference</a:t>
            </a:r>
            <a:r>
              <a:rPr lang="en-SG" sz="1200" noProof="0" dirty="0">
                <a:latin typeface="Source Sans Pro" panose="020B0503030403020204" pitchFamily="34" charset="0"/>
                <a:ea typeface="Source Sans Pro" panose="020B0503030403020204" pitchFamily="34" charset="0"/>
              </a:rPr>
              <a:t> conventions ensure the trace format is portable — if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is replaced in future, traces remain interpretable by any compatible backend</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Two-exporter pattern provides both aggregate (Azure Monitor) and per-trace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views without duplication</a:t>
            </a:r>
          </a:p>
          <a:p>
            <a:pPr marL="171450" indent="-171450">
              <a:buFont typeface="Arial" panose="020B0604020202020204" pitchFamily="34" charset="0"/>
              <a:buChar char="•"/>
            </a:pPr>
            <a:r>
              <a:rPr lang="en-SG" sz="1200" noProof="0" dirty="0" err="1">
                <a:latin typeface="Source Sans Pro" panose="020B0503030403020204" pitchFamily="34" charset="0"/>
                <a:ea typeface="Source Sans Pro" panose="020B0503030403020204" pitchFamily="34" charset="0"/>
              </a:rPr>
              <a:t>LangGraph</a:t>
            </a:r>
            <a:r>
              <a:rPr lang="en-SG" sz="1200" noProof="0" dirty="0">
                <a:latin typeface="Source Sans Pro" panose="020B0503030403020204" pitchFamily="34" charset="0"/>
                <a:ea typeface="Source Sans Pro" panose="020B0503030403020204" pitchFamily="34" charset="0"/>
              </a:rPr>
              <a:t> auto-instrumentation means the AO team does not need to write manual </a:t>
            </a:r>
            <a:r>
              <a:rPr lang="en-SG" sz="1200" noProof="0" dirty="0" err="1">
                <a:latin typeface="Source Sans Pro" panose="020B0503030403020204" pitchFamily="34" charset="0"/>
                <a:ea typeface="Source Sans Pro" panose="020B0503030403020204" pitchFamily="34" charset="0"/>
              </a:rPr>
              <a:t>OTel</a:t>
            </a:r>
            <a:r>
              <a:rPr lang="en-SG" sz="1200" noProof="0" dirty="0">
                <a:latin typeface="Source Sans Pro" panose="020B0503030403020204" pitchFamily="34" charset="0"/>
                <a:ea typeface="Source Sans Pro" panose="020B0503030403020204" pitchFamily="34" charset="0"/>
              </a:rPr>
              <a:t> span code for standard graph nodes — only custom tool calls require explicit span attributes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Fully GCC 2.0-compliant: Azure Monitor is Azure-native;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is self-hosted within the boundary</a:t>
            </a:r>
          </a:p>
          <a:p>
            <a:pPr marL="171450" indent="-171450">
              <a:buFont typeface="Arial" panose="020B0604020202020204" pitchFamily="34" charset="0"/>
              <a:buChar char="•"/>
            </a:pPr>
            <a:endParaRPr lang="en-SG" sz="1200" b="1" noProof="0" dirty="0">
              <a:latin typeface="Source Sans Pro" panose="020B0503030403020204" pitchFamily="34" charset="0"/>
              <a:ea typeface="Source Sans Pro" panose="020B0503030403020204" pitchFamily="34" charset="0"/>
            </a:endParaRPr>
          </a:p>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Two exporters mean trace data exists in two stores (Azure Monitor and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query routing (which tool for which question) must be documented for Ops</a:t>
            </a:r>
          </a:p>
          <a:p>
            <a:pPr marL="171450" indent="-171450">
              <a:buFont typeface="Arial" panose="020B0604020202020204" pitchFamily="34" charset="0"/>
              <a:buChar char="•"/>
            </a:pPr>
            <a:r>
              <a:rPr lang="en-SG" sz="1200" noProof="0" dirty="0" err="1">
                <a:latin typeface="Source Sans Pro" panose="020B0503030403020204" pitchFamily="34" charset="0"/>
                <a:ea typeface="Source Sans Pro" panose="020B0503030403020204" pitchFamily="34" charset="0"/>
              </a:rPr>
              <a:t>Langfuse's</a:t>
            </a:r>
            <a:r>
              <a:rPr lang="en-SG" sz="1200" noProof="0" dirty="0">
                <a:latin typeface="Source Sans Pro" panose="020B0503030403020204" pitchFamily="34" charset="0"/>
                <a:ea typeface="Source Sans Pro" panose="020B0503030403020204" pitchFamily="34" charset="0"/>
              </a:rPr>
              <a:t> </a:t>
            </a:r>
            <a:r>
              <a:rPr lang="en-SG" sz="1200" noProof="0" dirty="0" err="1">
                <a:latin typeface="Source Sans Pro" panose="020B0503030403020204" pitchFamily="34" charset="0"/>
                <a:ea typeface="Source Sans Pro" panose="020B0503030403020204" pitchFamily="34" charset="0"/>
              </a:rPr>
              <a:t>OTel</a:t>
            </a:r>
            <a:r>
              <a:rPr lang="en-SG" sz="1200" noProof="0" dirty="0">
                <a:latin typeface="Source Sans Pro" panose="020B0503030403020204" pitchFamily="34" charset="0"/>
                <a:ea typeface="Source Sans Pro" panose="020B0503030403020204" pitchFamily="34" charset="0"/>
              </a:rPr>
              <a:t> exporter is relatively new; need to verify stability and version pinning in production</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High trace volume (though at &lt;1,000 emails/day, this is modest) requires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PostgreSQL storage capacity planning over time</a:t>
            </a:r>
          </a:p>
        </p:txBody>
      </p:sp>
      <p:sp>
        <p:nvSpPr>
          <p:cNvPr id="9" name="TextBox 8">
            <a:extLst>
              <a:ext uri="{FF2B5EF4-FFF2-40B4-BE49-F238E27FC236}">
                <a16:creationId xmlns:a16="http://schemas.microsoft.com/office/drawing/2014/main" id="{4CA4B968-CE58-50F4-9657-8EE2A0CAB4FA}"/>
              </a:ext>
            </a:extLst>
          </p:cNvPr>
          <p:cNvSpPr txBox="1"/>
          <p:nvPr/>
        </p:nvSpPr>
        <p:spPr>
          <a:xfrm>
            <a:off x="838197" y="726566"/>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1 Summary</a:t>
            </a:r>
          </a:p>
        </p:txBody>
      </p:sp>
      <p:sp>
        <p:nvSpPr>
          <p:cNvPr id="12" name="TextBox 11">
            <a:extLst>
              <a:ext uri="{FF2B5EF4-FFF2-40B4-BE49-F238E27FC236}">
                <a16:creationId xmlns:a16="http://schemas.microsoft.com/office/drawing/2014/main" id="{8D15C8C7-FA8C-F71D-1F01-675614ACD002}"/>
              </a:ext>
            </a:extLst>
          </p:cNvPr>
          <p:cNvSpPr txBox="1"/>
          <p:nvPr/>
        </p:nvSpPr>
        <p:spPr>
          <a:xfrm>
            <a:off x="838197" y="3244546"/>
            <a:ext cx="1051559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2: Azure Monitor Application Insights Only (No </a:t>
            </a:r>
            <a:r>
              <a:rPr lang="en-SG" sz="1600" b="1" i="0" noProof="0" dirty="0" err="1">
                <a:solidFill>
                  <a:srgbClr val="005AAB"/>
                </a:solidFill>
                <a:effectLst/>
                <a:latin typeface="Source Sans Pro" panose="020B0503030403020204" pitchFamily="34" charset="0"/>
                <a:ea typeface="Source Sans Pro" panose="020B0503030403020204" pitchFamily="34" charset="0"/>
              </a:rPr>
              <a:t>Langfuse</a:t>
            </a:r>
            <a:r>
              <a:rPr lang="en-SG" sz="1600" b="1" i="0" noProof="0" dirty="0">
                <a:solidFill>
                  <a:srgbClr val="005AAB"/>
                </a:solidFill>
                <a:effectLst/>
                <a:latin typeface="Source Sans Pro" panose="020B0503030403020204" pitchFamily="34" charset="0"/>
                <a:ea typeface="Source Sans Pro" panose="020B0503030403020204" pitchFamily="34" charset="0"/>
              </a:rPr>
              <a:t>)</a:t>
            </a:r>
          </a:p>
        </p:txBody>
      </p:sp>
      <p:sp>
        <p:nvSpPr>
          <p:cNvPr id="15" name="TextBox 14">
            <a:extLst>
              <a:ext uri="{FF2B5EF4-FFF2-40B4-BE49-F238E27FC236}">
                <a16:creationId xmlns:a16="http://schemas.microsoft.com/office/drawing/2014/main" id="{F2C4DEE4-8604-9D09-E308-672825BB6914}"/>
              </a:ext>
            </a:extLst>
          </p:cNvPr>
          <p:cNvSpPr txBox="1"/>
          <p:nvPr/>
        </p:nvSpPr>
        <p:spPr>
          <a:xfrm>
            <a:off x="838197" y="3585234"/>
            <a:ext cx="10596613"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Implementation</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traces exported to Application Insights only. Detailed trace data is queried via Kusto (KQL) in Log Analytics.</a:t>
            </a:r>
            <a:endParaRPr lang="en-SG" sz="1200" noProof="0" dirty="0">
              <a:latin typeface="Source Sans Pro" panose="020B0503030403020204" pitchFamily="34" charset="0"/>
              <a:ea typeface="Source Sans Pro" panose="020B0503030403020204" pitchFamily="34" charset="0"/>
            </a:endParaRPr>
          </a:p>
        </p:txBody>
      </p:sp>
      <p:sp>
        <p:nvSpPr>
          <p:cNvPr id="18" name="TextBox 17">
            <a:extLst>
              <a:ext uri="{FF2B5EF4-FFF2-40B4-BE49-F238E27FC236}">
                <a16:creationId xmlns:a16="http://schemas.microsoft.com/office/drawing/2014/main" id="{4659B59C-5D2A-ADB2-2FD8-AB61C96355BF}"/>
              </a:ext>
            </a:extLst>
          </p:cNvPr>
          <p:cNvSpPr txBox="1"/>
          <p:nvPr/>
        </p:nvSpPr>
        <p:spPr>
          <a:xfrm>
            <a:off x="838197" y="3925402"/>
            <a:ext cx="10596613" cy="276999"/>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Pros</a:t>
            </a:r>
            <a:r>
              <a:rPr lang="en-SG" sz="1200" b="0" i="0" noProof="0" dirty="0">
                <a:solidFill>
                  <a:srgbClr val="1F2328"/>
                </a:solidFill>
                <a:effectLst/>
                <a:latin typeface="Source Sans Pro" panose="020B0503030403020204" pitchFamily="34" charset="0"/>
                <a:ea typeface="Source Sans Pro" panose="020B0503030403020204" pitchFamily="34" charset="0"/>
              </a:rPr>
              <a:t>: Single observability store; no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infrastructure to maintain</a:t>
            </a:r>
            <a:endParaRPr lang="en-SG" sz="1200" noProof="0" dirty="0">
              <a:latin typeface="Source Sans Pro" panose="020B0503030403020204" pitchFamily="34" charset="0"/>
              <a:ea typeface="Source Sans Pro" panose="020B0503030403020204" pitchFamily="34" charset="0"/>
            </a:endParaRPr>
          </a:p>
        </p:txBody>
      </p:sp>
      <p:sp>
        <p:nvSpPr>
          <p:cNvPr id="22" name="TextBox 21">
            <a:extLst>
              <a:ext uri="{FF2B5EF4-FFF2-40B4-BE49-F238E27FC236}">
                <a16:creationId xmlns:a16="http://schemas.microsoft.com/office/drawing/2014/main" id="{1D21FB47-606E-9924-59ED-569FEA2D4296}"/>
              </a:ext>
            </a:extLst>
          </p:cNvPr>
          <p:cNvSpPr txBox="1"/>
          <p:nvPr/>
        </p:nvSpPr>
        <p:spPr>
          <a:xfrm>
            <a:off x="838198" y="4226750"/>
            <a:ext cx="10515598" cy="1015663"/>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Application Insights is not designed for LLM trace semantics — there is no first-class concept of "LLM reasoning step" or "tool call sequence." All of this must be stored as custom dimensions on Application Insights events, making investigation queries complex</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No native eval scoring or dataset management — the </a:t>
            </a:r>
            <a:r>
              <a:rPr lang="en-SG" sz="1200" noProof="0" dirty="0" err="1">
                <a:latin typeface="Source Sans Pro" panose="020B0503030403020204" pitchFamily="34" charset="0"/>
                <a:ea typeface="Source Sans Pro" panose="020B0503030403020204" pitchFamily="34" charset="0"/>
              </a:rPr>
              <a:t>EvalOps</a:t>
            </a:r>
            <a:r>
              <a:rPr lang="en-SG" sz="1200" noProof="0" dirty="0">
                <a:latin typeface="Source Sans Pro" panose="020B0503030403020204" pitchFamily="34" charset="0"/>
                <a:ea typeface="Source Sans Pro" panose="020B0503030403020204" pitchFamily="34" charset="0"/>
              </a:rPr>
              <a:t>  integration requires </a:t>
            </a:r>
            <a:r>
              <a:rPr lang="en-SG" sz="1200" noProof="0" dirty="0" err="1">
                <a:latin typeface="Source Sans Pro" panose="020B0503030403020204" pitchFamily="34" charset="0"/>
                <a:ea typeface="Source Sans Pro" panose="020B0503030403020204" pitchFamily="34" charset="0"/>
              </a:rPr>
              <a:t>Langfuse</a:t>
            </a:r>
            <a:r>
              <a:rPr lang="en-SG" sz="1200" noProof="0" dirty="0">
                <a:latin typeface="Source Sans Pro" panose="020B0503030403020204" pitchFamily="34" charset="0"/>
                <a:ea typeface="Source Sans Pro" panose="020B0503030403020204" pitchFamily="34" charset="0"/>
              </a:rPr>
              <a:t> or an equivalent store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Querying a multi-step agent reasoning trace in KQL is significantly more cumbersome than </a:t>
            </a:r>
            <a:r>
              <a:rPr lang="en-SG" sz="1200" noProof="0" dirty="0" err="1">
                <a:latin typeface="Source Sans Pro" panose="020B0503030403020204" pitchFamily="34" charset="0"/>
                <a:ea typeface="Source Sans Pro" panose="020B0503030403020204" pitchFamily="34" charset="0"/>
              </a:rPr>
              <a:t>Langfuse's</a:t>
            </a:r>
            <a:r>
              <a:rPr lang="en-SG" sz="1200" noProof="0" dirty="0">
                <a:latin typeface="Source Sans Pro" panose="020B0503030403020204" pitchFamily="34" charset="0"/>
                <a:ea typeface="Source Sans Pro" panose="020B0503030403020204" pitchFamily="34" charset="0"/>
              </a:rPr>
              <a:t> purpose-built trace UI</a:t>
            </a:r>
          </a:p>
        </p:txBody>
      </p:sp>
      <p:sp>
        <p:nvSpPr>
          <p:cNvPr id="24" name="TextBox 23">
            <a:extLst>
              <a:ext uri="{FF2B5EF4-FFF2-40B4-BE49-F238E27FC236}">
                <a16:creationId xmlns:a16="http://schemas.microsoft.com/office/drawing/2014/main" id="{3EFFEB13-9D9E-7389-EA76-4012EC20025A}"/>
              </a:ext>
            </a:extLst>
          </p:cNvPr>
          <p:cNvSpPr txBox="1"/>
          <p:nvPr/>
        </p:nvSpPr>
        <p:spPr>
          <a:xfrm>
            <a:off x="838197" y="5338373"/>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Recommendation Justification</a:t>
            </a:r>
            <a:endParaRPr lang="en-SG" sz="1600" noProof="0" dirty="0">
              <a:solidFill>
                <a:srgbClr val="005AAB"/>
              </a:solidFill>
              <a:latin typeface="Source Sans Pro" panose="020B0503030403020204" pitchFamily="34" charset="0"/>
              <a:ea typeface="Source Sans Pro" panose="020B0503030403020204" pitchFamily="34" charset="0"/>
            </a:endParaRPr>
          </a:p>
        </p:txBody>
      </p:sp>
      <p:sp>
        <p:nvSpPr>
          <p:cNvPr id="26" name="TextBox 25">
            <a:extLst>
              <a:ext uri="{FF2B5EF4-FFF2-40B4-BE49-F238E27FC236}">
                <a16:creationId xmlns:a16="http://schemas.microsoft.com/office/drawing/2014/main" id="{8964A21A-4FF9-FE5A-58F5-ED9DD39C4953}"/>
              </a:ext>
            </a:extLst>
          </p:cNvPr>
          <p:cNvSpPr txBox="1"/>
          <p:nvPr/>
        </p:nvSpPr>
        <p:spPr>
          <a:xfrm>
            <a:off x="838196" y="5693016"/>
            <a:ext cx="10596613" cy="646331"/>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Option 1</a:t>
            </a:r>
            <a:r>
              <a:rPr lang="en-SG" sz="1200" b="0" i="0" noProof="0" dirty="0">
                <a:solidFill>
                  <a:srgbClr val="1F2328"/>
                </a:solidFill>
                <a:effectLst/>
                <a:latin typeface="Source Sans Pro" panose="020B0503030403020204" pitchFamily="34" charset="0"/>
                <a:ea typeface="Source Sans Pro" panose="020B0503030403020204" pitchFamily="34" charset="0"/>
              </a:rPr>
              <a:t> is recommended. The combination of Azure Monitor (operational metrics) and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(trace and evaluation data) cleanly separates concerns: Azure Monitor for real-time operations and alerting, </a:t>
            </a:r>
            <a:r>
              <a:rPr lang="en-SG" sz="1200" b="0" i="0" noProof="0" dirty="0" err="1">
                <a:solidFill>
                  <a:srgbClr val="1F2328"/>
                </a:solidFill>
                <a:effectLst/>
                <a:latin typeface="Source Sans Pro" panose="020B0503030403020204" pitchFamily="34" charset="0"/>
                <a:ea typeface="Source Sans Pro" panose="020B0503030403020204" pitchFamily="34" charset="0"/>
              </a:rPr>
              <a:t>Langfuse</a:t>
            </a:r>
            <a:r>
              <a:rPr lang="en-SG" sz="1200" b="0" i="0" noProof="0" dirty="0">
                <a:solidFill>
                  <a:srgbClr val="1F2328"/>
                </a:solidFill>
                <a:effectLst/>
                <a:latin typeface="Source Sans Pro" panose="020B0503030403020204" pitchFamily="34" charset="0"/>
                <a:ea typeface="Source Sans Pro" panose="020B0503030403020204" pitchFamily="34" charset="0"/>
              </a:rPr>
              <a:t> for investigation, evaluation, and feedback. Attempting to consolidate everything into Application Insights (Option 2) results in a store that serves neither function well.</a:t>
            </a:r>
            <a:endParaRPr lang="en-SG" sz="1200" noProof="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4115355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A2473-55E9-F357-70AB-82A12CF71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5290C-5FB5-1429-99CB-2B70EA033F85}"/>
              </a:ext>
            </a:extLst>
          </p:cNvPr>
          <p:cNvSpPr>
            <a:spLocks noGrp="1"/>
          </p:cNvSpPr>
          <p:nvPr>
            <p:ph type="title"/>
          </p:nvPr>
        </p:nvSpPr>
        <p:spPr>
          <a:xfrm>
            <a:off x="838196" y="179068"/>
            <a:ext cx="10515600" cy="560260"/>
          </a:xfrm>
        </p:spPr>
        <p:txBody>
          <a:bodyPr>
            <a:normAutofit/>
          </a:bodyPr>
          <a:lstStyle/>
          <a:p>
            <a:r>
              <a:rPr lang="en-SG" sz="3200" noProof="0" dirty="0">
                <a:ea typeface="Source Sans Pro" panose="020B0503030403020204" pitchFamily="34" charset="0"/>
              </a:rPr>
              <a:t>Behavioural Anomaly Detection</a:t>
            </a:r>
          </a:p>
        </p:txBody>
      </p:sp>
      <p:sp>
        <p:nvSpPr>
          <p:cNvPr id="4" name="TextBox 3">
            <a:extLst>
              <a:ext uri="{FF2B5EF4-FFF2-40B4-BE49-F238E27FC236}">
                <a16:creationId xmlns:a16="http://schemas.microsoft.com/office/drawing/2014/main" id="{D4BB60A7-3873-2CD9-75BE-A22C0BCD7E21}"/>
              </a:ext>
            </a:extLst>
          </p:cNvPr>
          <p:cNvSpPr txBox="1"/>
          <p:nvPr/>
        </p:nvSpPr>
        <p:spPr>
          <a:xfrm>
            <a:off x="9418320" y="109728"/>
            <a:ext cx="2651760" cy="276999"/>
          </a:xfrm>
          <a:prstGeom prst="rect">
            <a:avLst/>
          </a:prstGeom>
          <a:noFill/>
        </p:spPr>
        <p:txBody>
          <a:bodyPr wrap="square">
            <a:spAutoFit/>
          </a:bodyPr>
          <a:lstStyle/>
          <a:p>
            <a:pPr algn="r"/>
            <a:r>
              <a:rPr lang="en-SG" sz="1200" b="1" i="0" noProof="0" dirty="0">
                <a:solidFill>
                  <a:srgbClr val="FF0000"/>
                </a:solidFill>
                <a:latin typeface="Source Sans Pro" panose="020B0503030403020204" pitchFamily="34" charset="0"/>
                <a:ea typeface="Source Sans Pro" panose="020B0503030403020204" pitchFamily="34" charset="0"/>
              </a:rPr>
              <a:t>For Confirmation</a:t>
            </a:r>
          </a:p>
        </p:txBody>
      </p:sp>
      <p:sp>
        <p:nvSpPr>
          <p:cNvPr id="7" name="Slide Number Placeholder 1">
            <a:extLst>
              <a:ext uri="{FF2B5EF4-FFF2-40B4-BE49-F238E27FC236}">
                <a16:creationId xmlns:a16="http://schemas.microsoft.com/office/drawing/2014/main" id="{366E6CD1-38E8-C23B-1E2C-B75097893780}"/>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pPr/>
              <a:t>26</a:t>
            </a:fld>
            <a:endParaRPr lang="en-SG" noProof="0" dirty="0">
              <a:latin typeface="Source Sans Pro" panose="020B0503030403020204" pitchFamily="34" charset="0"/>
              <a:ea typeface="Source Sans Pro" panose="020B0503030403020204" pitchFamily="34" charset="0"/>
            </a:endParaRPr>
          </a:p>
        </p:txBody>
      </p:sp>
      <p:sp>
        <p:nvSpPr>
          <p:cNvPr id="3" name="TextBox 2">
            <a:extLst>
              <a:ext uri="{FF2B5EF4-FFF2-40B4-BE49-F238E27FC236}">
                <a16:creationId xmlns:a16="http://schemas.microsoft.com/office/drawing/2014/main" id="{766405F6-2819-CCAD-E6C9-B15D8378F684}"/>
              </a:ext>
            </a:extLst>
          </p:cNvPr>
          <p:cNvSpPr txBox="1"/>
          <p:nvPr/>
        </p:nvSpPr>
        <p:spPr>
          <a:xfrm>
            <a:off x="838197" y="1038058"/>
            <a:ext cx="10515600" cy="646331"/>
          </a:xfrm>
          <a:prstGeom prst="rect">
            <a:avLst/>
          </a:prstGeom>
          <a:noFill/>
        </p:spPr>
        <p:txBody>
          <a:bodyPr wrap="square">
            <a:spAutoFit/>
          </a:bodyPr>
          <a:lstStyle/>
          <a:p>
            <a:r>
              <a:rPr lang="en-SG" sz="1200" noProof="0" dirty="0">
                <a:latin typeface="Source Sans Pro" panose="020B0503030403020204" pitchFamily="34" charset="0"/>
                <a:ea typeface="Source Sans Pro" panose="020B0503030403020204" pitchFamily="34" charset="0"/>
              </a:rPr>
              <a:t>Standard observability monitors whether agents are operating within quantitative thresholds (latency, token spend, error rate). </a:t>
            </a:r>
            <a:r>
              <a:rPr lang="en-SG" sz="1200" noProof="0" dirty="0" err="1">
                <a:latin typeface="Source Sans Pro" panose="020B0503030403020204" pitchFamily="34" charset="0"/>
                <a:ea typeface="Source Sans Pro" panose="020B0503030403020204" pitchFamily="34" charset="0"/>
              </a:rPr>
              <a:t>Behavioral</a:t>
            </a:r>
            <a:r>
              <a:rPr lang="en-SG" sz="1200" noProof="0" dirty="0">
                <a:latin typeface="Source Sans Pro" panose="020B0503030403020204" pitchFamily="34" charset="0"/>
                <a:ea typeface="Source Sans Pro" panose="020B0503030403020204" pitchFamily="34" charset="0"/>
              </a:rPr>
              <a:t> anomaly detection addresses a different failure mode: the agent is operating within normal metrics but its reasoning or tool-call pattern has changed in a way that indicates unexpected or unsafe behaviour.</a:t>
            </a:r>
          </a:p>
        </p:txBody>
      </p:sp>
      <p:sp>
        <p:nvSpPr>
          <p:cNvPr id="9" name="TextBox 8">
            <a:extLst>
              <a:ext uri="{FF2B5EF4-FFF2-40B4-BE49-F238E27FC236}">
                <a16:creationId xmlns:a16="http://schemas.microsoft.com/office/drawing/2014/main" id="{BEEA7202-E4A6-2958-30CC-1FEE66833DE0}"/>
              </a:ext>
            </a:extLst>
          </p:cNvPr>
          <p:cNvSpPr txBox="1"/>
          <p:nvPr/>
        </p:nvSpPr>
        <p:spPr>
          <a:xfrm>
            <a:off x="838197" y="726566"/>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Implementation Overview</a:t>
            </a:r>
          </a:p>
        </p:txBody>
      </p:sp>
      <p:sp>
        <p:nvSpPr>
          <p:cNvPr id="12" name="TextBox 11">
            <a:extLst>
              <a:ext uri="{FF2B5EF4-FFF2-40B4-BE49-F238E27FC236}">
                <a16:creationId xmlns:a16="http://schemas.microsoft.com/office/drawing/2014/main" id="{57027F44-D5E8-02B7-DA76-5D33B4D4ABEC}"/>
              </a:ext>
            </a:extLst>
          </p:cNvPr>
          <p:cNvSpPr txBox="1"/>
          <p:nvPr/>
        </p:nvSpPr>
        <p:spPr>
          <a:xfrm>
            <a:off x="838197" y="2829048"/>
            <a:ext cx="1051559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1 (Recommended): Embedding-Based </a:t>
            </a:r>
            <a:r>
              <a:rPr lang="en-SG" sz="1600" b="1" i="0" noProof="0" dirty="0" err="1">
                <a:solidFill>
                  <a:srgbClr val="005AAB"/>
                </a:solidFill>
                <a:effectLst/>
                <a:latin typeface="Source Sans Pro" panose="020B0503030403020204" pitchFamily="34" charset="0"/>
                <a:ea typeface="Source Sans Pro" panose="020B0503030403020204" pitchFamily="34" charset="0"/>
              </a:rPr>
              <a:t>Behavioral</a:t>
            </a:r>
            <a:r>
              <a:rPr lang="en-SG" sz="1600" b="1" i="0" noProof="0" dirty="0">
                <a:solidFill>
                  <a:srgbClr val="005AAB"/>
                </a:solidFill>
                <a:effectLst/>
                <a:latin typeface="Source Sans Pro" panose="020B0503030403020204" pitchFamily="34" charset="0"/>
                <a:ea typeface="Source Sans Pro" panose="020B0503030403020204" pitchFamily="34" charset="0"/>
              </a:rPr>
              <a:t> Baseline Comparison via Azure AI Search</a:t>
            </a:r>
          </a:p>
        </p:txBody>
      </p:sp>
      <p:sp>
        <p:nvSpPr>
          <p:cNvPr id="15" name="TextBox 14">
            <a:extLst>
              <a:ext uri="{FF2B5EF4-FFF2-40B4-BE49-F238E27FC236}">
                <a16:creationId xmlns:a16="http://schemas.microsoft.com/office/drawing/2014/main" id="{FB097ADC-36FB-9C45-2180-B219D439027F}"/>
              </a:ext>
            </a:extLst>
          </p:cNvPr>
          <p:cNvSpPr txBox="1"/>
          <p:nvPr/>
        </p:nvSpPr>
        <p:spPr>
          <a:xfrm>
            <a:off x="838197" y="3169736"/>
            <a:ext cx="10596613" cy="461665"/>
          </a:xfrm>
          <a:prstGeom prst="rect">
            <a:avLst/>
          </a:prstGeom>
          <a:noFill/>
        </p:spPr>
        <p:txBody>
          <a:bodyPr wrap="square">
            <a:spAutoFit/>
          </a:bodyPr>
          <a:lstStyle/>
          <a:p>
            <a:r>
              <a:rPr lang="en-SG" sz="1200" b="1" i="0" noProof="0" dirty="0">
                <a:solidFill>
                  <a:srgbClr val="1F2328"/>
                </a:solidFill>
                <a:effectLst/>
                <a:latin typeface="Source Sans Pro" panose="020B0503030403020204" pitchFamily="34" charset="0"/>
                <a:ea typeface="Source Sans Pro" panose="020B0503030403020204" pitchFamily="34" charset="0"/>
              </a:rPr>
              <a:t>Technology Stack: </a:t>
            </a:r>
            <a:r>
              <a:rPr lang="en-SG" sz="1200" i="0" noProof="0" dirty="0">
                <a:solidFill>
                  <a:srgbClr val="1F2328"/>
                </a:solidFill>
                <a:effectLst/>
                <a:latin typeface="Source Sans Pro" panose="020B0503030403020204" pitchFamily="34" charset="0"/>
                <a:ea typeface="Source Sans Pro" panose="020B0503030403020204" pitchFamily="34" charset="0"/>
              </a:rPr>
              <a:t>Azure AI Search (vector index), Azure Container Apps Job (baseline and comparison compute), Azure OpenAI (text-embedding-3-small for </a:t>
            </a:r>
            <a:r>
              <a:rPr lang="en-SG" sz="1200" i="0" noProof="0" dirty="0" err="1">
                <a:solidFill>
                  <a:srgbClr val="1F2328"/>
                </a:solidFill>
                <a:effectLst/>
                <a:latin typeface="Source Sans Pro" panose="020B0503030403020204" pitchFamily="34" charset="0"/>
                <a:ea typeface="Source Sans Pro" panose="020B0503030403020204" pitchFamily="34" charset="0"/>
              </a:rPr>
              <a:t>behavioral</a:t>
            </a:r>
            <a:r>
              <a:rPr lang="en-SG" sz="1200" i="0" noProof="0" dirty="0">
                <a:solidFill>
                  <a:srgbClr val="1F2328"/>
                </a:solidFill>
                <a:effectLst/>
                <a:latin typeface="Source Sans Pro" panose="020B0503030403020204" pitchFamily="34" charset="0"/>
                <a:ea typeface="Source Sans Pro" panose="020B0503030403020204" pitchFamily="34" charset="0"/>
              </a:rPr>
              <a:t> vector encoding), Azure Monitor (anomaly metric publishing)</a:t>
            </a:r>
          </a:p>
        </p:txBody>
      </p:sp>
      <p:sp>
        <p:nvSpPr>
          <p:cNvPr id="5" name="TextBox 4">
            <a:extLst>
              <a:ext uri="{FF2B5EF4-FFF2-40B4-BE49-F238E27FC236}">
                <a16:creationId xmlns:a16="http://schemas.microsoft.com/office/drawing/2014/main" id="{9B4C86B2-3357-A486-2FFB-7EF250E518A9}"/>
              </a:ext>
            </a:extLst>
          </p:cNvPr>
          <p:cNvSpPr txBox="1"/>
          <p:nvPr/>
        </p:nvSpPr>
        <p:spPr>
          <a:xfrm>
            <a:off x="838196" y="1683094"/>
            <a:ext cx="10515600" cy="830997"/>
          </a:xfrm>
          <a:prstGeom prst="rect">
            <a:avLst/>
          </a:prstGeom>
          <a:noFill/>
        </p:spPr>
        <p:txBody>
          <a:bodyPr wrap="square">
            <a:spAutoFit/>
          </a:bodyPr>
          <a:lstStyle/>
          <a:p>
            <a:r>
              <a:rPr lang="en-SG" sz="1200" noProof="0" dirty="0">
                <a:latin typeface="Source Sans Pro" panose="020B0503030403020204" pitchFamily="34" charset="0"/>
                <a:ea typeface="Source Sans Pro" panose="020B0503030403020204" pitchFamily="34" charset="0"/>
              </a:rPr>
              <a:t>Examples:</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An agent that normally makes 2–3 tool calls per resolution starts consistently making 6–8 tool calls (possible agentic loop or confusion state)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An agent starts calling a tool it rarely used before (possible prompt injection causing abnormal tool selection)</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An agent's reasoning step count per resolution is abnormally high for a simple SOP (possible over-analysis or hallucination spiral)</a:t>
            </a:r>
          </a:p>
        </p:txBody>
      </p:sp>
      <p:sp>
        <p:nvSpPr>
          <p:cNvPr id="8" name="TextBox 7">
            <a:extLst>
              <a:ext uri="{FF2B5EF4-FFF2-40B4-BE49-F238E27FC236}">
                <a16:creationId xmlns:a16="http://schemas.microsoft.com/office/drawing/2014/main" id="{F3ADE608-8960-A9BC-196F-2DB4D8A4FF73}"/>
              </a:ext>
            </a:extLst>
          </p:cNvPr>
          <p:cNvSpPr txBox="1"/>
          <p:nvPr/>
        </p:nvSpPr>
        <p:spPr>
          <a:xfrm>
            <a:off x="838195" y="2507893"/>
            <a:ext cx="10866125"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These patterns may not immediately surface as errors (the agent may still resolve successfully), but they represent </a:t>
            </a:r>
            <a:r>
              <a:rPr lang="en-SG" sz="1200" b="0" i="0" noProof="0" dirty="0" err="1">
                <a:solidFill>
                  <a:srgbClr val="1F2328"/>
                </a:solidFill>
                <a:effectLst/>
                <a:latin typeface="Source Sans Pro" panose="020B0503030403020204" pitchFamily="34" charset="0"/>
                <a:ea typeface="Source Sans Pro" panose="020B0503030403020204" pitchFamily="34" charset="0"/>
              </a:rPr>
              <a:t>behavioral</a:t>
            </a:r>
            <a:r>
              <a:rPr lang="en-SG" sz="1200" b="0" i="0" noProof="0" dirty="0">
                <a:solidFill>
                  <a:srgbClr val="1F2328"/>
                </a:solidFill>
                <a:effectLst/>
                <a:latin typeface="Source Sans Pro" panose="020B0503030403020204" pitchFamily="34" charset="0"/>
                <a:ea typeface="Source Sans Pro" panose="020B0503030403020204" pitchFamily="34" charset="0"/>
              </a:rPr>
              <a:t> drift that often precedes visible failures.</a:t>
            </a:r>
            <a:endParaRPr lang="en-SG" sz="1200" noProof="0" dirty="0">
              <a:latin typeface="Source Sans Pro" panose="020B0503030403020204" pitchFamily="34" charset="0"/>
              <a:ea typeface="Source Sans Pro" panose="020B0503030403020204" pitchFamily="34" charset="0"/>
            </a:endParaRPr>
          </a:p>
        </p:txBody>
      </p:sp>
      <p:sp>
        <p:nvSpPr>
          <p:cNvPr id="11" name="TextBox 10">
            <a:extLst>
              <a:ext uri="{FF2B5EF4-FFF2-40B4-BE49-F238E27FC236}">
                <a16:creationId xmlns:a16="http://schemas.microsoft.com/office/drawing/2014/main" id="{A5DA7636-625F-E56A-BF3D-57CD8421096E}"/>
              </a:ext>
            </a:extLst>
          </p:cNvPr>
          <p:cNvSpPr txBox="1"/>
          <p:nvPr/>
        </p:nvSpPr>
        <p:spPr>
          <a:xfrm>
            <a:off x="838197" y="3631401"/>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1F2328"/>
                </a:solidFill>
                <a:effectLst/>
                <a:latin typeface="Source Sans Pro" panose="020B0503030403020204" pitchFamily="34" charset="0"/>
                <a:ea typeface="Source Sans Pro" panose="020B0503030403020204" pitchFamily="34" charset="0"/>
              </a:rPr>
              <a:t>Behavioural Feature Vector Design</a:t>
            </a:r>
          </a:p>
        </p:txBody>
      </p:sp>
      <p:sp>
        <p:nvSpPr>
          <p:cNvPr id="14" name="TextBox 13">
            <a:extLst>
              <a:ext uri="{FF2B5EF4-FFF2-40B4-BE49-F238E27FC236}">
                <a16:creationId xmlns:a16="http://schemas.microsoft.com/office/drawing/2014/main" id="{DA3ECC16-7287-08BD-ADBB-92DD7A489F24}"/>
              </a:ext>
            </a:extLst>
          </p:cNvPr>
          <p:cNvSpPr txBox="1"/>
          <p:nvPr/>
        </p:nvSpPr>
        <p:spPr>
          <a:xfrm>
            <a:off x="838195" y="3934609"/>
            <a:ext cx="10515597" cy="276999"/>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For each completed email processing event, a </a:t>
            </a:r>
            <a:r>
              <a:rPr lang="en-SG" sz="1200" b="1" i="0" noProof="0" dirty="0" err="1">
                <a:solidFill>
                  <a:srgbClr val="1F2328"/>
                </a:solidFill>
                <a:effectLst/>
                <a:latin typeface="Source Sans Pro" panose="020B0503030403020204" pitchFamily="34" charset="0"/>
                <a:ea typeface="Source Sans Pro" panose="020B0503030403020204" pitchFamily="34" charset="0"/>
              </a:rPr>
              <a:t>behavioral</a:t>
            </a:r>
            <a:r>
              <a:rPr lang="en-SG" sz="1200" b="1" i="0" noProof="0" dirty="0">
                <a:solidFill>
                  <a:srgbClr val="1F2328"/>
                </a:solidFill>
                <a:effectLst/>
                <a:latin typeface="Source Sans Pro" panose="020B0503030403020204" pitchFamily="34" charset="0"/>
                <a:ea typeface="Source Sans Pro" panose="020B0503030403020204" pitchFamily="34" charset="0"/>
              </a:rPr>
              <a:t> feature vector</a:t>
            </a:r>
            <a:r>
              <a:rPr lang="en-SG" sz="1200" b="0" i="0" noProof="0" dirty="0">
                <a:solidFill>
                  <a:srgbClr val="1F2328"/>
                </a:solidFill>
                <a:effectLst/>
                <a:latin typeface="Source Sans Pro" panose="020B0503030403020204" pitchFamily="34" charset="0"/>
                <a:ea typeface="Source Sans Pro" panose="020B0503030403020204" pitchFamily="34" charset="0"/>
              </a:rPr>
              <a:t> is computed from the </a:t>
            </a:r>
            <a:r>
              <a:rPr lang="en-SG" sz="1200" b="0" i="0" noProof="0" dirty="0" err="1">
                <a:solidFill>
                  <a:srgbClr val="1F2328"/>
                </a:solidFill>
                <a:effectLst/>
                <a:latin typeface="Source Sans Pro" panose="020B0503030403020204" pitchFamily="34" charset="0"/>
                <a:ea typeface="Source Sans Pro" panose="020B0503030403020204" pitchFamily="34" charset="0"/>
              </a:rPr>
              <a:t>OTel</a:t>
            </a:r>
            <a:r>
              <a:rPr lang="en-SG" sz="1200" b="0" i="0" noProof="0" dirty="0">
                <a:solidFill>
                  <a:srgbClr val="1F2328"/>
                </a:solidFill>
                <a:effectLst/>
                <a:latin typeface="Source Sans Pro" panose="020B0503030403020204" pitchFamily="34" charset="0"/>
                <a:ea typeface="Source Sans Pro" panose="020B0503030403020204" pitchFamily="34" charset="0"/>
              </a:rPr>
              <a:t> trace:</a:t>
            </a:r>
            <a:endParaRPr lang="en-SG" sz="1200" noProof="0" dirty="0">
              <a:latin typeface="Source Sans Pro" panose="020B0503030403020204" pitchFamily="34" charset="0"/>
              <a:ea typeface="Source Sans Pro" panose="020B0503030403020204" pitchFamily="34" charset="0"/>
            </a:endParaRPr>
          </a:p>
        </p:txBody>
      </p:sp>
      <p:graphicFrame>
        <p:nvGraphicFramePr>
          <p:cNvPr id="16" name="converted_table">
            <a:extLst>
              <a:ext uri="{FF2B5EF4-FFF2-40B4-BE49-F238E27FC236}">
                <a16:creationId xmlns:a16="http://schemas.microsoft.com/office/drawing/2014/main" id="{875DFFCB-1295-01EA-EF66-44C6B6EE87F1}"/>
              </a:ext>
            </a:extLst>
          </p:cNvPr>
          <p:cNvGraphicFramePr>
            <a:graphicFrameLocks noGrp="1"/>
          </p:cNvGraphicFramePr>
          <p:nvPr>
            <p:extLst>
              <p:ext uri="{D42A27DB-BD31-4B8C-83A1-F6EECF244321}">
                <p14:modId xmlns:p14="http://schemas.microsoft.com/office/powerpoint/2010/main" val="2496512682"/>
              </p:ext>
            </p:extLst>
          </p:nvPr>
        </p:nvGraphicFramePr>
        <p:xfrm>
          <a:off x="915199" y="4270239"/>
          <a:ext cx="10596613" cy="2174240"/>
        </p:xfrm>
        <a:graphic>
          <a:graphicData uri="http://schemas.openxmlformats.org/drawingml/2006/table">
            <a:tbl>
              <a:tblPr firstRow="1" bandRow="1">
                <a:tableStyleId>{5C22544A-7EE6-4342-B048-85BDC9FD1C3A}</a:tableStyleId>
              </a:tblPr>
              <a:tblGrid>
                <a:gridCol w="1905003">
                  <a:extLst>
                    <a:ext uri="{9D8B030D-6E8A-4147-A177-3AD203B41FA5}">
                      <a16:colId xmlns:a16="http://schemas.microsoft.com/office/drawing/2014/main" val="375308177"/>
                    </a:ext>
                  </a:extLst>
                </a:gridCol>
                <a:gridCol w="8691610">
                  <a:extLst>
                    <a:ext uri="{9D8B030D-6E8A-4147-A177-3AD203B41FA5}">
                      <a16:colId xmlns:a16="http://schemas.microsoft.com/office/drawing/2014/main" val="2272142276"/>
                    </a:ext>
                  </a:extLst>
                </a:gridCol>
              </a:tblGrid>
              <a:tr h="252000">
                <a:tc>
                  <a:txBody>
                    <a:bodyPr/>
                    <a:lstStyle/>
                    <a:p>
                      <a:pPr algn="l"/>
                      <a:r>
                        <a:rPr lang="en-SG" sz="1200" b="1" noProof="0" dirty="0">
                          <a:solidFill>
                            <a:srgbClr val="FFFFFF"/>
                          </a:solidFill>
                          <a:latin typeface="Source Sans Pro"/>
                        </a:rPr>
                        <a:t>Metric name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Value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82006180"/>
                  </a:ext>
                </a:extLst>
              </a:tr>
              <a:tr h="0">
                <a:tc>
                  <a:txBody>
                    <a:bodyPr/>
                    <a:lstStyle/>
                    <a:p>
                      <a:pPr algn="l"/>
                      <a:r>
                        <a:rPr lang="en-SG" sz="1200" b="0" noProof="0" dirty="0">
                          <a:solidFill>
                            <a:srgbClr val="1F1F1F"/>
                          </a:solidFill>
                          <a:latin typeface="Source Sans Pro"/>
                        </a:rPr>
                        <a:t>Tool call sequence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Ordered list of tool names encoded as a sequence embedding (using text-embedding-3-small on the concatenated tool name sequence string, e.g., "</a:t>
                      </a:r>
                      <a:r>
                        <a:rPr lang="en-SG" sz="1200" b="0" noProof="0" dirty="0" err="1">
                          <a:solidFill>
                            <a:srgbClr val="1F1F1F"/>
                          </a:solidFill>
                          <a:latin typeface="Source Sans Pro"/>
                        </a:rPr>
                        <a:t>get_taxpayer_record</a:t>
                      </a:r>
                      <a:r>
                        <a:rPr lang="en-SG" sz="1200" b="0" noProof="0" dirty="0">
                          <a:solidFill>
                            <a:srgbClr val="1F1F1F"/>
                          </a:solidFill>
                          <a:latin typeface="Source Sans Pro"/>
                        </a:rPr>
                        <a:t> → </a:t>
                      </a:r>
                      <a:r>
                        <a:rPr lang="en-SG" sz="1200" b="0" noProof="0" dirty="0" err="1">
                          <a:solidFill>
                            <a:srgbClr val="1F1F1F"/>
                          </a:solidFill>
                          <a:latin typeface="Source Sans Pro"/>
                        </a:rPr>
                        <a:t>get_refund_history</a:t>
                      </a:r>
                      <a:r>
                        <a:rPr lang="en-SG" sz="1200" b="0" noProof="0" dirty="0">
                          <a:solidFill>
                            <a:srgbClr val="1F1F1F"/>
                          </a:solidFill>
                          <a:latin typeface="Source Sans Pro"/>
                        </a:rPr>
                        <a:t> → </a:t>
                      </a:r>
                      <a:r>
                        <a:rPr lang="en-SG" sz="1200" b="0" noProof="0" dirty="0" err="1">
                          <a:solidFill>
                            <a:srgbClr val="1F1F1F"/>
                          </a:solidFill>
                          <a:latin typeface="Source Sans Pro"/>
                        </a:rPr>
                        <a:t>send_email_reply</a:t>
                      </a:r>
                      <a:r>
                        <a:rPr lang="en-SG" sz="1200" b="0" noProof="0" dirty="0">
                          <a:solidFill>
                            <a:srgbClr val="1F1F1F"/>
                          </a:solidFill>
                          <a:latin typeface="Source Sans Pro"/>
                        </a:rPr>
                        <a: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181569"/>
                  </a:ext>
                </a:extLst>
              </a:tr>
              <a:tr h="0">
                <a:tc>
                  <a:txBody>
                    <a:bodyPr/>
                    <a:lstStyle/>
                    <a:p>
                      <a:pPr algn="l"/>
                      <a:r>
                        <a:rPr lang="en-SG" sz="1200" b="0" noProof="0" dirty="0">
                          <a:solidFill>
                            <a:srgbClr val="1F1F1F"/>
                          </a:solidFill>
                          <a:latin typeface="Source Sans Pro"/>
                        </a:rPr>
                        <a:t>Reasoning step count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Scalar (number of LLM invoke spans)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7463409"/>
                  </a:ext>
                </a:extLst>
              </a:tr>
              <a:tr h="0">
                <a:tc>
                  <a:txBody>
                    <a:bodyPr/>
                    <a:lstStyle/>
                    <a:p>
                      <a:pPr algn="l"/>
                      <a:r>
                        <a:rPr lang="en-SG" sz="1200" b="0" noProof="0" dirty="0">
                          <a:solidFill>
                            <a:srgbClr val="1F1F1F"/>
                          </a:solidFill>
                          <a:latin typeface="Source Sans Pro"/>
                        </a:rPr>
                        <a:t>Tool call count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Scalar (total tool call spans)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9695389"/>
                  </a:ext>
                </a:extLst>
              </a:tr>
              <a:tr h="0">
                <a:tc>
                  <a:txBody>
                    <a:bodyPr/>
                    <a:lstStyle/>
                    <a:p>
                      <a:pPr algn="l"/>
                      <a:r>
                        <a:rPr lang="en-SG" sz="1200" b="0" noProof="0" dirty="0">
                          <a:solidFill>
                            <a:srgbClr val="1F1F1F"/>
                          </a:solidFill>
                          <a:latin typeface="Source Sans Pro"/>
                        </a:rPr>
                        <a:t>Token utilisation ratio</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Scalar (completion tokens / prompt tokens) — high ratio may indicate verbose/confused reasoning</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587290"/>
                  </a:ext>
                </a:extLst>
              </a:tr>
              <a:tr h="0">
                <a:tc>
                  <a:txBody>
                    <a:bodyPr/>
                    <a:lstStyle/>
                    <a:p>
                      <a:pPr algn="l"/>
                      <a:r>
                        <a:rPr lang="en-SG" sz="1200" b="0" noProof="0" dirty="0">
                          <a:solidFill>
                            <a:srgbClr val="1F1F1F"/>
                          </a:solidFill>
                          <a:latin typeface="Source Sans Pro"/>
                        </a:rPr>
                        <a:t>Resolution type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One-hot encoded categorical: automated / </a:t>
                      </a:r>
                      <a:r>
                        <a:rPr lang="en-SG" sz="1200" b="0" noProof="0" dirty="0" err="1">
                          <a:solidFill>
                            <a:srgbClr val="1F1F1F"/>
                          </a:solidFill>
                          <a:latin typeface="Source Sans Pro"/>
                        </a:rPr>
                        <a:t>hitl</a:t>
                      </a:r>
                      <a:r>
                        <a:rPr lang="en-SG" sz="1200" b="0" noProof="0" dirty="0">
                          <a:solidFill>
                            <a:srgbClr val="1F1F1F"/>
                          </a:solidFill>
                          <a:latin typeface="Source Sans Pro"/>
                        </a:rPr>
                        <a:t> / failed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8909784"/>
                  </a:ext>
                </a:extLst>
              </a:tr>
              <a:tr h="0">
                <a:tc>
                  <a:txBody>
                    <a:bodyPr/>
                    <a:lstStyle/>
                    <a:p>
                      <a:pPr algn="l"/>
                      <a:r>
                        <a:rPr lang="en-SG" sz="1200" b="0" noProof="0" dirty="0">
                          <a:solidFill>
                            <a:srgbClr val="1F1F1F"/>
                          </a:solidFill>
                          <a:latin typeface="Source Sans Pro"/>
                        </a:rPr>
                        <a:t>P95 latency bucket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Ordinal bucket: fast (&lt;5s) / normal (5–30s) / slow (&gt;30s)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0952884"/>
                  </a:ext>
                </a:extLst>
              </a:tr>
            </a:tbl>
          </a:graphicData>
        </a:graphic>
      </p:graphicFrame>
    </p:spTree>
    <p:extLst>
      <p:ext uri="{BB962C8B-B14F-4D97-AF65-F5344CB8AC3E}">
        <p14:creationId xmlns:p14="http://schemas.microsoft.com/office/powerpoint/2010/main" val="3772503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35233-FD2D-A4FB-BEE1-4D3FE6C8C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1B812-FDA9-567F-1ECF-FE71C076A099}"/>
              </a:ext>
            </a:extLst>
          </p:cNvPr>
          <p:cNvSpPr>
            <a:spLocks noGrp="1"/>
          </p:cNvSpPr>
          <p:nvPr>
            <p:ph type="title"/>
          </p:nvPr>
        </p:nvSpPr>
        <p:spPr>
          <a:xfrm>
            <a:off x="838196" y="179068"/>
            <a:ext cx="10515600" cy="560260"/>
          </a:xfrm>
        </p:spPr>
        <p:txBody>
          <a:bodyPr>
            <a:normAutofit/>
          </a:bodyPr>
          <a:lstStyle/>
          <a:p>
            <a:r>
              <a:rPr lang="en-SG" sz="3200" noProof="0" dirty="0">
                <a:ea typeface="Source Sans Pro" panose="020B0503030403020204" pitchFamily="34" charset="0"/>
              </a:rPr>
              <a:t>Behavioural Anomaly Detection</a:t>
            </a:r>
          </a:p>
        </p:txBody>
      </p:sp>
      <p:sp>
        <p:nvSpPr>
          <p:cNvPr id="4" name="TextBox 3">
            <a:extLst>
              <a:ext uri="{FF2B5EF4-FFF2-40B4-BE49-F238E27FC236}">
                <a16:creationId xmlns:a16="http://schemas.microsoft.com/office/drawing/2014/main" id="{6548B297-FB63-8320-B8AA-5A1EA0A4B304}"/>
              </a:ext>
            </a:extLst>
          </p:cNvPr>
          <p:cNvSpPr txBox="1"/>
          <p:nvPr/>
        </p:nvSpPr>
        <p:spPr>
          <a:xfrm>
            <a:off x="9418320" y="109728"/>
            <a:ext cx="2651760" cy="276999"/>
          </a:xfrm>
          <a:prstGeom prst="rect">
            <a:avLst/>
          </a:prstGeom>
          <a:noFill/>
        </p:spPr>
        <p:txBody>
          <a:bodyPr wrap="square">
            <a:spAutoFit/>
          </a:bodyPr>
          <a:lstStyle/>
          <a:p>
            <a:pPr algn="r"/>
            <a:r>
              <a:rPr lang="en-SG" sz="1200" b="1" i="0" noProof="0" dirty="0">
                <a:solidFill>
                  <a:srgbClr val="FF0000"/>
                </a:solidFill>
                <a:latin typeface="Source Sans Pro" panose="020B0503030403020204" pitchFamily="34" charset="0"/>
                <a:ea typeface="Source Sans Pro" panose="020B0503030403020204" pitchFamily="34" charset="0"/>
              </a:rPr>
              <a:t>For Confirmation</a:t>
            </a:r>
          </a:p>
        </p:txBody>
      </p:sp>
      <p:sp>
        <p:nvSpPr>
          <p:cNvPr id="7" name="Slide Number Placeholder 1">
            <a:extLst>
              <a:ext uri="{FF2B5EF4-FFF2-40B4-BE49-F238E27FC236}">
                <a16:creationId xmlns:a16="http://schemas.microsoft.com/office/drawing/2014/main" id="{DFC968B9-51D5-A180-74A3-946D0BA11821}"/>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pPr/>
              <a:t>27</a:t>
            </a:fld>
            <a:endParaRPr lang="en-SG" noProof="0" dirty="0">
              <a:latin typeface="Source Sans Pro" panose="020B0503030403020204" pitchFamily="34" charset="0"/>
              <a:ea typeface="Source Sans Pro" panose="020B0503030403020204" pitchFamily="34" charset="0"/>
            </a:endParaRPr>
          </a:p>
        </p:txBody>
      </p:sp>
      <p:sp>
        <p:nvSpPr>
          <p:cNvPr id="10" name="TextBox 9">
            <a:extLst>
              <a:ext uri="{FF2B5EF4-FFF2-40B4-BE49-F238E27FC236}">
                <a16:creationId xmlns:a16="http://schemas.microsoft.com/office/drawing/2014/main" id="{6792D531-2A92-A367-DA3B-5F7172A6C8DF}"/>
              </a:ext>
            </a:extLst>
          </p:cNvPr>
          <p:cNvSpPr txBox="1"/>
          <p:nvPr/>
        </p:nvSpPr>
        <p:spPr>
          <a:xfrm>
            <a:off x="838189" y="848418"/>
            <a:ext cx="10515597" cy="646331"/>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The tool-call sequence embedding is the most information-rich feature. It encodes the semantic meaning of the agent's action sequence, meaning that two agents that called different tools in different orders but with semantically similar intent will produce similar vectors — while an agent that called an unusual combination of tools will produce a dissimilar vector.</a:t>
            </a:r>
            <a:endParaRPr lang="en-SG" sz="1200" noProof="0" dirty="0">
              <a:latin typeface="Source Sans Pro" panose="020B0503030403020204" pitchFamily="34" charset="0"/>
              <a:ea typeface="Source Sans Pro" panose="020B0503030403020204" pitchFamily="34" charset="0"/>
            </a:endParaRPr>
          </a:p>
        </p:txBody>
      </p:sp>
      <p:sp>
        <p:nvSpPr>
          <p:cNvPr id="17" name="TextBox 16">
            <a:extLst>
              <a:ext uri="{FF2B5EF4-FFF2-40B4-BE49-F238E27FC236}">
                <a16:creationId xmlns:a16="http://schemas.microsoft.com/office/drawing/2014/main" id="{FE96320A-CEB0-3092-E183-CEC9247C7F76}"/>
              </a:ext>
            </a:extLst>
          </p:cNvPr>
          <p:cNvSpPr txBox="1"/>
          <p:nvPr/>
        </p:nvSpPr>
        <p:spPr>
          <a:xfrm>
            <a:off x="838189" y="1550878"/>
            <a:ext cx="6097604"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1F2328"/>
                </a:solidFill>
                <a:effectLst/>
                <a:latin typeface="Source Sans Pro" panose="020B0503030403020204" pitchFamily="34" charset="0"/>
                <a:ea typeface="Source Sans Pro" panose="020B0503030403020204" pitchFamily="34" charset="0"/>
              </a:rPr>
              <a:t>Baseline Generation</a:t>
            </a:r>
          </a:p>
        </p:txBody>
      </p:sp>
      <p:sp>
        <p:nvSpPr>
          <p:cNvPr id="19" name="TextBox 18">
            <a:extLst>
              <a:ext uri="{FF2B5EF4-FFF2-40B4-BE49-F238E27FC236}">
                <a16:creationId xmlns:a16="http://schemas.microsoft.com/office/drawing/2014/main" id="{F94DD892-8FE6-2826-E7A9-5658CAE2BC62}"/>
              </a:ext>
            </a:extLst>
          </p:cNvPr>
          <p:cNvSpPr txBox="1"/>
          <p:nvPr/>
        </p:nvSpPr>
        <p:spPr>
          <a:xfrm>
            <a:off x="838189" y="1905163"/>
            <a:ext cx="10515596" cy="461665"/>
          </a:xfrm>
          <a:prstGeom prst="rect">
            <a:avLst/>
          </a:prstGeom>
          <a:noFill/>
        </p:spPr>
        <p:txBody>
          <a:bodyPr wrap="square">
            <a:spAutoFit/>
          </a:bodyPr>
          <a:lstStyle/>
          <a:p>
            <a:r>
              <a:rPr lang="en-SG" sz="1200" b="0" i="0" noProof="0" dirty="0">
                <a:solidFill>
                  <a:srgbClr val="1F2328"/>
                </a:solidFill>
                <a:effectLst/>
                <a:latin typeface="Source Sans Pro" panose="020B0503030403020204" pitchFamily="34" charset="0"/>
                <a:ea typeface="Source Sans Pro" panose="020B0503030403020204" pitchFamily="34" charset="0"/>
              </a:rPr>
              <a:t>At every production deployment (during Stage 4 of the deployment pipeline), a </a:t>
            </a:r>
            <a:r>
              <a:rPr lang="en-SG" sz="1200" b="1" i="0" noProof="0" dirty="0">
                <a:solidFill>
                  <a:srgbClr val="1F2328"/>
                </a:solidFill>
                <a:effectLst/>
                <a:latin typeface="Source Sans Pro" panose="020B0503030403020204" pitchFamily="34" charset="0"/>
                <a:ea typeface="Source Sans Pro" panose="020B0503030403020204" pitchFamily="34" charset="0"/>
              </a:rPr>
              <a:t>baseline behavioural profile</a:t>
            </a:r>
            <a:r>
              <a:rPr lang="en-SG" sz="1200" b="0" i="0" noProof="0" dirty="0">
                <a:solidFill>
                  <a:srgbClr val="1F2328"/>
                </a:solidFill>
                <a:effectLst/>
                <a:latin typeface="Source Sans Pro" panose="020B0503030403020204" pitchFamily="34" charset="0"/>
                <a:ea typeface="Source Sans Pro" panose="020B0503030403020204" pitchFamily="34" charset="0"/>
              </a:rPr>
              <a:t> is generated using the first 200 processed emails in the canary phase:</a:t>
            </a:r>
            <a:endParaRPr lang="en-SG" sz="1200" noProof="0" dirty="0">
              <a:latin typeface="Source Sans Pro" panose="020B0503030403020204" pitchFamily="34" charset="0"/>
              <a:ea typeface="Source Sans Pro" panose="020B0503030403020204" pitchFamily="34" charset="0"/>
            </a:endParaRPr>
          </a:p>
        </p:txBody>
      </p:sp>
      <p:sp>
        <p:nvSpPr>
          <p:cNvPr id="23" name="TextBox 22">
            <a:extLst>
              <a:ext uri="{FF2B5EF4-FFF2-40B4-BE49-F238E27FC236}">
                <a16:creationId xmlns:a16="http://schemas.microsoft.com/office/drawing/2014/main" id="{AF1F31A6-AB93-E199-2814-E8AF715D48E9}"/>
              </a:ext>
            </a:extLst>
          </p:cNvPr>
          <p:cNvSpPr txBox="1"/>
          <p:nvPr/>
        </p:nvSpPr>
        <p:spPr>
          <a:xfrm>
            <a:off x="838189" y="2366828"/>
            <a:ext cx="10515596" cy="646331"/>
          </a:xfrm>
          <a:prstGeom prst="rect">
            <a:avLst/>
          </a:prstGeom>
          <a:noFill/>
        </p:spPr>
        <p:txBody>
          <a:bodyPr wrap="square">
            <a:spAutoFit/>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Compute the centroid of the 200 vectors (mean vector in embedding space)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Compute the P95 radius (the distance from the centroid within which 95% of vectors fall)</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Store the centroid vector and P95 radius in the Azure AI Search </a:t>
            </a:r>
            <a:r>
              <a:rPr lang="en-SG" sz="1200" noProof="0" dirty="0" err="1">
                <a:latin typeface="Source Sans Pro" panose="020B0503030403020204" pitchFamily="34" charset="0"/>
                <a:ea typeface="Source Sans Pro" panose="020B0503030403020204" pitchFamily="34" charset="0"/>
              </a:rPr>
              <a:t>behavioral</a:t>
            </a:r>
            <a:r>
              <a:rPr lang="en-SG" sz="1200" noProof="0" dirty="0">
                <a:latin typeface="Source Sans Pro" panose="020B0503030403020204" pitchFamily="34" charset="0"/>
                <a:ea typeface="Source Sans Pro" panose="020B0503030403020204" pitchFamily="34" charset="0"/>
              </a:rPr>
              <a:t> baseline index under a document keyed by {</a:t>
            </a:r>
            <a:r>
              <a:rPr lang="en-SG" sz="1200" noProof="0" dirty="0" err="1">
                <a:latin typeface="Source Sans Pro" panose="020B0503030403020204" pitchFamily="34" charset="0"/>
                <a:ea typeface="Source Sans Pro" panose="020B0503030403020204" pitchFamily="34" charset="0"/>
              </a:rPr>
              <a:t>agentName</a:t>
            </a:r>
            <a:r>
              <a:rPr lang="en-SG" sz="1200" noProof="0" dirty="0">
                <a:latin typeface="Source Sans Pro" panose="020B0503030403020204" pitchFamily="34" charset="0"/>
                <a:ea typeface="Source Sans Pro" panose="020B0503030403020204" pitchFamily="34" charset="0"/>
              </a:rPr>
              <a:t>}-{</a:t>
            </a:r>
            <a:r>
              <a:rPr lang="en-SG" sz="1200" noProof="0" dirty="0" err="1">
                <a:latin typeface="Source Sans Pro" panose="020B0503030403020204" pitchFamily="34" charset="0"/>
                <a:ea typeface="Source Sans Pro" panose="020B0503030403020204" pitchFamily="34" charset="0"/>
              </a:rPr>
              <a:t>semver</a:t>
            </a:r>
            <a:r>
              <a:rPr lang="en-SG" sz="1200" noProof="0" dirty="0">
                <a:latin typeface="Source Sans Pro" panose="020B0503030403020204" pitchFamily="34" charset="0"/>
                <a:ea typeface="Source Sans Pro" panose="020B0503030403020204" pitchFamily="34" charset="0"/>
              </a:rPr>
              <a:t>}:</a:t>
            </a:r>
          </a:p>
        </p:txBody>
      </p:sp>
      <p:sp>
        <p:nvSpPr>
          <p:cNvPr id="25" name="TextBox 24">
            <a:extLst>
              <a:ext uri="{FF2B5EF4-FFF2-40B4-BE49-F238E27FC236}">
                <a16:creationId xmlns:a16="http://schemas.microsoft.com/office/drawing/2014/main" id="{80F62D9C-F246-80A2-0928-DFDEBEBB3F60}"/>
              </a:ext>
            </a:extLst>
          </p:cNvPr>
          <p:cNvSpPr txBox="1"/>
          <p:nvPr/>
        </p:nvSpPr>
        <p:spPr>
          <a:xfrm>
            <a:off x="838189" y="3048386"/>
            <a:ext cx="6097604" cy="1754326"/>
          </a:xfrm>
          <a:prstGeom prst="rect">
            <a:avLst/>
          </a:prstGeom>
          <a:solidFill>
            <a:schemeClr val="bg2"/>
          </a:solidFill>
        </p:spPr>
        <p:txBody>
          <a:bodyPr wrap="square">
            <a:spAutoFit/>
          </a:bodyPr>
          <a:lstStyle/>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"id"</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A3069"/>
                </a:solidFill>
                <a:effectLst/>
                <a:latin typeface="Source Sans Pro" panose="020B0503030403020204" pitchFamily="34" charset="0"/>
                <a:ea typeface="Source Sans Pro" panose="020B0503030403020204" pitchFamily="34" charset="0"/>
              </a:rPr>
              <a:t>"refund-agent-1.3.0"</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err="1">
                <a:solidFill>
                  <a:srgbClr val="0550AE"/>
                </a:solidFill>
                <a:effectLst/>
                <a:latin typeface="Source Sans Pro" panose="020B0503030403020204" pitchFamily="34" charset="0"/>
                <a:ea typeface="Source Sans Pro" panose="020B0503030403020204" pitchFamily="34" charset="0"/>
              </a:rPr>
              <a:t>agentName</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A3069"/>
                </a:solidFill>
                <a:effectLst/>
                <a:latin typeface="Source Sans Pro" panose="020B0503030403020204" pitchFamily="34" charset="0"/>
                <a:ea typeface="Source Sans Pro" panose="020B0503030403020204" pitchFamily="34" charset="0"/>
              </a:rPr>
              <a:t>"refund-agent"</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err="1">
                <a:solidFill>
                  <a:srgbClr val="0550AE"/>
                </a:solidFill>
                <a:effectLst/>
                <a:latin typeface="Source Sans Pro" panose="020B0503030403020204" pitchFamily="34" charset="0"/>
                <a:ea typeface="Source Sans Pro" panose="020B0503030403020204" pitchFamily="34" charset="0"/>
              </a:rPr>
              <a:t>semver</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A3069"/>
                </a:solidFill>
                <a:effectLst/>
                <a:latin typeface="Source Sans Pro" panose="020B0503030403020204" pitchFamily="34" charset="0"/>
                <a:ea typeface="Source Sans Pro" panose="020B0503030403020204" pitchFamily="34" charset="0"/>
              </a:rPr>
              <a:t>"1.3.0"</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err="1">
                <a:solidFill>
                  <a:srgbClr val="0550AE"/>
                </a:solidFill>
                <a:effectLst/>
                <a:latin typeface="Source Sans Pro" panose="020B0503030403020204" pitchFamily="34" charset="0"/>
                <a:ea typeface="Source Sans Pro" panose="020B0503030403020204" pitchFamily="34" charset="0"/>
              </a:rPr>
              <a:t>baselineVector</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D1242F"/>
                </a:solidFill>
                <a:effectLst/>
                <a:latin typeface="Source Sans Pro" panose="020B0503030403020204" pitchFamily="34" charset="0"/>
                <a:ea typeface="Source Sans Pro" panose="020B0503030403020204" pitchFamily="34" charset="0"/>
              </a:rPr>
              <a:t>...</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"p95Radius"</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0.18</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err="1">
                <a:solidFill>
                  <a:srgbClr val="0550AE"/>
                </a:solidFill>
                <a:effectLst/>
                <a:latin typeface="Source Sans Pro" panose="020B0503030403020204" pitchFamily="34" charset="0"/>
                <a:ea typeface="Source Sans Pro" panose="020B0503030403020204" pitchFamily="34" charset="0"/>
              </a:rPr>
              <a:t>sampleCount</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200</a:t>
            </a:r>
            <a:r>
              <a:rPr lang="en-SG" sz="1200" b="0" i="0" noProof="0" dirty="0">
                <a:solidFill>
                  <a:srgbClr val="1F2328"/>
                </a:solidFill>
                <a:effectLst/>
                <a:latin typeface="Source Sans Pro" panose="020B0503030403020204" pitchFamily="34" charset="0"/>
                <a:ea typeface="Source Sans Pro" panose="020B0503030403020204" pitchFamily="34" charset="0"/>
              </a:rPr>
              <a:t>,</a:t>
            </a: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err="1">
                <a:solidFill>
                  <a:srgbClr val="0550AE"/>
                </a:solidFill>
                <a:effectLst/>
                <a:latin typeface="Source Sans Pro" panose="020B0503030403020204" pitchFamily="34" charset="0"/>
                <a:ea typeface="Source Sans Pro" panose="020B0503030403020204" pitchFamily="34" charset="0"/>
              </a:rPr>
              <a:t>computedAt</a:t>
            </a:r>
            <a:r>
              <a:rPr lang="en-SG" sz="1200" b="0" i="0" noProof="0" dirty="0">
                <a:solidFill>
                  <a:srgbClr val="0550AE"/>
                </a:solidFill>
                <a:effectLst/>
                <a:latin typeface="Source Sans Pro" panose="020B0503030403020204" pitchFamily="34" charset="0"/>
                <a:ea typeface="Source Sans Pro" panose="020B0503030403020204" pitchFamily="34" charset="0"/>
              </a:rPr>
              <a:t>"</a:t>
            </a:r>
            <a:r>
              <a:rPr lang="en-SG" sz="1200" b="0" i="0" noProof="0" dirty="0">
                <a:solidFill>
                  <a:srgbClr val="1F2328"/>
                </a:solidFill>
                <a:effectLst/>
                <a:latin typeface="Source Sans Pro" panose="020B0503030403020204" pitchFamily="34" charset="0"/>
                <a:ea typeface="Source Sans Pro" panose="020B0503030403020204" pitchFamily="34" charset="0"/>
              </a:rPr>
              <a:t>: </a:t>
            </a:r>
            <a:r>
              <a:rPr lang="en-SG" sz="1200" b="0" i="0" noProof="0" dirty="0">
                <a:solidFill>
                  <a:srgbClr val="0A3069"/>
                </a:solidFill>
                <a:effectLst/>
                <a:latin typeface="Source Sans Pro" panose="020B0503030403020204" pitchFamily="34" charset="0"/>
                <a:ea typeface="Source Sans Pro" panose="020B0503030403020204" pitchFamily="34" charset="0"/>
              </a:rPr>
              <a:t>"2026-05-05T12:00:00Z"</a:t>
            </a:r>
            <a:endParaRPr lang="en-SG" sz="1200" b="0" i="0" noProof="0" dirty="0">
              <a:solidFill>
                <a:srgbClr val="1F2328"/>
              </a:solidFill>
              <a:effectLst/>
              <a:latin typeface="Source Sans Pro" panose="020B0503030403020204" pitchFamily="34" charset="0"/>
              <a:ea typeface="Source Sans Pro" panose="020B0503030403020204" pitchFamily="34" charset="0"/>
            </a:endParaRPr>
          </a:p>
          <a:p>
            <a:pPr algn="l" latinLnBrk="0">
              <a:buNone/>
            </a:pPr>
            <a:r>
              <a:rPr lang="en-SG" sz="1200" b="0" i="0" noProof="0" dirty="0">
                <a:solidFill>
                  <a:srgbClr val="1F2328"/>
                </a:solidFill>
                <a:effectLst/>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901157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6642C-C9A3-17AE-A682-05C3C383B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E2DCE-1FE3-9504-60F4-222FB0F1E6BF}"/>
              </a:ext>
            </a:extLst>
          </p:cNvPr>
          <p:cNvSpPr>
            <a:spLocks noGrp="1"/>
          </p:cNvSpPr>
          <p:nvPr>
            <p:ph type="title"/>
          </p:nvPr>
        </p:nvSpPr>
        <p:spPr>
          <a:xfrm>
            <a:off x="838196" y="179068"/>
            <a:ext cx="10515600" cy="560260"/>
          </a:xfrm>
        </p:spPr>
        <p:txBody>
          <a:bodyPr>
            <a:normAutofit/>
          </a:bodyPr>
          <a:lstStyle/>
          <a:p>
            <a:r>
              <a:rPr lang="en-SG" sz="3200" noProof="0" dirty="0">
                <a:ea typeface="Source Sans Pro" panose="020B0503030403020204" pitchFamily="34" charset="0"/>
              </a:rPr>
              <a:t>Behavioural Anomaly Detection</a:t>
            </a:r>
          </a:p>
        </p:txBody>
      </p:sp>
      <p:sp>
        <p:nvSpPr>
          <p:cNvPr id="4" name="TextBox 3">
            <a:extLst>
              <a:ext uri="{FF2B5EF4-FFF2-40B4-BE49-F238E27FC236}">
                <a16:creationId xmlns:a16="http://schemas.microsoft.com/office/drawing/2014/main" id="{3E43920A-EA04-BF26-C45D-B1601AECC3F9}"/>
              </a:ext>
            </a:extLst>
          </p:cNvPr>
          <p:cNvSpPr txBox="1"/>
          <p:nvPr/>
        </p:nvSpPr>
        <p:spPr>
          <a:xfrm>
            <a:off x="9418320" y="109728"/>
            <a:ext cx="2651760" cy="276999"/>
          </a:xfrm>
          <a:prstGeom prst="rect">
            <a:avLst/>
          </a:prstGeom>
          <a:noFill/>
        </p:spPr>
        <p:txBody>
          <a:bodyPr wrap="square">
            <a:spAutoFit/>
          </a:bodyPr>
          <a:lstStyle/>
          <a:p>
            <a:pPr algn="r"/>
            <a:r>
              <a:rPr lang="en-SG" sz="1200" b="1" i="0" noProof="0" dirty="0">
                <a:solidFill>
                  <a:srgbClr val="FF0000"/>
                </a:solidFill>
                <a:latin typeface="Source Sans Pro" panose="020B0503030403020204" pitchFamily="34" charset="0"/>
                <a:ea typeface="Source Sans Pro" panose="020B0503030403020204" pitchFamily="34" charset="0"/>
              </a:rPr>
              <a:t>For Confirmation</a:t>
            </a:r>
          </a:p>
        </p:txBody>
      </p:sp>
      <p:sp>
        <p:nvSpPr>
          <p:cNvPr id="7" name="Slide Number Placeholder 1">
            <a:extLst>
              <a:ext uri="{FF2B5EF4-FFF2-40B4-BE49-F238E27FC236}">
                <a16:creationId xmlns:a16="http://schemas.microsoft.com/office/drawing/2014/main" id="{9E18AC18-8505-E8DA-4C19-2EC2A4A732E5}"/>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pPr/>
              <a:t>28</a:t>
            </a:fld>
            <a:endParaRPr lang="en-SG" noProof="0" dirty="0">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E7780706-8774-6625-4C7A-2E41AFA1CB77}"/>
              </a:ext>
            </a:extLst>
          </p:cNvPr>
          <p:cNvSpPr txBox="1"/>
          <p:nvPr/>
        </p:nvSpPr>
        <p:spPr>
          <a:xfrm>
            <a:off x="838195" y="739328"/>
            <a:ext cx="10336735" cy="307777"/>
          </a:xfrm>
          <a:prstGeom prst="rect">
            <a:avLst/>
          </a:prstGeom>
          <a:noFill/>
        </p:spPr>
        <p:txBody>
          <a:bodyPr wrap="square">
            <a:spAutoFit/>
          </a:bodyPr>
          <a:lstStyle/>
          <a:p>
            <a:pPr algn="l">
              <a:spcBef>
                <a:spcPts val="1800"/>
              </a:spcBef>
              <a:spcAft>
                <a:spcPts val="1200"/>
              </a:spcAft>
              <a:buNone/>
            </a:pPr>
            <a:r>
              <a:rPr lang="en-SG" sz="1400" b="1" i="0" dirty="0">
                <a:solidFill>
                  <a:srgbClr val="1F2328"/>
                </a:solidFill>
                <a:effectLst/>
                <a:latin typeface="Source Sans Pro" panose="020B0503030403020204" pitchFamily="34" charset="0"/>
                <a:ea typeface="Source Sans Pro" panose="020B0503030403020204" pitchFamily="34" charset="0"/>
              </a:rPr>
              <a:t>Runtime Anomaly Detection</a:t>
            </a:r>
          </a:p>
        </p:txBody>
      </p:sp>
      <p:sp>
        <p:nvSpPr>
          <p:cNvPr id="8" name="TextBox 7">
            <a:extLst>
              <a:ext uri="{FF2B5EF4-FFF2-40B4-BE49-F238E27FC236}">
                <a16:creationId xmlns:a16="http://schemas.microsoft.com/office/drawing/2014/main" id="{CB09ED1F-C8CA-772B-3B24-FE087FAA33D9}"/>
              </a:ext>
            </a:extLst>
          </p:cNvPr>
          <p:cNvSpPr txBox="1"/>
          <p:nvPr/>
        </p:nvSpPr>
        <p:spPr>
          <a:xfrm>
            <a:off x="838194" y="1079053"/>
            <a:ext cx="10336735" cy="276999"/>
          </a:xfrm>
          <a:prstGeom prst="rect">
            <a:avLst/>
          </a:prstGeom>
          <a:noFill/>
        </p:spPr>
        <p:txBody>
          <a:bodyPr wrap="square">
            <a:spAutoFit/>
          </a:bodyPr>
          <a:lstStyle/>
          <a:p>
            <a:r>
              <a:rPr lang="en-US" sz="1200" b="0" i="0" dirty="0">
                <a:solidFill>
                  <a:srgbClr val="1F2328"/>
                </a:solidFill>
                <a:effectLst/>
                <a:latin typeface="Source Sans Pro" panose="020B0503030403020204" pitchFamily="34" charset="0"/>
                <a:ea typeface="Source Sans Pro" panose="020B0503030403020204" pitchFamily="34" charset="0"/>
              </a:rPr>
              <a:t>An </a:t>
            </a:r>
            <a:r>
              <a:rPr lang="en-US" sz="1200" b="1" i="0" dirty="0">
                <a:solidFill>
                  <a:srgbClr val="1F2328"/>
                </a:solidFill>
                <a:effectLst/>
                <a:latin typeface="Source Sans Pro" panose="020B0503030403020204" pitchFamily="34" charset="0"/>
                <a:ea typeface="Source Sans Pro" panose="020B0503030403020204" pitchFamily="34" charset="0"/>
              </a:rPr>
              <a:t>Azure Container Apps Job</a:t>
            </a:r>
            <a:r>
              <a:rPr lang="en-US" sz="1200" b="0" i="0" dirty="0">
                <a:solidFill>
                  <a:srgbClr val="1F2328"/>
                </a:solidFill>
                <a:effectLst/>
                <a:latin typeface="Source Sans Pro" panose="020B0503030403020204" pitchFamily="34" charset="0"/>
                <a:ea typeface="Source Sans Pro" panose="020B0503030403020204" pitchFamily="34" charset="0"/>
              </a:rPr>
              <a:t> (</a:t>
            </a:r>
            <a:r>
              <a:rPr lang="en-US" sz="1200" b="0" i="0" dirty="0" err="1">
                <a:solidFill>
                  <a:srgbClr val="1F2328"/>
                </a:solidFill>
                <a:effectLst/>
                <a:latin typeface="Source Sans Pro" panose="020B0503030403020204" pitchFamily="34" charset="0"/>
                <a:ea typeface="Source Sans Pro" panose="020B0503030403020204" pitchFamily="34" charset="0"/>
              </a:rPr>
              <a:t>ao</a:t>
            </a:r>
            <a:r>
              <a:rPr lang="en-US" sz="1200" b="0" i="0" dirty="0">
                <a:solidFill>
                  <a:srgbClr val="1F2328"/>
                </a:solidFill>
                <a:effectLst/>
                <a:latin typeface="Source Sans Pro" panose="020B0503030403020204" pitchFamily="34" charset="0"/>
                <a:ea typeface="Source Sans Pro" panose="020B0503030403020204" pitchFamily="34" charset="0"/>
              </a:rPr>
              <a:t>-anomaly-detector) runs every 30 minutes:</a:t>
            </a:r>
            <a:endParaRPr lang="en-SG" sz="1200" dirty="0">
              <a:latin typeface="Source Sans Pro" panose="020B0503030403020204" pitchFamily="34" charset="0"/>
              <a:ea typeface="Source Sans Pro" panose="020B0503030403020204" pitchFamily="34" charset="0"/>
            </a:endParaRPr>
          </a:p>
        </p:txBody>
      </p:sp>
      <p:sp>
        <p:nvSpPr>
          <p:cNvPr id="13" name="TextBox 12">
            <a:extLst>
              <a:ext uri="{FF2B5EF4-FFF2-40B4-BE49-F238E27FC236}">
                <a16:creationId xmlns:a16="http://schemas.microsoft.com/office/drawing/2014/main" id="{285410F2-EB5B-BDBF-84B7-ED6F8EA41C4E}"/>
              </a:ext>
            </a:extLst>
          </p:cNvPr>
          <p:cNvSpPr txBox="1"/>
          <p:nvPr/>
        </p:nvSpPr>
        <p:spPr>
          <a:xfrm>
            <a:off x="838194" y="1368928"/>
            <a:ext cx="10336735" cy="1384995"/>
          </a:xfrm>
          <a:prstGeom prst="rect">
            <a:avLst/>
          </a:prstGeom>
          <a:noFill/>
        </p:spPr>
        <p:txBody>
          <a:bodyPr wrap="square">
            <a:spAutoFit/>
          </a:bodyPr>
          <a:lstStyle/>
          <a:p>
            <a:pPr marL="228600" indent="-228600">
              <a:buFont typeface="+mj-lt"/>
              <a:buAutoNum type="arabicPeriod"/>
            </a:pPr>
            <a:r>
              <a:rPr lang="en-SG" sz="1200" dirty="0">
                <a:latin typeface="Source Sans Pro" panose="020B0503030403020204" pitchFamily="34" charset="0"/>
                <a:ea typeface="Source Sans Pro" panose="020B0503030403020204" pitchFamily="34" charset="0"/>
              </a:rPr>
              <a:t>Retrieves the last 30 minutes of completed email traces from </a:t>
            </a:r>
            <a:r>
              <a:rPr lang="en-SG" sz="1200" dirty="0" err="1">
                <a:latin typeface="Source Sans Pro" panose="020B0503030403020204" pitchFamily="34" charset="0"/>
                <a:ea typeface="Source Sans Pro" panose="020B0503030403020204" pitchFamily="34" charset="0"/>
              </a:rPr>
              <a:t>Langfuse</a:t>
            </a:r>
            <a:r>
              <a:rPr lang="en-SG" sz="1200" dirty="0">
                <a:latin typeface="Source Sans Pro" panose="020B0503030403020204" pitchFamily="34" charset="0"/>
                <a:ea typeface="Source Sans Pro" panose="020B0503030403020204" pitchFamily="34" charset="0"/>
              </a:rPr>
              <a:t> for each active agent</a:t>
            </a:r>
          </a:p>
          <a:p>
            <a:pPr marL="228600" indent="-228600">
              <a:buFont typeface="+mj-lt"/>
              <a:buAutoNum type="arabicPeriod"/>
            </a:pPr>
            <a:r>
              <a:rPr lang="en-SG" sz="1200" dirty="0">
                <a:latin typeface="Source Sans Pro" panose="020B0503030403020204" pitchFamily="34" charset="0"/>
                <a:ea typeface="Source Sans Pro" panose="020B0503030403020204" pitchFamily="34" charset="0"/>
              </a:rPr>
              <a:t>Computes </a:t>
            </a:r>
            <a:r>
              <a:rPr lang="en-SG" sz="1200" dirty="0" err="1">
                <a:latin typeface="Source Sans Pro" panose="020B0503030403020204" pitchFamily="34" charset="0"/>
                <a:ea typeface="Source Sans Pro" panose="020B0503030403020204" pitchFamily="34" charset="0"/>
              </a:rPr>
              <a:t>behavioral</a:t>
            </a:r>
            <a:r>
              <a:rPr lang="en-SG" sz="1200" dirty="0">
                <a:latin typeface="Source Sans Pro" panose="020B0503030403020204" pitchFamily="34" charset="0"/>
                <a:ea typeface="Source Sans Pro" panose="020B0503030403020204" pitchFamily="34" charset="0"/>
              </a:rPr>
              <a:t> feature vectors for each trace</a:t>
            </a:r>
          </a:p>
          <a:p>
            <a:pPr marL="228600" indent="-228600">
              <a:buFont typeface="+mj-lt"/>
              <a:buAutoNum type="arabicPeriod"/>
            </a:pPr>
            <a:r>
              <a:rPr lang="en-SG" sz="1200" dirty="0">
                <a:latin typeface="Source Sans Pro" panose="020B0503030403020204" pitchFamily="34" charset="0"/>
                <a:ea typeface="Source Sans Pro" panose="020B0503030403020204" pitchFamily="34" charset="0"/>
              </a:rPr>
              <a:t>Queries the Azure AI Search </a:t>
            </a:r>
            <a:r>
              <a:rPr lang="en-SG" sz="1200" dirty="0" err="1">
                <a:latin typeface="Source Sans Pro" panose="020B0503030403020204" pitchFamily="34" charset="0"/>
                <a:ea typeface="Source Sans Pro" panose="020B0503030403020204" pitchFamily="34" charset="0"/>
              </a:rPr>
              <a:t>behavioral</a:t>
            </a:r>
            <a:r>
              <a:rPr lang="en-SG" sz="1200" dirty="0">
                <a:latin typeface="Source Sans Pro" panose="020B0503030403020204" pitchFamily="34" charset="0"/>
                <a:ea typeface="Source Sans Pro" panose="020B0503030403020204" pitchFamily="34" charset="0"/>
              </a:rPr>
              <a:t> baseline index for the agent's current-version baseline</a:t>
            </a:r>
          </a:p>
          <a:p>
            <a:pPr marL="228600" indent="-228600">
              <a:buFont typeface="+mj-lt"/>
              <a:buAutoNum type="arabicPeriod"/>
            </a:pPr>
            <a:r>
              <a:rPr lang="en-SG" sz="1200" dirty="0">
                <a:latin typeface="Source Sans Pro" panose="020B0503030403020204" pitchFamily="34" charset="0"/>
                <a:ea typeface="Source Sans Pro" panose="020B0503030403020204" pitchFamily="34" charset="0"/>
              </a:rPr>
              <a:t>Computes the cosine distance between each trace vector and the baseline centroid</a:t>
            </a:r>
          </a:p>
          <a:p>
            <a:pPr marL="228600" indent="-228600">
              <a:buFont typeface="+mj-lt"/>
              <a:buAutoNum type="arabicPeriod"/>
            </a:pPr>
            <a:r>
              <a:rPr lang="en-SG" sz="1200" dirty="0">
                <a:latin typeface="Source Sans Pro" panose="020B0503030403020204" pitchFamily="34" charset="0"/>
                <a:ea typeface="Source Sans Pro" panose="020B0503030403020204" pitchFamily="34" charset="0"/>
              </a:rPr>
              <a:t>Flags a trace as anomalous if its distance exceeds the baseline P95 radius</a:t>
            </a:r>
          </a:p>
          <a:p>
            <a:pPr marL="228600" indent="-228600">
              <a:buFont typeface="+mj-lt"/>
              <a:buAutoNum type="arabicPeriod"/>
            </a:pPr>
            <a:r>
              <a:rPr lang="en-SG" sz="1200" dirty="0">
                <a:latin typeface="Source Sans Pro" panose="020B0503030403020204" pitchFamily="34" charset="0"/>
                <a:ea typeface="Source Sans Pro" panose="020B0503030403020204" pitchFamily="34" charset="0"/>
              </a:rPr>
              <a:t>If the anomaly rate (% of traces flagged) in the last 30-minute window exceeds 20% for the same agent, publishes an anomaly event to Azure Monitor and to a Service Bus topic (ops-anomaly-events)</a:t>
            </a:r>
          </a:p>
        </p:txBody>
      </p:sp>
      <p:sp>
        <p:nvSpPr>
          <p:cNvPr id="15" name="TextBox 14">
            <a:extLst>
              <a:ext uri="{FF2B5EF4-FFF2-40B4-BE49-F238E27FC236}">
                <a16:creationId xmlns:a16="http://schemas.microsoft.com/office/drawing/2014/main" id="{877495B4-AA2B-2C49-FACC-A24585C324C4}"/>
              </a:ext>
            </a:extLst>
          </p:cNvPr>
          <p:cNvSpPr txBox="1"/>
          <p:nvPr/>
        </p:nvSpPr>
        <p:spPr>
          <a:xfrm>
            <a:off x="838193" y="2825924"/>
            <a:ext cx="6097604" cy="307777"/>
          </a:xfrm>
          <a:prstGeom prst="rect">
            <a:avLst/>
          </a:prstGeom>
          <a:noFill/>
        </p:spPr>
        <p:txBody>
          <a:bodyPr wrap="square">
            <a:spAutoFit/>
          </a:bodyPr>
          <a:lstStyle/>
          <a:p>
            <a:r>
              <a:rPr lang="en-SG" sz="1400" b="1" i="0" dirty="0">
                <a:solidFill>
                  <a:srgbClr val="1F2328"/>
                </a:solidFill>
                <a:effectLst/>
                <a:latin typeface="Source Sans Pro" panose="020B0503030403020204" pitchFamily="34" charset="0"/>
                <a:ea typeface="Source Sans Pro" panose="020B0503030403020204" pitchFamily="34" charset="0"/>
              </a:rPr>
              <a:t>The anomaly event triggers:</a:t>
            </a:r>
            <a:endParaRPr lang="en-SG" sz="1400" b="1" dirty="0">
              <a:latin typeface="Source Sans Pro" panose="020B0503030403020204" pitchFamily="34" charset="0"/>
              <a:ea typeface="Source Sans Pro" panose="020B0503030403020204" pitchFamily="34" charset="0"/>
            </a:endParaRPr>
          </a:p>
        </p:txBody>
      </p:sp>
      <p:sp>
        <p:nvSpPr>
          <p:cNvPr id="21" name="TextBox 20">
            <a:extLst>
              <a:ext uri="{FF2B5EF4-FFF2-40B4-BE49-F238E27FC236}">
                <a16:creationId xmlns:a16="http://schemas.microsoft.com/office/drawing/2014/main" id="{B7BEF578-C256-8E93-19AB-4587FE2BCB9B}"/>
              </a:ext>
            </a:extLst>
          </p:cNvPr>
          <p:cNvSpPr txBox="1"/>
          <p:nvPr/>
        </p:nvSpPr>
        <p:spPr>
          <a:xfrm>
            <a:off x="838194" y="3134581"/>
            <a:ext cx="10336734" cy="461665"/>
          </a:xfrm>
          <a:prstGeom prst="rect">
            <a:avLst/>
          </a:prstGeom>
          <a:noFill/>
        </p:spPr>
        <p:txBody>
          <a:bodyPr wrap="square">
            <a:spAutoFit/>
          </a:bodyPr>
          <a:lstStyle/>
          <a:p>
            <a:pPr marL="171450" indent="-171450">
              <a:buFont typeface="Arial" panose="020B0604020202020204" pitchFamily="34" charset="0"/>
              <a:buChar char="•"/>
            </a:pPr>
            <a:r>
              <a:rPr lang="en-SG" sz="1200" dirty="0">
                <a:latin typeface="Source Sans Pro" panose="020B0503030403020204" pitchFamily="34" charset="0"/>
                <a:ea typeface="Source Sans Pro" panose="020B0503030403020204" pitchFamily="34" charset="0"/>
              </a:rPr>
              <a:t>A P2 alert to the SOC? AO/SWEE 2.0? team (investigate whether the agent is in an unexpected state)</a:t>
            </a:r>
          </a:p>
          <a:p>
            <a:pPr marL="171450" indent="-171450">
              <a:buFont typeface="Arial" panose="020B0604020202020204" pitchFamily="34" charset="0"/>
              <a:buChar char="•"/>
            </a:pPr>
            <a:r>
              <a:rPr lang="en-SG" sz="1200" dirty="0">
                <a:latin typeface="Source Sans Pro" panose="020B0503030403020204" pitchFamily="34" charset="0"/>
                <a:ea typeface="Source Sans Pro" panose="020B0503030403020204" pitchFamily="34" charset="0"/>
              </a:rPr>
              <a:t>If anomaly rate exceeds 50%: automatic escalation to the Emergency Stop workflow.</a:t>
            </a:r>
          </a:p>
        </p:txBody>
      </p:sp>
      <p:sp>
        <p:nvSpPr>
          <p:cNvPr id="22" name="TextBox 21">
            <a:extLst>
              <a:ext uri="{FF2B5EF4-FFF2-40B4-BE49-F238E27FC236}">
                <a16:creationId xmlns:a16="http://schemas.microsoft.com/office/drawing/2014/main" id="{9F3D2AF6-528B-E4F4-CB8A-3E8E1B6C2EAC}"/>
              </a:ext>
            </a:extLst>
          </p:cNvPr>
          <p:cNvSpPr txBox="1"/>
          <p:nvPr/>
        </p:nvSpPr>
        <p:spPr>
          <a:xfrm>
            <a:off x="838193" y="4048026"/>
            <a:ext cx="11135633" cy="2308324"/>
          </a:xfrm>
          <a:prstGeom prst="rect">
            <a:avLst/>
          </a:prstGeom>
          <a:noFill/>
        </p:spPr>
        <p:txBody>
          <a:bodyPr wrap="square">
            <a:spAutoFit/>
          </a:bodyPr>
          <a:lstStyle/>
          <a:p>
            <a:r>
              <a:rPr lang="en-SG" sz="1200" b="1" noProof="0" dirty="0">
                <a:latin typeface="Source Sans Pro" panose="020B0503030403020204" pitchFamily="34" charset="0"/>
                <a:ea typeface="Source Sans Pro" panose="020B0503030403020204" pitchFamily="34" charset="0"/>
              </a:rPr>
              <a:t>Pros:</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Embedding similarity is a semantically meaningful distance — it catches changes in agent "intent" (which tools it chooses and in what order), not just volumetric changes</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Self-calibrating: baseline is auto-generated at deployment; no manual threshold tuning required beyond the P95 radius</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Azure AI Search's vector search capability makes the baseline comparison computationally trivial (single vector lookup per trace batch)</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Integrated with Emergency Stop workflow for automatic escalation on severe behavioral drift</a:t>
            </a:r>
          </a:p>
          <a:p>
            <a:pPr marL="171450" indent="-171450">
              <a:buFont typeface="Arial" panose="020B0604020202020204" pitchFamily="34" charset="0"/>
              <a:buChar char="•"/>
            </a:pPr>
            <a:endParaRPr lang="en-SG" sz="1200" noProof="0" dirty="0">
              <a:latin typeface="Source Sans Pro" panose="020B0503030403020204" pitchFamily="34" charset="0"/>
              <a:ea typeface="Source Sans Pro" panose="020B0503030403020204" pitchFamily="34" charset="0"/>
            </a:endParaRPr>
          </a:p>
          <a:p>
            <a:r>
              <a:rPr lang="en-SG" sz="1200" b="1" noProof="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Baseline generated from 200 canary traces may not cover the full distribution of email types, especially for agents handling diverse SOP subcategories; baseline quality improves over time as more emails are processed</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text-embedding-3-small adds a per-trace encoding cost (minimal — approximately 20 tokens per tool-call sequence)</a:t>
            </a:r>
          </a:p>
          <a:p>
            <a:pPr marL="171450" indent="-171450">
              <a:buFont typeface="Arial" panose="020B0604020202020204" pitchFamily="34" charset="0"/>
              <a:buChar char="•"/>
            </a:pPr>
            <a:r>
              <a:rPr lang="en-US" sz="1200" noProof="0" dirty="0">
                <a:latin typeface="Source Sans Pro" panose="020B0503030403020204" pitchFamily="34" charset="0"/>
                <a:ea typeface="Source Sans Pro" panose="020B0503030403020204" pitchFamily="34" charset="0"/>
              </a:rPr>
              <a:t>30-minute detection cadence means behavioral drift can persist for up to 30 minutes before detection; for a &lt;1,000 emails/day platform, this translates to approximately 20 affected emails maximum before detection</a:t>
            </a:r>
            <a:endParaRPr lang="en-SG" sz="1200" noProof="0" dirty="0">
              <a:latin typeface="Source Sans Pro" panose="020B0503030403020204" pitchFamily="34" charset="0"/>
              <a:ea typeface="Source Sans Pro" panose="020B0503030403020204" pitchFamily="34" charset="0"/>
            </a:endParaRPr>
          </a:p>
        </p:txBody>
      </p:sp>
      <p:sp>
        <p:nvSpPr>
          <p:cNvPr id="24" name="TextBox 23">
            <a:extLst>
              <a:ext uri="{FF2B5EF4-FFF2-40B4-BE49-F238E27FC236}">
                <a16:creationId xmlns:a16="http://schemas.microsoft.com/office/drawing/2014/main" id="{AB2B83CB-60D0-142D-27DC-06F7E90EE39E}"/>
              </a:ext>
            </a:extLst>
          </p:cNvPr>
          <p:cNvSpPr txBox="1"/>
          <p:nvPr/>
        </p:nvSpPr>
        <p:spPr>
          <a:xfrm>
            <a:off x="838193" y="3672456"/>
            <a:ext cx="609760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latin typeface="Source Sans Pro" panose="020B0503030403020204" pitchFamily="34" charset="0"/>
                <a:ea typeface="Source Sans Pro" panose="020B0503030403020204" pitchFamily="34" charset="0"/>
              </a:rPr>
              <a:t>Option 1 Summary</a:t>
            </a:r>
          </a:p>
        </p:txBody>
      </p:sp>
    </p:spTree>
    <p:extLst>
      <p:ext uri="{BB962C8B-B14F-4D97-AF65-F5344CB8AC3E}">
        <p14:creationId xmlns:p14="http://schemas.microsoft.com/office/powerpoint/2010/main" val="2373207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2598-21FB-7B7F-DD74-D65BA3F9E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51AC3-6FFE-34BF-BFE6-DE3E49183262}"/>
              </a:ext>
            </a:extLst>
          </p:cNvPr>
          <p:cNvSpPr>
            <a:spLocks noGrp="1"/>
          </p:cNvSpPr>
          <p:nvPr>
            <p:ph type="title"/>
          </p:nvPr>
        </p:nvSpPr>
        <p:spPr>
          <a:xfrm>
            <a:off x="838196" y="179068"/>
            <a:ext cx="10515600" cy="560260"/>
          </a:xfrm>
        </p:spPr>
        <p:txBody>
          <a:bodyPr>
            <a:normAutofit/>
          </a:bodyPr>
          <a:lstStyle/>
          <a:p>
            <a:r>
              <a:rPr lang="en-SG" sz="3200" noProof="0" dirty="0">
                <a:ea typeface="Source Sans Pro" panose="020B0503030403020204" pitchFamily="34" charset="0"/>
              </a:rPr>
              <a:t>Behavioural Anomaly Detection</a:t>
            </a:r>
          </a:p>
        </p:txBody>
      </p:sp>
      <p:sp>
        <p:nvSpPr>
          <p:cNvPr id="4" name="TextBox 3">
            <a:extLst>
              <a:ext uri="{FF2B5EF4-FFF2-40B4-BE49-F238E27FC236}">
                <a16:creationId xmlns:a16="http://schemas.microsoft.com/office/drawing/2014/main" id="{0C21960E-5A4F-F4E1-746E-9F1B15CA2567}"/>
              </a:ext>
            </a:extLst>
          </p:cNvPr>
          <p:cNvSpPr txBox="1"/>
          <p:nvPr/>
        </p:nvSpPr>
        <p:spPr>
          <a:xfrm>
            <a:off x="9418320" y="109728"/>
            <a:ext cx="2651760" cy="276999"/>
          </a:xfrm>
          <a:prstGeom prst="rect">
            <a:avLst/>
          </a:prstGeom>
          <a:noFill/>
        </p:spPr>
        <p:txBody>
          <a:bodyPr wrap="square">
            <a:spAutoFit/>
          </a:bodyPr>
          <a:lstStyle/>
          <a:p>
            <a:pPr algn="r"/>
            <a:r>
              <a:rPr lang="en-SG" sz="1200" b="1" i="0" noProof="0" dirty="0">
                <a:solidFill>
                  <a:srgbClr val="FF0000"/>
                </a:solidFill>
                <a:latin typeface="Source Sans Pro" panose="020B0503030403020204" pitchFamily="34" charset="0"/>
                <a:ea typeface="Source Sans Pro" panose="020B0503030403020204" pitchFamily="34" charset="0"/>
              </a:rPr>
              <a:t>For Confirmation</a:t>
            </a:r>
          </a:p>
        </p:txBody>
      </p:sp>
      <p:sp>
        <p:nvSpPr>
          <p:cNvPr id="7" name="Slide Number Placeholder 1">
            <a:extLst>
              <a:ext uri="{FF2B5EF4-FFF2-40B4-BE49-F238E27FC236}">
                <a16:creationId xmlns:a16="http://schemas.microsoft.com/office/drawing/2014/main" id="{37B7DB47-2E71-4E52-3A0C-E1151641F54B}"/>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pPr/>
              <a:t>29</a:t>
            </a:fld>
            <a:endParaRPr lang="en-SG" noProof="0" dirty="0">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F32F2A63-3701-8634-41B2-90C2E1B0A687}"/>
              </a:ext>
            </a:extLst>
          </p:cNvPr>
          <p:cNvSpPr txBox="1"/>
          <p:nvPr/>
        </p:nvSpPr>
        <p:spPr>
          <a:xfrm>
            <a:off x="838196" y="808668"/>
            <a:ext cx="10515600" cy="338554"/>
          </a:xfrm>
          <a:prstGeom prst="rect">
            <a:avLst/>
          </a:prstGeom>
          <a:noFill/>
        </p:spPr>
        <p:txBody>
          <a:bodyPr wrap="square">
            <a:spAutoFit/>
          </a:bodyPr>
          <a:lstStyle/>
          <a:p>
            <a:pPr algn="l">
              <a:spcBef>
                <a:spcPts val="1800"/>
              </a:spcBef>
              <a:spcAft>
                <a:spcPts val="1200"/>
              </a:spcAft>
              <a:buNone/>
            </a:pPr>
            <a:r>
              <a:rPr lang="en-US" sz="1600" b="1" i="0" dirty="0">
                <a:solidFill>
                  <a:srgbClr val="005AAB"/>
                </a:solidFill>
                <a:effectLst/>
                <a:latin typeface="Source Sans Pro" panose="020B0503030403020204" pitchFamily="34" charset="0"/>
                <a:ea typeface="Source Sans Pro" panose="020B0503030403020204" pitchFamily="34" charset="0"/>
              </a:rPr>
              <a:t>Option 2: Statistical Threshold Monitoring on </a:t>
            </a:r>
            <a:r>
              <a:rPr lang="en-US" sz="1600" b="1" i="0" dirty="0" err="1">
                <a:solidFill>
                  <a:srgbClr val="005AAB"/>
                </a:solidFill>
                <a:effectLst/>
                <a:latin typeface="Source Sans Pro" panose="020B0503030403020204" pitchFamily="34" charset="0"/>
                <a:ea typeface="Source Sans Pro" panose="020B0503030403020204" pitchFamily="34" charset="0"/>
              </a:rPr>
              <a:t>OTel</a:t>
            </a:r>
            <a:r>
              <a:rPr lang="en-US" sz="1600" b="1" i="0" dirty="0">
                <a:solidFill>
                  <a:srgbClr val="005AAB"/>
                </a:solidFill>
                <a:effectLst/>
                <a:latin typeface="Source Sans Pro" panose="020B0503030403020204" pitchFamily="34" charset="0"/>
                <a:ea typeface="Source Sans Pro" panose="020B0503030403020204" pitchFamily="34" charset="0"/>
              </a:rPr>
              <a:t> Metrics</a:t>
            </a:r>
          </a:p>
        </p:txBody>
      </p:sp>
      <p:sp>
        <p:nvSpPr>
          <p:cNvPr id="10" name="TextBox 9">
            <a:extLst>
              <a:ext uri="{FF2B5EF4-FFF2-40B4-BE49-F238E27FC236}">
                <a16:creationId xmlns:a16="http://schemas.microsoft.com/office/drawing/2014/main" id="{4351B11A-09BD-AA55-6C56-C5F6D56F4D79}"/>
              </a:ext>
            </a:extLst>
          </p:cNvPr>
          <p:cNvSpPr txBox="1"/>
          <p:nvPr/>
        </p:nvSpPr>
        <p:spPr>
          <a:xfrm>
            <a:off x="838196" y="1247340"/>
            <a:ext cx="10515600" cy="461665"/>
          </a:xfrm>
          <a:prstGeom prst="rect">
            <a:avLst/>
          </a:prstGeom>
          <a:noFill/>
        </p:spPr>
        <p:txBody>
          <a:bodyPr wrap="square">
            <a:spAutoFit/>
          </a:bodyPr>
          <a:lstStyle/>
          <a:p>
            <a:r>
              <a:rPr lang="en-SG" sz="1200" b="1" i="0" dirty="0">
                <a:solidFill>
                  <a:srgbClr val="1F2328"/>
                </a:solidFill>
                <a:effectLst/>
                <a:latin typeface="Source Sans Pro" panose="020B0503030403020204" pitchFamily="34" charset="0"/>
                <a:ea typeface="Source Sans Pro" panose="020B0503030403020204" pitchFamily="34" charset="0"/>
              </a:rPr>
              <a:t>Implementation</a:t>
            </a:r>
            <a:r>
              <a:rPr lang="en-SG" sz="1200" b="0" i="0" dirty="0">
                <a:solidFill>
                  <a:srgbClr val="1F2328"/>
                </a:solidFill>
                <a:effectLst/>
                <a:latin typeface="Source Sans Pro" panose="020B0503030403020204" pitchFamily="34" charset="0"/>
                <a:ea typeface="Source Sans Pro" panose="020B0503030403020204" pitchFamily="34" charset="0"/>
              </a:rPr>
              <a:t>: Set fixed Azure Monitor alert thresholds on </a:t>
            </a:r>
            <a:r>
              <a:rPr lang="en-SG" sz="1200" b="0" i="0" dirty="0" err="1">
                <a:solidFill>
                  <a:srgbClr val="1F2328"/>
                </a:solidFill>
                <a:effectLst/>
                <a:latin typeface="Source Sans Pro" panose="020B0503030403020204" pitchFamily="34" charset="0"/>
                <a:ea typeface="Source Sans Pro" panose="020B0503030403020204" pitchFamily="34" charset="0"/>
              </a:rPr>
              <a:t>ao.email.tool_calls.count</a:t>
            </a:r>
            <a:r>
              <a:rPr lang="en-SG" sz="1200" b="0" i="0" dirty="0">
                <a:solidFill>
                  <a:srgbClr val="1F2328"/>
                </a:solidFill>
                <a:effectLst/>
                <a:latin typeface="Source Sans Pro" panose="020B0503030403020204" pitchFamily="34" charset="0"/>
                <a:ea typeface="Source Sans Pro" panose="020B0503030403020204" pitchFamily="34" charset="0"/>
              </a:rPr>
              <a:t> (e.g., alert if rolling average &gt; 5 calls/email for an agent that typically makes 3) and </a:t>
            </a:r>
            <a:r>
              <a:rPr lang="en-SG" sz="1200" b="0" i="0" dirty="0" err="1">
                <a:solidFill>
                  <a:srgbClr val="1F2328"/>
                </a:solidFill>
                <a:effectLst/>
                <a:latin typeface="Source Sans Pro" panose="020B0503030403020204" pitchFamily="34" charset="0"/>
                <a:ea typeface="Source Sans Pro" panose="020B0503030403020204" pitchFamily="34" charset="0"/>
              </a:rPr>
              <a:t>ao.email.tokens.completion</a:t>
            </a:r>
            <a:r>
              <a:rPr lang="en-SG" sz="1200" b="0" i="0" dirty="0">
                <a:solidFill>
                  <a:srgbClr val="1F2328"/>
                </a:solidFill>
                <a:effectLst/>
                <a:latin typeface="Source Sans Pro" panose="020B0503030403020204" pitchFamily="34" charset="0"/>
                <a:ea typeface="Source Sans Pro" panose="020B0503030403020204" pitchFamily="34" charset="0"/>
              </a:rPr>
              <a:t> deviation.</a:t>
            </a:r>
            <a:endParaRPr lang="en-SG" sz="1200" dirty="0">
              <a:latin typeface="Source Sans Pro" panose="020B0503030403020204" pitchFamily="34" charset="0"/>
              <a:ea typeface="Source Sans Pro" panose="020B0503030403020204" pitchFamily="34" charset="0"/>
            </a:endParaRPr>
          </a:p>
        </p:txBody>
      </p:sp>
      <p:sp>
        <p:nvSpPr>
          <p:cNvPr id="12" name="TextBox 11">
            <a:extLst>
              <a:ext uri="{FF2B5EF4-FFF2-40B4-BE49-F238E27FC236}">
                <a16:creationId xmlns:a16="http://schemas.microsoft.com/office/drawing/2014/main" id="{702A9A6A-0A83-4B0A-1355-AAEDBD155372}"/>
              </a:ext>
            </a:extLst>
          </p:cNvPr>
          <p:cNvSpPr txBox="1"/>
          <p:nvPr/>
        </p:nvSpPr>
        <p:spPr>
          <a:xfrm>
            <a:off x="838196" y="1771722"/>
            <a:ext cx="10515600" cy="276999"/>
          </a:xfrm>
          <a:prstGeom prst="rect">
            <a:avLst/>
          </a:prstGeom>
          <a:noFill/>
        </p:spPr>
        <p:txBody>
          <a:bodyPr wrap="square">
            <a:spAutoFit/>
          </a:bodyPr>
          <a:lstStyle/>
          <a:p>
            <a:r>
              <a:rPr lang="en-US" sz="1200" b="1" i="0" dirty="0">
                <a:solidFill>
                  <a:srgbClr val="1F2328"/>
                </a:solidFill>
                <a:effectLst/>
                <a:latin typeface="Source Sans Pro" panose="020B0503030403020204" pitchFamily="34" charset="0"/>
                <a:ea typeface="Source Sans Pro" panose="020B0503030403020204" pitchFamily="34" charset="0"/>
              </a:rPr>
              <a:t>Pros</a:t>
            </a:r>
            <a:r>
              <a:rPr lang="en-US" sz="1200" b="0" i="0" dirty="0">
                <a:solidFill>
                  <a:srgbClr val="1F2328"/>
                </a:solidFill>
                <a:effectLst/>
                <a:latin typeface="Source Sans Pro" panose="020B0503030403020204" pitchFamily="34" charset="0"/>
                <a:ea typeface="Source Sans Pro" panose="020B0503030403020204" pitchFamily="34" charset="0"/>
              </a:rPr>
              <a:t>: Zero additional infrastructure; these metrics are already flowing to Azure Monitor (Step 2.5)</a:t>
            </a:r>
            <a:endParaRPr lang="en-SG" sz="1200" dirty="0">
              <a:latin typeface="Source Sans Pro" panose="020B0503030403020204" pitchFamily="34" charset="0"/>
              <a:ea typeface="Source Sans Pro" panose="020B0503030403020204" pitchFamily="34" charset="0"/>
            </a:endParaRPr>
          </a:p>
        </p:txBody>
      </p:sp>
      <p:sp>
        <p:nvSpPr>
          <p:cNvPr id="16" name="TextBox 15">
            <a:extLst>
              <a:ext uri="{FF2B5EF4-FFF2-40B4-BE49-F238E27FC236}">
                <a16:creationId xmlns:a16="http://schemas.microsoft.com/office/drawing/2014/main" id="{1C2951E5-39B3-D932-2BD5-AD1D0AB7D641}"/>
              </a:ext>
            </a:extLst>
          </p:cNvPr>
          <p:cNvSpPr txBox="1"/>
          <p:nvPr/>
        </p:nvSpPr>
        <p:spPr>
          <a:xfrm>
            <a:off x="838196" y="2100707"/>
            <a:ext cx="10515600" cy="1015663"/>
          </a:xfrm>
          <a:prstGeom prst="rect">
            <a:avLst/>
          </a:prstGeom>
          <a:noFill/>
        </p:spPr>
        <p:txBody>
          <a:bodyPr wrap="square">
            <a:spAutoFit/>
          </a:bodyPr>
          <a:lstStyle/>
          <a:p>
            <a:r>
              <a:rPr lang="en-SG" sz="1200" dirty="0">
                <a:latin typeface="Source Sans Pro" panose="020B0503030403020204" pitchFamily="34" charset="0"/>
                <a:ea typeface="Source Sans Pro" panose="020B0503030403020204" pitchFamily="34" charset="0"/>
              </a:rPr>
              <a:t>Cons:</a:t>
            </a:r>
          </a:p>
          <a:p>
            <a:pPr marL="171450" indent="-171450">
              <a:buFont typeface="Arial" panose="020B0604020202020204" pitchFamily="34" charset="0"/>
              <a:buChar char="•"/>
            </a:pPr>
            <a:r>
              <a:rPr lang="en-SG" sz="1200" dirty="0">
                <a:latin typeface="Source Sans Pro" panose="020B0503030403020204" pitchFamily="34" charset="0"/>
                <a:ea typeface="Source Sans Pro" panose="020B0503030403020204" pitchFamily="34" charset="0"/>
              </a:rPr>
              <a:t>Fixed thresholds require manual calibration per agent and do not self-adjust when the agent's behaviour legitimately changes (e.g., a new SOP subcategory that requires 5 tool calls becomes "normal" for that agent after a MINOR version update)</a:t>
            </a:r>
          </a:p>
          <a:p>
            <a:pPr marL="171450" indent="-171450">
              <a:buFont typeface="Arial" panose="020B0604020202020204" pitchFamily="34" charset="0"/>
              <a:buChar char="•"/>
            </a:pPr>
            <a:r>
              <a:rPr lang="en-SG" sz="1200" dirty="0">
                <a:latin typeface="Source Sans Pro" panose="020B0503030403020204" pitchFamily="34" charset="0"/>
                <a:ea typeface="Source Sans Pro" panose="020B0503030403020204" pitchFamily="34" charset="0"/>
              </a:rPr>
              <a:t>Cannot detect qualitative changes in tool-call pattern (calling unusual tools) — only quantitative changes (tool call count)</a:t>
            </a:r>
          </a:p>
          <a:p>
            <a:pPr marL="171450" indent="-171450">
              <a:buFont typeface="Arial" panose="020B0604020202020204" pitchFamily="34" charset="0"/>
              <a:buChar char="•"/>
            </a:pPr>
            <a:r>
              <a:rPr lang="en-SG" sz="1200" dirty="0">
                <a:latin typeface="Source Sans Pro" panose="020B0503030403020204" pitchFamily="34" charset="0"/>
                <a:ea typeface="Source Sans Pro" panose="020B0503030403020204" pitchFamily="34" charset="0"/>
              </a:rPr>
              <a:t>Produces high false-positive alert rates during canary periods when </a:t>
            </a:r>
            <a:r>
              <a:rPr lang="en-SG" sz="1200" dirty="0" err="1">
                <a:latin typeface="Source Sans Pro" panose="020B0503030403020204" pitchFamily="34" charset="0"/>
                <a:ea typeface="Source Sans Pro" panose="020B0503030403020204" pitchFamily="34" charset="0"/>
              </a:rPr>
              <a:t>behavior</a:t>
            </a:r>
            <a:r>
              <a:rPr lang="en-SG" sz="1200" dirty="0">
                <a:latin typeface="Source Sans Pro" panose="020B0503030403020204" pitchFamily="34" charset="0"/>
                <a:ea typeface="Source Sans Pro" panose="020B0503030403020204" pitchFamily="34" charset="0"/>
              </a:rPr>
              <a:t> is intentionally changing</a:t>
            </a:r>
          </a:p>
        </p:txBody>
      </p:sp>
      <p:sp>
        <p:nvSpPr>
          <p:cNvPr id="20" name="TextBox 19">
            <a:extLst>
              <a:ext uri="{FF2B5EF4-FFF2-40B4-BE49-F238E27FC236}">
                <a16:creationId xmlns:a16="http://schemas.microsoft.com/office/drawing/2014/main" id="{49490ABA-FD45-AC50-5D32-C5752464984E}"/>
              </a:ext>
            </a:extLst>
          </p:cNvPr>
          <p:cNvSpPr txBox="1"/>
          <p:nvPr/>
        </p:nvSpPr>
        <p:spPr>
          <a:xfrm>
            <a:off x="838196" y="3299379"/>
            <a:ext cx="6097604" cy="307777"/>
          </a:xfrm>
          <a:prstGeom prst="rect">
            <a:avLst/>
          </a:prstGeom>
          <a:noFill/>
        </p:spPr>
        <p:txBody>
          <a:bodyPr wrap="square">
            <a:spAutoFit/>
          </a:bodyPr>
          <a:lstStyle/>
          <a:p>
            <a:pPr algn="l">
              <a:spcBef>
                <a:spcPts val="1800"/>
              </a:spcBef>
              <a:spcAft>
                <a:spcPts val="1200"/>
              </a:spcAft>
              <a:buNone/>
            </a:pPr>
            <a:r>
              <a:rPr lang="en-SG" sz="1400" b="1" i="0" dirty="0">
                <a:solidFill>
                  <a:srgbClr val="005AAB"/>
                </a:solidFill>
                <a:effectLst/>
                <a:latin typeface="Source Sans Pro" panose="020B0503030403020204" pitchFamily="34" charset="0"/>
                <a:ea typeface="Source Sans Pro" panose="020B0503030403020204" pitchFamily="34" charset="0"/>
              </a:rPr>
              <a:t>Recommendation Justification</a:t>
            </a:r>
          </a:p>
        </p:txBody>
      </p:sp>
      <p:sp>
        <p:nvSpPr>
          <p:cNvPr id="25" name="TextBox 24">
            <a:extLst>
              <a:ext uri="{FF2B5EF4-FFF2-40B4-BE49-F238E27FC236}">
                <a16:creationId xmlns:a16="http://schemas.microsoft.com/office/drawing/2014/main" id="{41480630-5E5E-4720-1137-B8852EDF8D88}"/>
              </a:ext>
            </a:extLst>
          </p:cNvPr>
          <p:cNvSpPr txBox="1"/>
          <p:nvPr/>
        </p:nvSpPr>
        <p:spPr>
          <a:xfrm>
            <a:off x="838196" y="3741631"/>
            <a:ext cx="10515600" cy="830997"/>
          </a:xfrm>
          <a:prstGeom prst="rect">
            <a:avLst/>
          </a:prstGeom>
          <a:noFill/>
        </p:spPr>
        <p:txBody>
          <a:bodyPr wrap="square">
            <a:spAutoFit/>
          </a:bodyPr>
          <a:lstStyle/>
          <a:p>
            <a:r>
              <a:rPr lang="en-US" sz="1200" b="1" i="0" dirty="0">
                <a:solidFill>
                  <a:srgbClr val="1F2328"/>
                </a:solidFill>
                <a:effectLst/>
                <a:latin typeface="Source Sans Pro" panose="020B0503030403020204" pitchFamily="34" charset="0"/>
                <a:ea typeface="Source Sans Pro" panose="020B0503030403020204" pitchFamily="34" charset="0"/>
              </a:rPr>
              <a:t>Option 1</a:t>
            </a:r>
            <a:r>
              <a:rPr lang="en-US" sz="1200" b="0" i="0" dirty="0">
                <a:solidFill>
                  <a:srgbClr val="1F2328"/>
                </a:solidFill>
                <a:effectLst/>
                <a:latin typeface="Source Sans Pro" panose="020B0503030403020204" pitchFamily="34" charset="0"/>
                <a:ea typeface="Source Sans Pro" panose="020B0503030403020204" pitchFamily="34" charset="0"/>
              </a:rPr>
              <a:t> is recommended as the primary behavioral anomaly detection mechanism. </a:t>
            </a:r>
            <a:r>
              <a:rPr lang="en-US" sz="1200" b="1" i="0" dirty="0">
                <a:solidFill>
                  <a:srgbClr val="1F2328"/>
                </a:solidFill>
                <a:effectLst/>
                <a:latin typeface="Source Sans Pro" panose="020B0503030403020204" pitchFamily="34" charset="0"/>
                <a:ea typeface="Source Sans Pro" panose="020B0503030403020204" pitchFamily="34" charset="0"/>
              </a:rPr>
              <a:t>Option 2 is deployed in parallel</a:t>
            </a:r>
            <a:r>
              <a:rPr lang="en-US" sz="1200" b="0" i="0" dirty="0">
                <a:solidFill>
                  <a:srgbClr val="1F2328"/>
                </a:solidFill>
                <a:effectLst/>
                <a:latin typeface="Source Sans Pro" panose="020B0503030403020204" pitchFamily="34" charset="0"/>
                <a:ea typeface="Source Sans Pro" panose="020B0503030403020204" pitchFamily="34" charset="0"/>
              </a:rPr>
              <a:t> as a "belt and braces" first-pass threshold check, given that the threshold metrics (tool call count, token spend) are already flowing to Azure Monitor at zero additional cost. The two mechanisms catch complementary classes of anomalies: Option 2 catches gross quantitative outliers immediately; Option 1 catches subtle but systematic behavioral pattern changes over a 30-minute window.</a:t>
            </a:r>
            <a:endParaRPr lang="en-SG" sz="12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638895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Behavioural Auditing, Traceability &amp; Anomaly Detection</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Monitoring &amp; Observability</a:t>
            </a:r>
          </a:p>
        </p:txBody>
      </p:sp>
      <p:sp>
        <p:nvSpPr>
          <p:cNvPr id="6" name="TextBox 5"/>
          <p:cNvSpPr txBox="1"/>
          <p:nvPr/>
        </p:nvSpPr>
        <p:spPr>
          <a:xfrm>
            <a:off x="832104" y="1446196"/>
            <a:ext cx="10515600" cy="4185761"/>
          </a:xfrm>
          <a:prstGeom prst="rect">
            <a:avLst/>
          </a:prstGeom>
          <a:noFill/>
        </p:spPr>
        <p:txBody>
          <a:bodyPr wrap="square">
            <a:spAutoFit/>
          </a:bodyPr>
          <a:lstStyle/>
          <a:p>
            <a:pPr algn="l"/>
            <a:r>
              <a:rPr lang="en-SG" sz="1400" b="1" i="0" noProof="0" dirty="0">
                <a:latin typeface="Source Sans Pro"/>
              </a:rPr>
              <a:t>Behavioural Audit (Append-Only Cosmos DB Ledger)</a:t>
            </a:r>
          </a:p>
          <a:p>
            <a:pPr algn="l"/>
            <a:r>
              <a:rPr lang="en-SG" sz="1400" b="0" i="0" noProof="0" dirty="0">
                <a:latin typeface="Source Sans Pro"/>
              </a:rPr>
              <a:t>Every agent decision step is written to an append-only Cosmos DB audit ledger:</a:t>
            </a:r>
          </a:p>
          <a:p>
            <a:pPr marL="285750" indent="-285750" algn="l">
              <a:buFont typeface="Arial" panose="020B0604020202020204" pitchFamily="34" charset="0"/>
              <a:buChar char="•"/>
            </a:pPr>
            <a:r>
              <a:rPr lang="en-SG" sz="1400" b="0" i="0" noProof="0" dirty="0">
                <a:latin typeface="Source Sans Pro"/>
              </a:rPr>
              <a:t>Fields: </a:t>
            </a:r>
            <a:r>
              <a:rPr lang="en-SG" sz="1400" b="0" i="0" noProof="0" dirty="0" err="1">
                <a:latin typeface="Source Sans Pro"/>
              </a:rPr>
              <a:t>messageId</a:t>
            </a:r>
            <a:r>
              <a:rPr lang="en-SG" sz="1400" b="0" i="0" noProof="0" dirty="0">
                <a:latin typeface="Source Sans Pro"/>
              </a:rPr>
              <a:t>, </a:t>
            </a:r>
            <a:r>
              <a:rPr lang="en-SG" sz="1400" b="0" i="0" noProof="0" dirty="0" err="1">
                <a:latin typeface="Source Sans Pro"/>
              </a:rPr>
              <a:t>agentName</a:t>
            </a:r>
            <a:r>
              <a:rPr lang="en-SG" sz="1400" b="0" i="0" noProof="0" dirty="0">
                <a:latin typeface="Source Sans Pro"/>
              </a:rPr>
              <a:t>, </a:t>
            </a:r>
            <a:r>
              <a:rPr lang="en-SG" sz="1400" b="0" i="0" noProof="0" dirty="0" err="1">
                <a:latin typeface="Source Sans Pro"/>
              </a:rPr>
              <a:t>agentSemver</a:t>
            </a:r>
            <a:r>
              <a:rPr lang="en-SG" sz="1400" b="0" i="0" noProof="0" dirty="0">
                <a:latin typeface="Source Sans Pro"/>
              </a:rPr>
              <a:t>, </a:t>
            </a:r>
            <a:r>
              <a:rPr lang="en-SG" sz="1400" b="0" i="0" noProof="0" dirty="0" err="1">
                <a:latin typeface="Source Sans Pro"/>
              </a:rPr>
              <a:t>stepType</a:t>
            </a:r>
            <a:r>
              <a:rPr lang="en-SG" sz="1400" b="0" i="0" noProof="0" dirty="0">
                <a:latin typeface="Source Sans Pro"/>
              </a:rPr>
              <a:t>, </a:t>
            </a:r>
            <a:r>
              <a:rPr lang="en-SG" sz="1400" b="0" i="0" noProof="0" dirty="0" err="1">
                <a:latin typeface="Source Sans Pro"/>
              </a:rPr>
              <a:t>inputSummary</a:t>
            </a:r>
            <a:r>
              <a:rPr lang="en-SG" sz="1400" b="0" i="0" noProof="0" dirty="0">
                <a:latin typeface="Source Sans Pro"/>
              </a:rPr>
              <a:t> (anonymised), </a:t>
            </a:r>
            <a:r>
              <a:rPr lang="en-SG" sz="1400" b="0" i="0" noProof="0" dirty="0" err="1">
                <a:latin typeface="Source Sans Pro"/>
              </a:rPr>
              <a:t>outputSummary</a:t>
            </a:r>
            <a:r>
              <a:rPr lang="en-SG" sz="1400" b="0" i="0" noProof="0" dirty="0">
                <a:latin typeface="Source Sans Pro"/>
              </a:rPr>
              <a:t> (anonymised), </a:t>
            </a:r>
            <a:r>
              <a:rPr lang="en-SG" sz="1400" b="0" i="0" noProof="0" dirty="0" err="1">
                <a:latin typeface="Source Sans Pro"/>
              </a:rPr>
              <a:t>toolName</a:t>
            </a:r>
            <a:r>
              <a:rPr lang="en-SG" sz="1400" noProof="0" dirty="0">
                <a:latin typeface="Source Sans Pro"/>
              </a:rPr>
              <a:t>, </a:t>
            </a:r>
            <a:r>
              <a:rPr lang="en-SG" sz="1400" b="0" i="0" noProof="0" dirty="0" err="1">
                <a:latin typeface="Source Sans Pro"/>
              </a:rPr>
              <a:t>riskScore</a:t>
            </a:r>
            <a:r>
              <a:rPr lang="en-SG" sz="1400" b="0" i="0" noProof="0" dirty="0">
                <a:latin typeface="Source Sans Pro"/>
              </a:rPr>
              <a:t>, </a:t>
            </a:r>
            <a:r>
              <a:rPr lang="en-SG" sz="1400" b="0" i="0" noProof="0" dirty="0" err="1">
                <a:latin typeface="Source Sans Pro"/>
              </a:rPr>
              <a:t>aigpDecision</a:t>
            </a:r>
            <a:r>
              <a:rPr lang="en-SG" sz="1400" b="0" i="0" noProof="0" dirty="0">
                <a:latin typeface="Source Sans Pro"/>
              </a:rPr>
              <a:t>, timestamp</a:t>
            </a:r>
          </a:p>
          <a:p>
            <a:pPr marL="285750" indent="-285750" algn="l">
              <a:buFont typeface="Arial" panose="020B0604020202020204" pitchFamily="34" charset="0"/>
              <a:buChar char="•"/>
            </a:pPr>
            <a:r>
              <a:rPr lang="en-SG" sz="1400" b="0" i="0" noProof="0" dirty="0">
                <a:latin typeface="Source Sans Pro"/>
              </a:rPr>
              <a:t>Ledger is write-once; no UPDATE or DELETE is permitted (PDPA / IM8 compliant)</a:t>
            </a:r>
          </a:p>
          <a:p>
            <a:pPr marL="285750" indent="-285750" algn="l">
              <a:buFont typeface="Arial" panose="020B0604020202020204" pitchFamily="34" charset="0"/>
              <a:buChar char="•"/>
            </a:pPr>
            <a:r>
              <a:rPr lang="en-SG" sz="1400" b="0" i="0" noProof="0" dirty="0">
                <a:latin typeface="Source Sans Pro"/>
              </a:rPr>
              <a:t>Anonymised telemetry stream emitted to Event Hubs for SOC consumption</a:t>
            </a:r>
          </a:p>
          <a:p>
            <a:pPr marL="285750" indent="-285750" algn="l">
              <a:buFont typeface="Arial" panose="020B0604020202020204" pitchFamily="34" charset="0"/>
              <a:buChar char="•"/>
            </a:pPr>
            <a:r>
              <a:rPr lang="en-SG" sz="1400" b="0" i="0" noProof="0" dirty="0">
                <a:latin typeface="Source Sans Pro"/>
              </a:rPr>
              <a:t>Audit ledger retained for 7 years (IM8 / WOG record retention requirement)</a:t>
            </a:r>
          </a:p>
          <a:p>
            <a:pPr algn="l"/>
            <a:endParaRPr lang="en-SG" sz="1400" b="0" i="0" noProof="0" dirty="0">
              <a:latin typeface="Source Sans Pro"/>
            </a:endParaRPr>
          </a:p>
          <a:p>
            <a:pPr algn="l"/>
            <a:r>
              <a:rPr lang="en-SG" sz="1400" b="1" i="0" noProof="0" dirty="0">
                <a:latin typeface="Source Sans Pro"/>
              </a:rPr>
              <a:t>Behavioural Anomaly Detection (Embedding-Based Baseline)</a:t>
            </a:r>
          </a:p>
          <a:p>
            <a:pPr marL="285750" indent="-285750" algn="l">
              <a:buFont typeface="Arial" panose="020B0604020202020204" pitchFamily="34" charset="0"/>
              <a:buChar char="•"/>
            </a:pPr>
            <a:r>
              <a:rPr lang="en-SG" sz="1400" b="0" i="0" noProof="0" dirty="0">
                <a:latin typeface="Source Sans Pro"/>
              </a:rPr>
              <a:t>During CI evaluation, a 'normal behavioural baseline' is generated: each agent's tool-call sequences across synthetic emails are embedded using text-embedding-3-small and stored as a reference distribution</a:t>
            </a:r>
          </a:p>
          <a:p>
            <a:pPr marL="285750" indent="-285750" algn="l">
              <a:buFont typeface="Arial" panose="020B0604020202020204" pitchFamily="34" charset="0"/>
              <a:buChar char="•"/>
            </a:pPr>
            <a:r>
              <a:rPr lang="en-SG" sz="1400" b="0" i="0" noProof="0" dirty="0">
                <a:latin typeface="Source Sans Pro"/>
              </a:rPr>
              <a:t>In production, each completed trace is embedded and its cosine distance from the baseline distribution is computed</a:t>
            </a:r>
          </a:p>
          <a:p>
            <a:pPr marL="285750" indent="-285750" algn="l">
              <a:buFont typeface="Arial" panose="020B0604020202020204" pitchFamily="34" charset="0"/>
              <a:buChar char="•"/>
            </a:pPr>
            <a:r>
              <a:rPr lang="en-SG" sz="1400" noProof="0" dirty="0">
                <a:latin typeface="Source Sans Pro"/>
              </a:rPr>
              <a:t>Alert</a:t>
            </a:r>
            <a:r>
              <a:rPr lang="en-SG" sz="1400" b="0" i="0" noProof="0" dirty="0">
                <a:latin typeface="Source Sans Pro"/>
              </a:rPr>
              <a:t> thresholds:</a:t>
            </a:r>
          </a:p>
          <a:p>
            <a:pPr marL="742950" lvl="1" indent="-285750">
              <a:buFont typeface="Arial" panose="020B0604020202020204" pitchFamily="34" charset="0"/>
              <a:buChar char="•"/>
            </a:pPr>
            <a:r>
              <a:rPr lang="en-SG" sz="1400" b="0" i="0" noProof="0" dirty="0">
                <a:latin typeface="Source Sans Pro"/>
              </a:rPr>
              <a:t>– &gt;20% of traces deviate significantly → </a:t>
            </a:r>
            <a:r>
              <a:rPr lang="en-SG" sz="1400" b="1" i="0" noProof="0" dirty="0">
                <a:latin typeface="Source Sans Pro"/>
              </a:rPr>
              <a:t>P2 alert, AO team notified</a:t>
            </a:r>
          </a:p>
          <a:p>
            <a:pPr marL="742950" lvl="1" indent="-285750">
              <a:buFont typeface="Arial" panose="020B0604020202020204" pitchFamily="34" charset="0"/>
              <a:buChar char="•"/>
            </a:pPr>
            <a:r>
              <a:rPr lang="en-SG" sz="1400" b="0" i="0" noProof="0" dirty="0">
                <a:latin typeface="Source Sans Pro"/>
              </a:rPr>
              <a:t>– &gt;50% deviation rate → </a:t>
            </a:r>
            <a:r>
              <a:rPr lang="en-SG" sz="1400" b="1" i="0" noProof="0" dirty="0">
                <a:latin typeface="Source Sans Pro"/>
              </a:rPr>
              <a:t>automated Emergency Stop triggered</a:t>
            </a:r>
          </a:p>
          <a:p>
            <a:pPr algn="l"/>
            <a:endParaRPr lang="en-SG" sz="1400" b="0" i="0" noProof="0" dirty="0">
              <a:latin typeface="Source Sans Pro"/>
            </a:endParaRPr>
          </a:p>
          <a:p>
            <a:pPr algn="l"/>
            <a:r>
              <a:rPr lang="en-SG" sz="1400" b="1" i="0" noProof="0" dirty="0">
                <a:latin typeface="Source Sans Pro"/>
              </a:rPr>
              <a:t>Note on </a:t>
            </a:r>
            <a:r>
              <a:rPr lang="en-SG" sz="1400" b="1" i="0" noProof="0" dirty="0" err="1">
                <a:latin typeface="Source Sans Pro"/>
              </a:rPr>
              <a:t>CoT</a:t>
            </a:r>
            <a:r>
              <a:rPr lang="en-SG" sz="1400" b="1" i="0" noProof="0" dirty="0">
                <a:latin typeface="Source Sans Pro"/>
              </a:rPr>
              <a:t> visibility: </a:t>
            </a:r>
            <a:r>
              <a:rPr lang="en-SG" sz="1400" b="0" i="0" noProof="0" dirty="0">
                <a:latin typeface="Source Sans Pro"/>
              </a:rPr>
              <a:t>Azure OpenAI gpt-4o does not expose internal chain-of-thought reasoning tokens in the API response. The audit ledger captures the observable inputs and outputs at each </a:t>
            </a:r>
            <a:r>
              <a:rPr lang="en-SG" sz="1400" b="0" i="0" noProof="0" dirty="0" err="1">
                <a:latin typeface="Source Sans Pro"/>
              </a:rPr>
              <a:t>LangGraph</a:t>
            </a:r>
            <a:r>
              <a:rPr lang="en-SG" sz="1400" b="0" i="0" noProof="0" dirty="0">
                <a:latin typeface="Source Sans Pro"/>
              </a:rPr>
              <a:t> node step, providing a </a:t>
            </a:r>
            <a:r>
              <a:rPr lang="en-SG" sz="1400" b="0" i="0" noProof="0" dirty="0" err="1">
                <a:latin typeface="Source Sans Pro"/>
              </a:rPr>
              <a:t>reconstructable</a:t>
            </a:r>
            <a:r>
              <a:rPr lang="en-SG" sz="1400" b="0" i="0" noProof="0" dirty="0">
                <a:latin typeface="Source Sans Pro"/>
              </a:rPr>
              <a:t> decision trail without requiring internal </a:t>
            </a:r>
            <a:r>
              <a:rPr lang="en-SG" sz="1400" b="0" i="0" noProof="0" dirty="0" err="1">
                <a:latin typeface="Source Sans Pro"/>
              </a:rPr>
              <a:t>CoT</a:t>
            </a:r>
            <a:r>
              <a:rPr lang="en-SG" sz="1400" b="0" i="0" noProof="0" dirty="0">
                <a:latin typeface="Source Sans Pro"/>
              </a:rPr>
              <a:t> access.</a:t>
            </a:r>
          </a:p>
        </p:txBody>
      </p:sp>
      <p:sp>
        <p:nvSpPr>
          <p:cNvPr id="3" name="Slide Number Placeholder 1">
            <a:extLst>
              <a:ext uri="{FF2B5EF4-FFF2-40B4-BE49-F238E27FC236}">
                <a16:creationId xmlns:a16="http://schemas.microsoft.com/office/drawing/2014/main" id="{F4C7C479-37EB-6558-24C1-E119306E8781}"/>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30</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69"/>
            <a:ext cx="10515600" cy="606943"/>
          </a:xfrm>
        </p:spPr>
        <p:txBody>
          <a:bodyPr>
            <a:normAutofit/>
          </a:bodyPr>
          <a:lstStyle/>
          <a:p>
            <a:r>
              <a:rPr lang="en-SG" sz="3200" noProof="0" dirty="0">
                <a:latin typeface="Source Sans Pro"/>
              </a:rPr>
              <a:t>Human-in-the-Loop (HITL) Management</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6" name="TextBox 5"/>
          <p:cNvSpPr txBox="1"/>
          <p:nvPr/>
        </p:nvSpPr>
        <p:spPr>
          <a:xfrm>
            <a:off x="832104" y="1116614"/>
            <a:ext cx="10515600" cy="492443"/>
          </a:xfrm>
          <a:prstGeom prst="rect">
            <a:avLst/>
          </a:prstGeom>
          <a:noFill/>
        </p:spPr>
        <p:txBody>
          <a:bodyPr wrap="square">
            <a:spAutoFit/>
          </a:bodyPr>
          <a:lstStyle/>
          <a:p>
            <a:pPr algn="l"/>
            <a:r>
              <a:rPr lang="en-SG" sz="1300" b="1" i="0" noProof="0" dirty="0">
                <a:latin typeface="Source Sans Pro"/>
              </a:rPr>
              <a:t>FGA Risk-Score-Based Escalation (Risk score 0.00 – 1.00)</a:t>
            </a:r>
          </a:p>
          <a:p>
            <a:pPr algn="l"/>
            <a:endParaRPr lang="en-SG" sz="1300" b="1" i="0" noProof="0" dirty="0">
              <a:latin typeface="Source Sans Pro"/>
            </a:endParaRPr>
          </a:p>
        </p:txBody>
      </p:sp>
      <p:sp>
        <p:nvSpPr>
          <p:cNvPr id="23" name="TextBox 22"/>
          <p:cNvSpPr txBox="1"/>
          <p:nvPr/>
        </p:nvSpPr>
        <p:spPr>
          <a:xfrm>
            <a:off x="755102" y="4333888"/>
            <a:ext cx="10515600" cy="1015663"/>
          </a:xfrm>
          <a:prstGeom prst="rect">
            <a:avLst/>
          </a:prstGeom>
          <a:noFill/>
        </p:spPr>
        <p:txBody>
          <a:bodyPr wrap="square">
            <a:spAutoFit/>
          </a:bodyPr>
          <a:lstStyle/>
          <a:p>
            <a:pPr algn="l"/>
            <a:r>
              <a:rPr lang="en-SG" sz="1200" b="1" i="0" noProof="0" dirty="0">
                <a:latin typeface="Source Sans Pro"/>
              </a:rPr>
              <a:t>HITL SLA Tiers:</a:t>
            </a:r>
          </a:p>
          <a:p>
            <a:pPr marL="171450" indent="-171450" algn="l">
              <a:buFont typeface="Arial" panose="020B0604020202020204" pitchFamily="34" charset="0"/>
              <a:buChar char="•"/>
            </a:pPr>
            <a:r>
              <a:rPr lang="en-SG" sz="1200" b="0" i="0" noProof="0" dirty="0">
                <a:latin typeface="Source Sans Pro"/>
              </a:rPr>
              <a:t>Tier 1 (Standard, risk 0.70–0.84): 4 business hours → auto-escalate to supervisor</a:t>
            </a:r>
          </a:p>
          <a:p>
            <a:pPr marL="171450" indent="-171450" algn="l">
              <a:buFont typeface="Arial" panose="020B0604020202020204" pitchFamily="34" charset="0"/>
              <a:buChar char="•"/>
            </a:pPr>
            <a:r>
              <a:rPr lang="en-SG" sz="1200" b="0" i="0" noProof="0" dirty="0">
                <a:latin typeface="Source Sans Pro"/>
              </a:rPr>
              <a:t>Tier 2 (Urgent, risk 0.85–0.89 or disputed taxpayer): 1 business hour → escalate to branch manager</a:t>
            </a:r>
          </a:p>
          <a:p>
            <a:pPr algn="l"/>
            <a:endParaRPr lang="en-SG" sz="1200" noProof="0" dirty="0">
              <a:latin typeface="Source Sans Pro"/>
            </a:endParaRPr>
          </a:p>
          <a:p>
            <a:pPr algn="l"/>
            <a:r>
              <a:rPr lang="en-SG" sz="1200" b="0" i="0" noProof="0" dirty="0">
                <a:latin typeface="Source Sans Pro"/>
              </a:rPr>
              <a:t>Capacity at &lt;1,000 emails/day + 10–15% HITL rate: ~100–150 HITL tasks/day (~8–25 officer-hours/day)</a:t>
            </a:r>
          </a:p>
        </p:txBody>
      </p:sp>
      <p:graphicFrame>
        <p:nvGraphicFramePr>
          <p:cNvPr id="24" name="converted_table">
            <a:extLst>
              <a:ext uri="{FF2B5EF4-FFF2-40B4-BE49-F238E27FC236}">
                <a16:creationId xmlns:a16="http://schemas.microsoft.com/office/drawing/2014/main" id="{9C985682-E405-0934-153E-5911F8C1E013}"/>
              </a:ext>
            </a:extLst>
          </p:cNvPr>
          <p:cNvGraphicFramePr>
            <a:graphicFrameLocks noGrp="1"/>
          </p:cNvGraphicFramePr>
          <p:nvPr>
            <p:extLst>
              <p:ext uri="{D42A27DB-BD31-4B8C-83A1-F6EECF244321}">
                <p14:modId xmlns:p14="http://schemas.microsoft.com/office/powerpoint/2010/main" val="2348273855"/>
              </p:ext>
            </p:extLst>
          </p:nvPr>
        </p:nvGraphicFramePr>
        <p:xfrm>
          <a:off x="844296" y="1541203"/>
          <a:ext cx="10515600" cy="2503927"/>
        </p:xfrm>
        <a:graphic>
          <a:graphicData uri="http://schemas.openxmlformats.org/drawingml/2006/table">
            <a:tbl>
              <a:tblPr firstRow="1" bandRow="1">
                <a:tableStyleId>{5C22544A-7EE6-4342-B048-85BDC9FD1C3A}</a:tableStyleId>
              </a:tblPr>
              <a:tblGrid>
                <a:gridCol w="2470460">
                  <a:extLst>
                    <a:ext uri="{9D8B030D-6E8A-4147-A177-3AD203B41FA5}">
                      <a16:colId xmlns:a16="http://schemas.microsoft.com/office/drawing/2014/main" val="902119157"/>
                    </a:ext>
                  </a:extLst>
                </a:gridCol>
                <a:gridCol w="2217117">
                  <a:extLst>
                    <a:ext uri="{9D8B030D-6E8A-4147-A177-3AD203B41FA5}">
                      <a16:colId xmlns:a16="http://schemas.microsoft.com/office/drawing/2014/main" val="1492183587"/>
                    </a:ext>
                  </a:extLst>
                </a:gridCol>
                <a:gridCol w="5828023">
                  <a:extLst>
                    <a:ext uri="{9D8B030D-6E8A-4147-A177-3AD203B41FA5}">
                      <a16:colId xmlns:a16="http://schemas.microsoft.com/office/drawing/2014/main" val="7427787"/>
                    </a:ext>
                  </a:extLst>
                </a:gridCol>
              </a:tblGrid>
              <a:tr h="343927">
                <a:tc>
                  <a:txBody>
                    <a:bodyPr/>
                    <a:lstStyle/>
                    <a:p>
                      <a:pPr algn="l"/>
                      <a:r>
                        <a:rPr lang="en-SG" sz="1200" b="1" noProof="0" dirty="0">
                          <a:solidFill>
                            <a:srgbClr val="FFFFFF"/>
                          </a:solidFill>
                          <a:latin typeface="Source Sans Pro"/>
                        </a:rPr>
                        <a:t>Risk Score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FGA Decision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Example Actions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2611999706"/>
                  </a:ext>
                </a:extLst>
              </a:tr>
              <a:tr h="540000">
                <a:tc>
                  <a:txBody>
                    <a:bodyPr/>
                    <a:lstStyle/>
                    <a:p>
                      <a:pPr algn="l"/>
                      <a:r>
                        <a:rPr lang="en-SG" sz="1200" b="0" noProof="0" dirty="0">
                          <a:solidFill>
                            <a:srgbClr val="1F1F1F"/>
                          </a:solidFill>
                          <a:latin typeface="Source Sans Pro"/>
                        </a:rPr>
                        <a:t>0.00–0.40</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AUTO-PERMIT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aigp.get_taxpayer_record</a:t>
                      </a:r>
                      <a:r>
                        <a:rPr lang="en-SG" sz="1200" b="0" noProof="0" dirty="0">
                          <a:solidFill>
                            <a:srgbClr val="1F1F1F"/>
                          </a:solidFill>
                          <a:latin typeface="Source Sans Pro"/>
                        </a:rPr>
                        <a:t> (read-only, low risk)</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8660451"/>
                  </a:ext>
                </a:extLst>
              </a:tr>
              <a:tr h="540000">
                <a:tc>
                  <a:txBody>
                    <a:bodyPr/>
                    <a:lstStyle/>
                    <a:p>
                      <a:pPr algn="l"/>
                      <a:r>
                        <a:rPr lang="en-SG" sz="1200" b="0" noProof="0" dirty="0">
                          <a:solidFill>
                            <a:srgbClr val="1F1F1F"/>
                          </a:solidFill>
                          <a:latin typeface="Source Sans Pro"/>
                        </a:rPr>
                        <a:t>0.41–0.69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PERMIT WITH AUDIT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aigp.submit_refund_request</a:t>
                      </a:r>
                      <a:r>
                        <a:rPr lang="en-SG" sz="1200" b="0" noProof="0" dirty="0">
                          <a:solidFill>
                            <a:srgbClr val="1F1F1F"/>
                          </a:solidFill>
                          <a:latin typeface="Source Sans Pro"/>
                        </a:rPr>
                        <a:t> ≤ SGD 10,000</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8906961"/>
                  </a:ext>
                </a:extLst>
              </a:tr>
              <a:tr h="540000">
                <a:tc>
                  <a:txBody>
                    <a:bodyPr/>
                    <a:lstStyle/>
                    <a:p>
                      <a:pPr algn="l"/>
                      <a:r>
                        <a:rPr lang="en-SG" sz="1200" b="0" noProof="0" dirty="0">
                          <a:solidFill>
                            <a:srgbClr val="1F1F1F"/>
                          </a:solidFill>
                          <a:latin typeface="Source Sans Pro"/>
                        </a:rPr>
                        <a:t>0.70–0.89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HITL REQUIRED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aigp.close_case</a:t>
                      </a:r>
                      <a:r>
                        <a:rPr lang="en-SG" sz="1200" b="0" noProof="0" dirty="0">
                          <a:solidFill>
                            <a:srgbClr val="1F1F1F"/>
                          </a:solidFill>
                          <a:latin typeface="Source Sans Pro"/>
                        </a:rPr>
                        <a:t>, </a:t>
                      </a:r>
                      <a:r>
                        <a:rPr lang="en-SG" sz="1200" b="0" noProof="0" dirty="0" err="1">
                          <a:solidFill>
                            <a:srgbClr val="1F1F1F"/>
                          </a:solidFill>
                          <a:latin typeface="Source Sans Pro"/>
                        </a:rPr>
                        <a:t>aigp.submit_refund_request</a:t>
                      </a:r>
                      <a:r>
                        <a:rPr lang="en-SG" sz="1200" b="0" noProof="0" dirty="0">
                          <a:solidFill>
                            <a:srgbClr val="1F1F1F"/>
                          </a:solidFill>
                          <a:latin typeface="Source Sans Pro"/>
                        </a:rPr>
                        <a:t> &gt; SGD 10,000</a:t>
                      </a:r>
                    </a:p>
                    <a:p>
                      <a:pPr marL="0" indent="0" algn="l">
                        <a:buFont typeface="Arial" panose="020B0604020202020204" pitchFamily="34" charset="0"/>
                        <a:buNone/>
                      </a:pP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4914536"/>
                  </a:ext>
                </a:extLst>
              </a:tr>
              <a:tr h="540000">
                <a:tc>
                  <a:txBody>
                    <a:bodyPr/>
                    <a:lstStyle/>
                    <a:p>
                      <a:pPr algn="l"/>
                      <a:r>
                        <a:rPr lang="en-SG" sz="1200" b="0" noProof="0" dirty="0">
                          <a:solidFill>
                            <a:srgbClr val="1F1F1F"/>
                          </a:solidFill>
                          <a:latin typeface="Source Sans Pro"/>
                        </a:rPr>
                        <a:t>0.90–1.00</a:t>
                      </a:r>
                    </a:p>
                    <a:p>
                      <a:pPr algn="l"/>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AUTO-BLOCK</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SG" sz="1200" b="0" noProof="0" dirty="0" err="1">
                          <a:solidFill>
                            <a:srgbClr val="1F1F1F"/>
                          </a:solidFill>
                          <a:latin typeface="Source Sans Pro"/>
                        </a:rPr>
                        <a:t>aigp.update_bank_details</a:t>
                      </a:r>
                      <a:r>
                        <a:rPr lang="en-SG" sz="1200" b="0" noProof="0" dirty="0">
                          <a:solidFill>
                            <a:srgbClr val="1F1F1F"/>
                          </a:solidFill>
                          <a:latin typeface="Source Sans Pro"/>
                        </a:rPr>
                        <a:t> (irreversible; fraud vector)</a:t>
                      </a:r>
                    </a:p>
                    <a:p>
                      <a:pPr marL="171450" indent="-171450" algn="l">
                        <a:buFont typeface="Arial" panose="020B0604020202020204" pitchFamily="34" charset="0"/>
                        <a:buChar char="•"/>
                      </a:pPr>
                      <a:endParaRPr lang="en-SG" sz="1200" b="0" noProof="0" dirty="0">
                        <a:solidFill>
                          <a:srgbClr val="1F1F1F"/>
                        </a:solidFill>
                        <a:latin typeface="Source Sans Pro"/>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2758182"/>
                  </a:ext>
                </a:extLst>
              </a:tr>
            </a:tbl>
          </a:graphicData>
        </a:graphic>
      </p:graphicFrame>
      <p:sp>
        <p:nvSpPr>
          <p:cNvPr id="25" name="Slide Number Placeholder 1">
            <a:extLst>
              <a:ext uri="{FF2B5EF4-FFF2-40B4-BE49-F238E27FC236}">
                <a16:creationId xmlns:a16="http://schemas.microsoft.com/office/drawing/2014/main" id="{16A6CE29-7E92-1808-CAC3-EE5F821D4A30}"/>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31</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Incident Response &amp; Emergency Stop (Kill Switch Hierarchy)</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Incident Management</a:t>
            </a:r>
          </a:p>
        </p:txBody>
      </p:sp>
      <p:sp>
        <p:nvSpPr>
          <p:cNvPr id="6" name="TextBox 5"/>
          <p:cNvSpPr txBox="1"/>
          <p:nvPr/>
        </p:nvSpPr>
        <p:spPr>
          <a:xfrm>
            <a:off x="832104" y="1600379"/>
            <a:ext cx="10515600" cy="4893647"/>
          </a:xfrm>
          <a:prstGeom prst="rect">
            <a:avLst/>
          </a:prstGeom>
          <a:noFill/>
        </p:spPr>
        <p:txBody>
          <a:bodyPr wrap="square">
            <a:spAutoFit/>
          </a:bodyPr>
          <a:lstStyle/>
          <a:p>
            <a:pPr algn="l"/>
            <a:r>
              <a:rPr lang="en-SG" sz="1200" b="1" i="0" noProof="0" dirty="0">
                <a:latin typeface="Source Sans Pro"/>
              </a:rPr>
              <a:t>Kill Switch Hierarchy </a:t>
            </a:r>
            <a:r>
              <a:rPr lang="en-SG" sz="1200" b="0" i="0" noProof="0" dirty="0">
                <a:latin typeface="Source Sans Pro"/>
              </a:rPr>
              <a:t>(3 levels, all via Azure App Configuration feature flags)</a:t>
            </a:r>
          </a:p>
          <a:p>
            <a:pPr algn="l"/>
            <a:endParaRPr lang="en-SG" sz="1200" b="0" i="0" noProof="0" dirty="0">
              <a:latin typeface="Source Sans Pro"/>
            </a:endParaRPr>
          </a:p>
          <a:p>
            <a:pPr algn="l"/>
            <a:r>
              <a:rPr lang="en-SG" sz="1200" b="1" i="0" noProof="0" dirty="0">
                <a:latin typeface="Source Sans Pro"/>
              </a:rPr>
              <a:t>Level 1</a:t>
            </a:r>
            <a:r>
              <a:rPr lang="en-SG" sz="1200" b="0" i="0" noProof="0" dirty="0">
                <a:latin typeface="Source Sans Pro"/>
              </a:rPr>
              <a:t> — Agent-Version Stop: agents:{</a:t>
            </a:r>
            <a:r>
              <a:rPr lang="en-SG" sz="1200" b="0" i="0" noProof="0" dirty="0" err="1">
                <a:latin typeface="Source Sans Pro"/>
              </a:rPr>
              <a:t>agentName</a:t>
            </a:r>
            <a:r>
              <a:rPr lang="en-SG" sz="1200" b="0" i="0" noProof="0" dirty="0">
                <a:latin typeface="Source Sans Pro"/>
              </a:rPr>
              <a:t>}:{</a:t>
            </a:r>
            <a:r>
              <a:rPr lang="en-SG" sz="1200" b="0" i="0" noProof="0" dirty="0" err="1">
                <a:latin typeface="Source Sans Pro"/>
              </a:rPr>
              <a:t>semver</a:t>
            </a:r>
            <a:r>
              <a:rPr lang="en-SG" sz="1200" b="0" i="0" noProof="0" dirty="0">
                <a:latin typeface="Source Sans Pro"/>
              </a:rPr>
              <a:t>}:enabled = false</a:t>
            </a:r>
          </a:p>
          <a:p>
            <a:pPr algn="l"/>
            <a:r>
              <a:rPr lang="en-SG" sz="1200" b="0" i="0" noProof="0" dirty="0">
                <a:latin typeface="Source Sans Pro"/>
              </a:rPr>
              <a:t>            Scope: one specific version; other versions continue running</a:t>
            </a:r>
          </a:p>
          <a:p>
            <a:pPr algn="l"/>
            <a:endParaRPr lang="en-SG" sz="1200" noProof="0" dirty="0">
              <a:latin typeface="Source Sans Pro"/>
            </a:endParaRPr>
          </a:p>
          <a:p>
            <a:pPr algn="l"/>
            <a:r>
              <a:rPr lang="en-SG" sz="1200" b="1" i="0" noProof="0" dirty="0">
                <a:latin typeface="Source Sans Pro"/>
              </a:rPr>
              <a:t>Level 2 </a:t>
            </a:r>
            <a:r>
              <a:rPr lang="en-SG" sz="1200" b="0" i="0" noProof="0" dirty="0">
                <a:latin typeface="Source Sans Pro"/>
              </a:rPr>
              <a:t>— Agent-All-Versions Stop: agents:{</a:t>
            </a:r>
            <a:r>
              <a:rPr lang="en-SG" sz="1200" b="0" i="0" noProof="0" dirty="0" err="1">
                <a:latin typeface="Source Sans Pro"/>
              </a:rPr>
              <a:t>agentName</a:t>
            </a:r>
            <a:r>
              <a:rPr lang="en-SG" sz="1200" b="0" i="0" noProof="0" dirty="0">
                <a:latin typeface="Source Sans Pro"/>
              </a:rPr>
              <a:t>}:enabled = false</a:t>
            </a:r>
          </a:p>
          <a:p>
            <a:pPr algn="l"/>
            <a:r>
              <a:rPr lang="en-SG" sz="1200" b="0" i="0" noProof="0" dirty="0">
                <a:latin typeface="Source Sans Pro"/>
              </a:rPr>
              <a:t>            Scope: all versions of one agent; other agents unaffected</a:t>
            </a:r>
          </a:p>
          <a:p>
            <a:pPr algn="l"/>
            <a:endParaRPr lang="en-SG" sz="1200" noProof="0" dirty="0">
              <a:latin typeface="Source Sans Pro"/>
            </a:endParaRPr>
          </a:p>
          <a:p>
            <a:pPr algn="l"/>
            <a:r>
              <a:rPr lang="en-SG" sz="1200" b="1" i="0" noProof="0" dirty="0">
                <a:latin typeface="Source Sans Pro"/>
              </a:rPr>
              <a:t>Level 3 </a:t>
            </a:r>
            <a:r>
              <a:rPr lang="en-SG" sz="1200" b="0" i="0" noProof="0" dirty="0">
                <a:latin typeface="Source Sans Pro"/>
              </a:rPr>
              <a:t>— Platform Stop: </a:t>
            </a:r>
            <a:r>
              <a:rPr lang="en-SG" sz="1200" b="0" i="0" noProof="0" dirty="0" err="1">
                <a:latin typeface="Source Sans Pro"/>
              </a:rPr>
              <a:t>agents:platform:enabled</a:t>
            </a:r>
            <a:r>
              <a:rPr lang="en-SG" sz="1200" b="0" i="0" noProof="0" dirty="0">
                <a:latin typeface="Source Sans Pro"/>
              </a:rPr>
              <a:t> = false</a:t>
            </a:r>
          </a:p>
          <a:p>
            <a:pPr algn="l"/>
            <a:r>
              <a:rPr lang="en-SG" sz="1200" b="0" i="0" noProof="0" dirty="0">
                <a:latin typeface="Source Sans Pro"/>
              </a:rPr>
              <a:t>            Scope: all agents; Service Bus topic disabled to halt new enqueueing</a:t>
            </a:r>
          </a:p>
          <a:p>
            <a:pPr algn="l"/>
            <a:endParaRPr lang="en-SG" sz="1200" b="0" i="0" noProof="0" dirty="0">
              <a:latin typeface="Source Sans Pro"/>
            </a:endParaRPr>
          </a:p>
          <a:p>
            <a:pPr algn="l"/>
            <a:r>
              <a:rPr lang="en-SG" sz="1200" b="1" i="0" noProof="0" dirty="0">
                <a:latin typeface="Source Sans Pro"/>
              </a:rPr>
              <a:t>Trigger paths:</a:t>
            </a:r>
          </a:p>
          <a:p>
            <a:pPr marL="171450" indent="-171450" algn="l">
              <a:buFont typeface="Arial" panose="020B0604020202020204" pitchFamily="34" charset="0"/>
              <a:buChar char="•"/>
            </a:pPr>
            <a:r>
              <a:rPr lang="en-SG" sz="1200" b="0" i="0" noProof="0" dirty="0">
                <a:latin typeface="Source Sans Pro"/>
              </a:rPr>
              <a:t>  Automated: Behavioural anomaly &gt;50% deviation rate triggers Level 1/2 automatically</a:t>
            </a:r>
          </a:p>
          <a:p>
            <a:pPr marL="171450" indent="-171450" algn="l">
              <a:buFont typeface="Arial" panose="020B0604020202020204" pitchFamily="34" charset="0"/>
              <a:buChar char="•"/>
            </a:pPr>
            <a:r>
              <a:rPr lang="en-SG" sz="1200" b="0" i="0" noProof="0" dirty="0">
                <a:latin typeface="Source Sans Pro"/>
              </a:rPr>
              <a:t>Manual: Ops Lead (Level 1/2) or Ops Lead + AIGP Team Lead (Level 3)</a:t>
            </a:r>
          </a:p>
          <a:p>
            <a:pPr marL="171450" indent="-171450" algn="l">
              <a:buFont typeface="Arial" panose="020B0604020202020204" pitchFamily="34" charset="0"/>
              <a:buChar char="•"/>
            </a:pPr>
            <a:r>
              <a:rPr lang="en-SG" sz="1200" b="0" i="0" noProof="0" dirty="0">
                <a:latin typeface="Source Sans Pro"/>
              </a:rPr>
              <a:t>Response time: Flag propagation to all ACA containers within 90 seconds</a:t>
            </a:r>
          </a:p>
          <a:p>
            <a:pPr marL="171450" indent="-171450" algn="l">
              <a:buFont typeface="Arial" panose="020B0604020202020204" pitchFamily="34" charset="0"/>
              <a:buChar char="•"/>
            </a:pPr>
            <a:r>
              <a:rPr lang="en-SG" sz="1200" b="0" i="0" noProof="0" dirty="0">
                <a:latin typeface="Source Sans Pro"/>
              </a:rPr>
              <a:t>In-flight messages: Lock expiry returns messages to queue for retry/DLQ</a:t>
            </a:r>
          </a:p>
          <a:p>
            <a:pPr algn="l"/>
            <a:endParaRPr lang="en-SG" sz="1200" b="0" i="0" noProof="0" dirty="0">
              <a:latin typeface="Source Sans Pro"/>
            </a:endParaRPr>
          </a:p>
          <a:p>
            <a:pPr algn="l"/>
            <a:r>
              <a:rPr lang="en-SG" sz="1200" b="1" i="0" noProof="0" dirty="0">
                <a:latin typeface="Source Sans Pro"/>
              </a:rPr>
              <a:t>Platform Resume (after Emergency Stop)</a:t>
            </a:r>
          </a:p>
          <a:p>
            <a:pPr marL="171450" indent="-171450" algn="l">
              <a:buFont typeface="Arial" panose="020B0604020202020204" pitchFamily="34" charset="0"/>
              <a:buChar char="•"/>
            </a:pPr>
            <a:r>
              <a:rPr lang="en-SG" sz="1200" b="0" i="0" noProof="0" dirty="0">
                <a:latin typeface="Source Sans Pro"/>
              </a:rPr>
              <a:t>Requires double approval: Ops Lead + AO Team Lead sign-off in Azure DevOps</a:t>
            </a:r>
          </a:p>
          <a:p>
            <a:pPr marL="171450" indent="-171450" algn="l">
              <a:buFont typeface="Arial" panose="020B0604020202020204" pitchFamily="34" charset="0"/>
              <a:buChar char="•"/>
            </a:pPr>
            <a:r>
              <a:rPr lang="en-SG" sz="1200" b="0" i="0" noProof="0" dirty="0">
                <a:latin typeface="Source Sans Pro"/>
              </a:rPr>
              <a:t>AO team must confirm root cause and fix deployed before resume is approved</a:t>
            </a:r>
          </a:p>
          <a:p>
            <a:pPr marL="171450" indent="-171450" algn="l">
              <a:buFont typeface="Arial" panose="020B0604020202020204" pitchFamily="34" charset="0"/>
              <a:buChar char="•"/>
            </a:pPr>
            <a:r>
              <a:rPr lang="en-SG" sz="1200" b="0" i="0" noProof="0" dirty="0">
                <a:latin typeface="Source Sans Pro"/>
              </a:rPr>
              <a:t>All stop/resume events written to append-only Emergency Stop Cosmos DB container</a:t>
            </a:r>
          </a:p>
          <a:p>
            <a:pPr algn="l"/>
            <a:endParaRPr lang="en-SG" sz="1200" b="0" i="0" noProof="0" dirty="0">
              <a:latin typeface="Source Sans Pro"/>
            </a:endParaRPr>
          </a:p>
          <a:p>
            <a:pPr algn="l"/>
            <a:r>
              <a:rPr lang="en-SG" sz="1200" b="1" i="0" noProof="0" dirty="0">
                <a:latin typeface="Source Sans Pro"/>
              </a:rPr>
              <a:t>Fallback path during any outage </a:t>
            </a:r>
            <a:r>
              <a:rPr lang="en-SG" sz="1200" b="0" i="0" noProof="0" dirty="0">
                <a:latin typeface="Source Sans Pro"/>
              </a:rPr>
              <a:t>→ emails routed to Human Officer Queue (unified escalation queue for all categories the platform cannot process automatically)</a:t>
            </a:r>
          </a:p>
          <a:p>
            <a:pPr algn="l"/>
            <a:endParaRPr lang="en-SG" sz="1200" b="0" i="0" noProof="0" dirty="0">
              <a:latin typeface="Source Sans Pro"/>
            </a:endParaRPr>
          </a:p>
          <a:p>
            <a:pPr algn="l"/>
            <a:r>
              <a:rPr lang="en-SG" sz="1200" b="1" i="0" noProof="0" dirty="0">
                <a:latin typeface="Source Sans Pro"/>
              </a:rPr>
              <a:t>This constitutes the Business Continuity Plan (BCP) for the AO layer (IM8 requirement): </a:t>
            </a:r>
          </a:p>
          <a:p>
            <a:pPr algn="l"/>
            <a:r>
              <a:rPr lang="en-SG" sz="1200" b="0" i="0" noProof="0" dirty="0">
                <a:latin typeface="Source Sans Pro"/>
              </a:rPr>
              <a:t>manual processing capacity must be verified sufficient for full email volume.</a:t>
            </a:r>
          </a:p>
        </p:txBody>
      </p:sp>
      <p:sp>
        <p:nvSpPr>
          <p:cNvPr id="7" name="Slide Number Placeholder 1">
            <a:extLst>
              <a:ext uri="{FF2B5EF4-FFF2-40B4-BE49-F238E27FC236}">
                <a16:creationId xmlns:a16="http://schemas.microsoft.com/office/drawing/2014/main" id="{2DB7A30E-2BF6-4A91-3B68-9C0AE955E0CA}"/>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32</a:t>
            </a:fld>
            <a:endParaRPr lang="en-SG"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104" y="819562"/>
            <a:ext cx="10515600" cy="704639"/>
          </a:xfrm>
        </p:spPr>
        <p:txBody>
          <a:bodyPr/>
          <a:lstStyle/>
          <a:p>
            <a:r>
              <a:rPr lang="en-SG" sz="2000" noProof="0" dirty="0">
                <a:latin typeface="Source Sans Pro"/>
              </a:rPr>
              <a:t>Platform Reliability: Circuit Breakers &amp; Fallback Routing</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Platform Reliability &amp; SLAs</a:t>
            </a:r>
          </a:p>
        </p:txBody>
      </p:sp>
      <p:sp>
        <p:nvSpPr>
          <p:cNvPr id="23" name="TextBox 22"/>
          <p:cNvSpPr txBox="1"/>
          <p:nvPr/>
        </p:nvSpPr>
        <p:spPr>
          <a:xfrm>
            <a:off x="832104" y="5529112"/>
            <a:ext cx="10515600" cy="461665"/>
          </a:xfrm>
          <a:prstGeom prst="rect">
            <a:avLst/>
          </a:prstGeom>
          <a:noFill/>
        </p:spPr>
        <p:txBody>
          <a:bodyPr wrap="square">
            <a:spAutoFit/>
          </a:bodyPr>
          <a:lstStyle/>
          <a:p>
            <a:pPr algn="l"/>
            <a:r>
              <a:rPr lang="en-SG" sz="1200" b="1" i="0" noProof="0" dirty="0">
                <a:solidFill>
                  <a:srgbClr val="005AAB"/>
                </a:solidFill>
                <a:latin typeface="Source Sans Pro"/>
              </a:rPr>
              <a:t>IRAS Recommendation: Option 1. At &lt;1,000 emails/day, circuit breakers + PTU + DLQ fallback cover the two highest-impact failure modes at appropriate cost.</a:t>
            </a:r>
          </a:p>
        </p:txBody>
      </p:sp>
      <p:graphicFrame>
        <p:nvGraphicFramePr>
          <p:cNvPr id="6" name="converted_table">
            <a:extLst>
              <a:ext uri="{FF2B5EF4-FFF2-40B4-BE49-F238E27FC236}">
                <a16:creationId xmlns:a16="http://schemas.microsoft.com/office/drawing/2014/main" id="{E1FC3B7B-C68F-45C8-B5FD-E0A2C7632C0D}"/>
              </a:ext>
            </a:extLst>
          </p:cNvPr>
          <p:cNvGraphicFramePr>
            <a:graphicFrameLocks noGrp="1"/>
          </p:cNvGraphicFramePr>
          <p:nvPr>
            <p:extLst>
              <p:ext uri="{D42A27DB-BD31-4B8C-83A1-F6EECF244321}">
                <p14:modId xmlns:p14="http://schemas.microsoft.com/office/powerpoint/2010/main" val="611768082"/>
              </p:ext>
            </p:extLst>
          </p:nvPr>
        </p:nvGraphicFramePr>
        <p:xfrm>
          <a:off x="838200" y="1905000"/>
          <a:ext cx="10464800" cy="3306813"/>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902119157"/>
                    </a:ext>
                  </a:extLst>
                </a:gridCol>
                <a:gridCol w="3810000">
                  <a:extLst>
                    <a:ext uri="{9D8B030D-6E8A-4147-A177-3AD203B41FA5}">
                      <a16:colId xmlns:a16="http://schemas.microsoft.com/office/drawing/2014/main" val="1492183587"/>
                    </a:ext>
                  </a:extLst>
                </a:gridCol>
                <a:gridCol w="2603500">
                  <a:extLst>
                    <a:ext uri="{9D8B030D-6E8A-4147-A177-3AD203B41FA5}">
                      <a16:colId xmlns:a16="http://schemas.microsoft.com/office/drawing/2014/main" val="7427787"/>
                    </a:ext>
                  </a:extLst>
                </a:gridCol>
                <a:gridCol w="2781300">
                  <a:extLst>
                    <a:ext uri="{9D8B030D-6E8A-4147-A177-3AD203B41FA5}">
                      <a16:colId xmlns:a16="http://schemas.microsoft.com/office/drawing/2014/main" val="463050734"/>
                    </a:ext>
                  </a:extLst>
                </a:gridCol>
              </a:tblGrid>
              <a:tr h="385813">
                <a:tc>
                  <a:txBody>
                    <a:bodyPr/>
                    <a:lstStyle/>
                    <a:p>
                      <a:pPr algn="l"/>
                      <a:r>
                        <a:rPr lang="en-SG" sz="1200" b="1" noProof="0" dirty="0">
                          <a:solidFill>
                            <a:srgbClr val="FFFFFF"/>
                          </a:solidFill>
                          <a:latin typeface="Source Sans Pro"/>
                        </a:rPr>
                        <a:t>Option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Approach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Pros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Cons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2611999706"/>
                  </a:ext>
                </a:extLst>
              </a:tr>
              <a:tr h="952500">
                <a:tc>
                  <a:txBody>
                    <a:bodyPr/>
                    <a:lstStyle/>
                    <a:p>
                      <a:pPr algn="l"/>
                      <a:r>
                        <a:rPr lang="en-SG" sz="1200" b="0" noProof="0" dirty="0">
                          <a:solidFill>
                            <a:srgbClr val="1F1F1F"/>
                          </a:solidFill>
                          <a:latin typeface="Source Sans Pro"/>
                        </a:rPr>
                        <a:t> Option 1
(Recommended)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Tenacity circuit breakers + Service Bus DLQ to Human Officer Queue + Azure OpenAI PTU</a:t>
                      </a:r>
                    </a:p>
                    <a:p>
                      <a:pPr marL="171450" indent="-171450" algn="l">
                        <a:buFont typeface="Arial" panose="020B0604020202020204" pitchFamily="34" charset="0"/>
                        <a:buChar char="•"/>
                      </a:pPr>
                      <a:r>
                        <a:rPr lang="en-SG" sz="1200" b="0" noProof="0" dirty="0">
                          <a:solidFill>
                            <a:srgbClr val="1F1F1F"/>
                          </a:solidFill>
                          <a:latin typeface="Source Sans Pro"/>
                        </a:rPr>
                        <a:t>Closed / Open / Half-Open per dependency</a:t>
                      </a:r>
                    </a:p>
                    <a:p>
                      <a:pPr marL="171450" indent="-171450" algn="l">
                        <a:buFont typeface="Arial" panose="020B0604020202020204" pitchFamily="34" charset="0"/>
                        <a:buChar char="•"/>
                      </a:pPr>
                      <a:r>
                        <a:rPr lang="en-SG" sz="1200" b="0" noProof="0" dirty="0">
                          <a:solidFill>
                            <a:srgbClr val="1F1F1F"/>
                          </a:solidFill>
                          <a:latin typeface="Source Sans Pro"/>
                        </a:rPr>
                        <a:t>DLQ routes failed work to human officers via Teams</a:t>
                      </a:r>
                    </a:p>
                    <a:p>
                      <a:pPr marL="171450" indent="-171450" algn="l">
                        <a:buFont typeface="Arial" panose="020B0604020202020204" pitchFamily="34" charset="0"/>
                        <a:buChar char="•"/>
                      </a:pPr>
                      <a:r>
                        <a:rPr lang="en-SG" sz="1200" b="0" noProof="0" dirty="0">
                          <a:solidFill>
                            <a:srgbClr val="1F1F1F"/>
                          </a:solidFill>
                          <a:latin typeface="Source Sans Pro"/>
                        </a:rPr>
                        <a:t>25 PTU removes PAYG throttle risk</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Battle-tested retry pattern</a:t>
                      </a:r>
                    </a:p>
                    <a:p>
                      <a:pPr marL="171450" indent="-171450" algn="l">
                        <a:buFont typeface="Arial" panose="020B0604020202020204" pitchFamily="34" charset="0"/>
                        <a:buChar char="•"/>
                      </a:pPr>
                      <a:r>
                        <a:rPr lang="en-SG" sz="1200" b="0" noProof="0" dirty="0">
                          <a:solidFill>
                            <a:srgbClr val="1F1F1F"/>
                          </a:solidFill>
                          <a:latin typeface="Source Sans Pro"/>
                        </a:rPr>
                        <a:t>100% email durability with DLQ fallback</a:t>
                      </a:r>
                    </a:p>
                    <a:p>
                      <a:pPr marL="171450" indent="-171450" algn="l">
                        <a:buFont typeface="Arial" panose="020B0604020202020204" pitchFamily="34" charset="0"/>
                        <a:buChar char="•"/>
                      </a:pPr>
                      <a:r>
                        <a:rPr lang="en-SG" sz="1200" b="0" noProof="0" dirty="0">
                          <a:solidFill>
                            <a:srgbClr val="1F1F1F"/>
                          </a:solidFill>
                          <a:latin typeface="Source Sans Pro"/>
                        </a:rPr>
                        <a:t>Removes the most common failure mode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PTU requires monthly commitment</a:t>
                      </a:r>
                    </a:p>
                    <a:p>
                      <a:pPr marL="171450" indent="-171450" algn="l">
                        <a:buFont typeface="Arial" panose="020B0604020202020204" pitchFamily="34" charset="0"/>
                        <a:buChar char="•"/>
                      </a:pPr>
                      <a:r>
                        <a:rPr lang="en-SG" sz="1200" b="0" noProof="0" dirty="0">
                          <a:solidFill>
                            <a:srgbClr val="1F1F1F"/>
                          </a:solidFill>
                          <a:latin typeface="Source Sans Pro"/>
                        </a:rPr>
                        <a:t>Circuit state is per-container, not shared across replicas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8660451"/>
                  </a:ext>
                </a:extLst>
              </a:tr>
              <a:tr h="952500">
                <a:tc>
                  <a:txBody>
                    <a:bodyPr/>
                    <a:lstStyle/>
                    <a:p>
                      <a:pPr algn="l"/>
                      <a:r>
                        <a:rPr lang="en-SG" sz="1200" b="0" noProof="0" dirty="0">
                          <a:solidFill>
                            <a:srgbClr val="1F1F1F"/>
                          </a:solidFill>
                          <a:latin typeface="Source Sans Pro"/>
                        </a:rPr>
                        <a:t>Option 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PAYG Azure OpenAI + Static Retry Logic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Simpler implementation</a:t>
                      </a:r>
                    </a:p>
                    <a:p>
                      <a:pPr marL="171450" indent="-171450" algn="l">
                        <a:buFont typeface="Arial" panose="020B0604020202020204" pitchFamily="34" charset="0"/>
                        <a:buChar char="•"/>
                      </a:pPr>
                      <a:r>
                        <a:rPr lang="en-SG" sz="1200" b="0" noProof="0" dirty="0">
                          <a:solidFill>
                            <a:srgbClr val="1F1F1F"/>
                          </a:solidFill>
                          <a:latin typeface="Source Sans Pro"/>
                        </a:rPr>
                        <a:t>No PTU commitment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Retry storms can worsen outages</a:t>
                      </a:r>
                    </a:p>
                    <a:p>
                      <a:pPr marL="171450" indent="-171450" algn="l">
                        <a:buFont typeface="Arial" panose="020B0604020202020204" pitchFamily="34" charset="0"/>
                        <a:buChar char="•"/>
                      </a:pPr>
                      <a:r>
                        <a:rPr lang="en-SG" sz="1200" b="0" noProof="0" dirty="0">
                          <a:solidFill>
                            <a:srgbClr val="1F1F1F"/>
                          </a:solidFill>
                          <a:latin typeface="Source Sans Pro"/>
                        </a:rPr>
                        <a:t>PAYG latency variance risks SLA breach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8906961"/>
                  </a:ext>
                </a:extLst>
              </a:tr>
              <a:tr h="952500">
                <a:tc>
                  <a:txBody>
                    <a:bodyPr/>
                    <a:lstStyle/>
                    <a:p>
                      <a:pPr algn="l"/>
                      <a:r>
                        <a:rPr lang="en-SG" sz="1200" b="0" noProof="0" dirty="0">
                          <a:solidFill>
                            <a:srgbClr val="1F1F1F"/>
                          </a:solidFill>
                          <a:latin typeface="Source Sans Pro"/>
                        </a:rPr>
                        <a:t>Option 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Active-Passive AO Cluster in second region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Maximum resiliency against full region failure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Doubles infra cost for low-probability scenario</a:t>
                      </a:r>
                    </a:p>
                    <a:p>
                      <a:pPr marL="171450" indent="-171450" algn="l">
                        <a:buFont typeface="Arial" panose="020B0604020202020204" pitchFamily="34" charset="0"/>
                        <a:buChar char="•"/>
                      </a:pPr>
                      <a:r>
                        <a:rPr lang="en-SG" sz="1200" b="0" noProof="0" dirty="0">
                          <a:solidFill>
                            <a:srgbClr val="1F1F1F"/>
                          </a:solidFill>
                          <a:latin typeface="Source Sans Pro"/>
                        </a:rPr>
                        <a:t>Not recommended below 1,000 emails/day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4914536"/>
                  </a:ext>
                </a:extLst>
              </a:tr>
            </a:tbl>
          </a:graphicData>
        </a:graphic>
      </p:graphicFrame>
      <p:sp>
        <p:nvSpPr>
          <p:cNvPr id="24" name="Slide Number Placeholder 1">
            <a:extLst>
              <a:ext uri="{FF2B5EF4-FFF2-40B4-BE49-F238E27FC236}">
                <a16:creationId xmlns:a16="http://schemas.microsoft.com/office/drawing/2014/main" id="{F7A6F1F7-E39E-D576-CB66-4EDED824BBAB}"/>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33</a:t>
            </a:fld>
            <a:endParaRPr lang="en-SG"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69"/>
            <a:ext cx="10515600" cy="774905"/>
          </a:xfrm>
        </p:spPr>
        <p:txBody>
          <a:bodyPr>
            <a:normAutofit/>
          </a:bodyPr>
          <a:lstStyle/>
          <a:p>
            <a:r>
              <a:rPr lang="en-SG" sz="3200" noProof="0" dirty="0">
                <a:latin typeface="Source Sans Pro"/>
              </a:rPr>
              <a:t>SLA Framework — Speed, Quality, Availability, Cost</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32104" y="306807"/>
            <a:ext cx="10515600" cy="320040"/>
          </a:xfrm>
          <a:prstGeom prst="rect">
            <a:avLst/>
          </a:prstGeom>
          <a:noFill/>
        </p:spPr>
        <p:txBody>
          <a:bodyPr wrap="square">
            <a:spAutoFit/>
          </a:bodyPr>
          <a:lstStyle/>
          <a:p>
            <a:pPr algn="l"/>
            <a:r>
              <a:rPr lang="en-SG" sz="1100" b="0" i="0" noProof="0" dirty="0">
                <a:solidFill>
                  <a:srgbClr val="606060"/>
                </a:solidFill>
                <a:latin typeface="Source Sans Pro"/>
              </a:rPr>
              <a:t>Platform Reliability &amp; SLAs</a:t>
            </a:r>
          </a:p>
        </p:txBody>
      </p:sp>
      <p:sp>
        <p:nvSpPr>
          <p:cNvPr id="6" name="TextBox 5"/>
          <p:cNvSpPr txBox="1"/>
          <p:nvPr/>
        </p:nvSpPr>
        <p:spPr>
          <a:xfrm>
            <a:off x="844296" y="1292674"/>
            <a:ext cx="10515600" cy="292608"/>
          </a:xfrm>
          <a:prstGeom prst="rect">
            <a:avLst/>
          </a:prstGeom>
          <a:noFill/>
        </p:spPr>
        <p:txBody>
          <a:bodyPr wrap="square">
            <a:spAutoFit/>
          </a:bodyPr>
          <a:lstStyle/>
          <a:p>
            <a:pPr algn="l"/>
            <a:r>
              <a:rPr lang="en-SG" sz="1100" b="1" i="0" noProof="0" dirty="0">
                <a:solidFill>
                  <a:srgbClr val="000000"/>
                </a:solidFill>
                <a:latin typeface="Source Sans Pro"/>
              </a:rPr>
              <a:t>Proposed SLA targets (greenfield baseline — to be validated in first 90 days of production)</a:t>
            </a:r>
          </a:p>
        </p:txBody>
      </p:sp>
      <p:sp>
        <p:nvSpPr>
          <p:cNvPr id="51" name="TextBox 50"/>
          <p:cNvSpPr txBox="1"/>
          <p:nvPr/>
        </p:nvSpPr>
        <p:spPr>
          <a:xfrm>
            <a:off x="832104" y="5349240"/>
            <a:ext cx="10515600" cy="646331"/>
          </a:xfrm>
          <a:prstGeom prst="rect">
            <a:avLst/>
          </a:prstGeom>
          <a:noFill/>
        </p:spPr>
        <p:txBody>
          <a:bodyPr wrap="square">
            <a:spAutoFit/>
          </a:bodyPr>
          <a:lstStyle/>
          <a:p>
            <a:pPr algn="l"/>
            <a:r>
              <a:rPr lang="en-SG" sz="1200" b="1" i="0" noProof="0" dirty="0">
                <a:solidFill>
                  <a:srgbClr val="005AAB"/>
                </a:solidFill>
                <a:latin typeface="Source Sans Pro"/>
              </a:rPr>
              <a:t>SLA Dashboard: Azure Monitor Workbook (real-time RAG status per KPI) | Monthly SLA Report: auto-generated via Azure Logic Apps</a:t>
            </a:r>
          </a:p>
          <a:p>
            <a:pPr algn="l"/>
            <a:r>
              <a:rPr lang="en-SG" sz="1200" b="1" i="0" noProof="0" dirty="0">
                <a:solidFill>
                  <a:srgbClr val="005AAB"/>
                </a:solidFill>
                <a:latin typeface="Source Sans Pro"/>
              </a:rPr>
              <a:t>Option 2 (Manual spreadsheet): No real-time visibility; 4–8 h analyst effort/month — not recommended</a:t>
            </a:r>
          </a:p>
          <a:p>
            <a:pPr algn="l"/>
            <a:r>
              <a:rPr lang="en-SG" sz="1200" b="1" i="0" noProof="0" dirty="0">
                <a:solidFill>
                  <a:srgbClr val="005AAB"/>
                </a:solidFill>
                <a:latin typeface="Source Sans Pro"/>
              </a:rPr>
              <a:t>Option 3 (Power BI): Requires GCC 2.0 Power BI availability confirmation; 15-min refresh minimum vs. real-time Workbooks</a:t>
            </a:r>
          </a:p>
        </p:txBody>
      </p:sp>
      <p:graphicFrame>
        <p:nvGraphicFramePr>
          <p:cNvPr id="7" name="sla_framework_table">
            <a:extLst>
              <a:ext uri="{FF2B5EF4-FFF2-40B4-BE49-F238E27FC236}">
                <a16:creationId xmlns:a16="http://schemas.microsoft.com/office/drawing/2014/main" id="{C673A40E-E67E-4ECB-808A-F2773B78041E}"/>
              </a:ext>
            </a:extLst>
          </p:cNvPr>
          <p:cNvGraphicFramePr>
            <a:graphicFrameLocks noGrp="1"/>
          </p:cNvGraphicFramePr>
          <p:nvPr>
            <p:extLst>
              <p:ext uri="{D42A27DB-BD31-4B8C-83A1-F6EECF244321}">
                <p14:modId xmlns:p14="http://schemas.microsoft.com/office/powerpoint/2010/main" val="3289536716"/>
              </p:ext>
            </p:extLst>
          </p:nvPr>
        </p:nvGraphicFramePr>
        <p:xfrm>
          <a:off x="832104" y="1603629"/>
          <a:ext cx="10469880" cy="3225805"/>
        </p:xfrm>
        <a:graphic>
          <a:graphicData uri="http://schemas.openxmlformats.org/drawingml/2006/table">
            <a:tbl>
              <a:tblPr/>
              <a:tblGrid>
                <a:gridCol w="2617470">
                  <a:extLst>
                    <a:ext uri="{9D8B030D-6E8A-4147-A177-3AD203B41FA5}">
                      <a16:colId xmlns:a16="http://schemas.microsoft.com/office/drawing/2014/main" val="2432959837"/>
                    </a:ext>
                  </a:extLst>
                </a:gridCol>
                <a:gridCol w="2617470">
                  <a:extLst>
                    <a:ext uri="{9D8B030D-6E8A-4147-A177-3AD203B41FA5}">
                      <a16:colId xmlns:a16="http://schemas.microsoft.com/office/drawing/2014/main" val="392367974"/>
                    </a:ext>
                  </a:extLst>
                </a:gridCol>
                <a:gridCol w="2617470">
                  <a:extLst>
                    <a:ext uri="{9D8B030D-6E8A-4147-A177-3AD203B41FA5}">
                      <a16:colId xmlns:a16="http://schemas.microsoft.com/office/drawing/2014/main" val="2044123938"/>
                    </a:ext>
                  </a:extLst>
                </a:gridCol>
                <a:gridCol w="2617470">
                  <a:extLst>
                    <a:ext uri="{9D8B030D-6E8A-4147-A177-3AD203B41FA5}">
                      <a16:colId xmlns:a16="http://schemas.microsoft.com/office/drawing/2014/main" val="909967132"/>
                    </a:ext>
                  </a:extLst>
                </a:gridCol>
              </a:tblGrid>
              <a:tr h="293255">
                <a:tc>
                  <a:txBody>
                    <a:bodyPr/>
                    <a:lstStyle/>
                    <a:p>
                      <a:pPr algn="l"/>
                      <a:r>
                        <a:rPr lang="en-SG" sz="1000" b="1" noProof="0" dirty="0">
                          <a:solidFill>
                            <a:schemeClr val="bg1"/>
                          </a:solidFill>
                          <a:latin typeface="Source Sans Pro"/>
                        </a:rPr>
                        <a:t>Dimension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solidFill>
                      <a:schemeClr val="tx2">
                        <a:lumMod val="75000"/>
                        <a:lumOff val="25000"/>
                      </a:schemeClr>
                    </a:solidFill>
                  </a:tcPr>
                </a:tc>
                <a:tc>
                  <a:txBody>
                    <a:bodyPr/>
                    <a:lstStyle/>
                    <a:p>
                      <a:pPr algn="l"/>
                      <a:r>
                        <a:rPr lang="en-SG" sz="1000" b="1" noProof="0" dirty="0">
                          <a:solidFill>
                            <a:schemeClr val="bg1"/>
                          </a:solidFill>
                          <a:latin typeface="Source Sans Pro"/>
                        </a:rPr>
                        <a:t>KPI</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solidFill>
                      <a:schemeClr val="tx2">
                        <a:lumMod val="75000"/>
                        <a:lumOff val="25000"/>
                      </a:schemeClr>
                    </a:solidFill>
                  </a:tcPr>
                </a:tc>
                <a:tc>
                  <a:txBody>
                    <a:bodyPr/>
                    <a:lstStyle/>
                    <a:p>
                      <a:pPr algn="l"/>
                      <a:r>
                        <a:rPr lang="en-SG" sz="1000" b="1" noProof="0" dirty="0">
                          <a:solidFill>
                            <a:schemeClr val="bg1"/>
                          </a:solidFill>
                          <a:latin typeface="Source Sans Pro"/>
                        </a:rPr>
                        <a:t>Proposed Target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solidFill>
                      <a:schemeClr val="tx2">
                        <a:lumMod val="75000"/>
                        <a:lumOff val="25000"/>
                      </a:schemeClr>
                    </a:solidFill>
                  </a:tcPr>
                </a:tc>
                <a:tc>
                  <a:txBody>
                    <a:bodyPr/>
                    <a:lstStyle/>
                    <a:p>
                      <a:pPr algn="l"/>
                      <a:r>
                        <a:rPr lang="en-SG" sz="1000" b="1" noProof="0" dirty="0">
                          <a:solidFill>
                            <a:schemeClr val="bg1"/>
                          </a:solidFill>
                          <a:latin typeface="Source Sans Pro"/>
                        </a:rPr>
                        <a:t>Measurement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solidFill>
                      <a:schemeClr val="tx2">
                        <a:lumMod val="75000"/>
                        <a:lumOff val="25000"/>
                      </a:schemeClr>
                    </a:solidFill>
                  </a:tcPr>
                </a:tc>
                <a:extLst>
                  <a:ext uri="{0D108BD9-81ED-4DB2-BD59-A6C34878D82A}">
                    <a16:rowId xmlns:a16="http://schemas.microsoft.com/office/drawing/2014/main" val="1190775025"/>
                  </a:ext>
                </a:extLst>
              </a:tr>
              <a:tr h="293255">
                <a:tc>
                  <a:txBody>
                    <a:bodyPr/>
                    <a:lstStyle/>
                    <a:p>
                      <a:pPr algn="l"/>
                      <a:r>
                        <a:rPr lang="en-SG" sz="1000" b="0" noProof="0" dirty="0">
                          <a:latin typeface="Source Sans Pro"/>
                        </a:rPr>
                        <a:t>Speed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Time to Resolution (Automated)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P95 ≤ 5 min (biz hours)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err="1">
                          <a:latin typeface="Source Sans Pro"/>
                        </a:rPr>
                        <a:t>ao.email.latency_ms</a:t>
                      </a:r>
                      <a:r>
                        <a:rPr lang="en-SG" sz="1000" b="0" noProof="0" dirty="0">
                          <a:latin typeface="Source Sans Pro"/>
                        </a:rPr>
                        <a:t> (</a:t>
                      </a:r>
                      <a:r>
                        <a:rPr lang="en-SG" sz="1000" b="0" noProof="0" dirty="0" err="1">
                          <a:latin typeface="Source Sans Pro"/>
                        </a:rPr>
                        <a:t>OTel</a:t>
                      </a:r>
                      <a:r>
                        <a:rPr lang="en-SG" sz="1000" b="0" noProof="0" dirty="0">
                          <a:latin typeface="Source Sans Pro"/>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1246994657"/>
                  </a:ext>
                </a:extLst>
              </a:tr>
              <a:tr h="293255">
                <a:tc>
                  <a:txBody>
                    <a:bodyPr/>
                    <a:lstStyle/>
                    <a:p>
                      <a:pPr algn="l"/>
                      <a:r>
                        <a:rPr lang="en-SG" sz="1000" b="0" noProof="0" dirty="0">
                          <a:latin typeface="Source Sans Pro"/>
                        </a:rPr>
                        <a:t>Speed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Time to Resolution (HITL Tier 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P95 ≤ 4 biz hours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HITL task lifecycle record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479086227"/>
                  </a:ext>
                </a:extLst>
              </a:tr>
              <a:tr h="293255">
                <a:tc>
                  <a:txBody>
                    <a:bodyPr/>
                    <a:lstStyle/>
                    <a:p>
                      <a:pPr algn="l"/>
                      <a:r>
                        <a:rPr lang="en-SG" sz="1000" b="0" noProof="0" dirty="0">
                          <a:latin typeface="Source Sans Pro"/>
                        </a:rPr>
                        <a:t>Speed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Time to Resolution (HITL Tier 2/Urgent)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P95 ≤ 1 biz hour</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HITL task lifecycle record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911858880"/>
                  </a:ext>
                </a:extLst>
              </a:tr>
              <a:tr h="293255">
                <a:tc>
                  <a:txBody>
                    <a:bodyPr/>
                    <a:lstStyle/>
                    <a:p>
                      <a:pPr algn="l"/>
                      <a:r>
                        <a:rPr lang="en-SG" sz="1000" b="0" noProof="0" dirty="0">
                          <a:latin typeface="Source Sans Pro"/>
                        </a:rPr>
                        <a:t>Quality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Automated Resolution Accuracy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err="1">
                          <a:latin typeface="Source Sans Pro"/>
                        </a:rPr>
                        <a:t>hitl.correctionRate</a:t>
                      </a:r>
                      <a:r>
                        <a:rPr lang="en-SG" sz="1000" b="0" noProof="0" dirty="0">
                          <a:latin typeface="Source Sans Pro"/>
                        </a:rPr>
                        <a:t> (inverse)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3281126163"/>
                  </a:ext>
                </a:extLst>
              </a:tr>
              <a:tr h="293255">
                <a:tc>
                  <a:txBody>
                    <a:bodyPr/>
                    <a:lstStyle/>
                    <a:p>
                      <a:pPr algn="l"/>
                      <a:r>
                        <a:rPr lang="en-SG" sz="1000" b="0" noProof="0" dirty="0">
                          <a:latin typeface="Source Sans Pro"/>
                        </a:rPr>
                        <a:t>Quality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Hallucination Rate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err="1">
                          <a:latin typeface="Source Sans Pro"/>
                        </a:rPr>
                        <a:t>EvalOps</a:t>
                      </a:r>
                      <a:r>
                        <a:rPr lang="en-SG" sz="1000" b="0" noProof="0" dirty="0">
                          <a:latin typeface="Source Sans Pro"/>
                        </a:rPr>
                        <a:t> LLM-as-Judge (faithfulness)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1132287947"/>
                  </a:ext>
                </a:extLst>
              </a:tr>
              <a:tr h="293255">
                <a:tc>
                  <a:txBody>
                    <a:bodyPr/>
                    <a:lstStyle/>
                    <a:p>
                      <a:pPr algn="l"/>
                      <a:r>
                        <a:rPr lang="en-SG" sz="1000" b="0" noProof="0" dirty="0">
                          <a:latin typeface="Source Sans Pro"/>
                        </a:rPr>
                        <a:t>Quality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Misroute Rate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err="1">
                          <a:latin typeface="Source Sans Pro"/>
                        </a:rPr>
                        <a:t>ao.email.rerouteRate</a:t>
                      </a:r>
                      <a:endParaRPr lang="en-SG" sz="1000" b="0" noProof="0" dirty="0">
                        <a:latin typeface="Source Sans Pro"/>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918142506"/>
                  </a:ext>
                </a:extLst>
              </a:tr>
              <a:tr h="293255">
                <a:tc>
                  <a:txBody>
                    <a:bodyPr/>
                    <a:lstStyle/>
                    <a:p>
                      <a:pPr algn="l"/>
                      <a:r>
                        <a:rPr lang="en-SG" sz="1000" b="0" noProof="0" dirty="0">
                          <a:latin typeface="Source Sans Pro"/>
                        </a:rPr>
                        <a:t>Availability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Platform Availability (biz hours)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99.5%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Azure Monitor heartbeat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2107119050"/>
                  </a:ext>
                </a:extLst>
              </a:tr>
              <a:tr h="293255">
                <a:tc>
                  <a:txBody>
                    <a:bodyPr/>
                    <a:lstStyle/>
                    <a:p>
                      <a:pPr algn="l"/>
                      <a:r>
                        <a:rPr lang="en-SG" sz="1000" b="0" noProof="0" dirty="0">
                          <a:latin typeface="Source Sans Pro"/>
                        </a:rPr>
                        <a:t>Availability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DLQ Rate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err="1">
                          <a:latin typeface="Source Sans Pro"/>
                        </a:rPr>
                        <a:t>servicebus.dlq.messageCount</a:t>
                      </a:r>
                      <a:endParaRPr lang="en-SG" sz="1000" b="0" noProof="0" dirty="0">
                        <a:latin typeface="Source Sans Pro"/>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488140363"/>
                  </a:ext>
                </a:extLst>
              </a:tr>
              <a:tr h="293255">
                <a:tc>
                  <a:txBody>
                    <a:bodyPr/>
                    <a:lstStyle/>
                    <a:p>
                      <a:pPr algn="l"/>
                      <a:r>
                        <a:rPr lang="en-SG" sz="1000" b="0" noProof="0" dirty="0">
                          <a:latin typeface="Source Sans Pro"/>
                        </a:rPr>
                        <a:t>Cost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Cost per Automated Resolution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SGD 0.20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FinOps attribution (Step 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3706873095"/>
                  </a:ext>
                </a:extLst>
              </a:tr>
              <a:tr h="293255">
                <a:tc>
                  <a:txBody>
                    <a:bodyPr/>
                    <a:lstStyle/>
                    <a:p>
                      <a:pPr algn="l"/>
                      <a:r>
                        <a:rPr lang="en-SG" sz="1000" b="0" noProof="0" dirty="0">
                          <a:latin typeface="Source Sans Pro"/>
                        </a:rPr>
                        <a:t>Cost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Automation Rate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a:latin typeface="Source Sans Pro"/>
                        </a:rPr>
                        <a:t>≥ 80% (90-day); ≥ 90% (1yr)</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tc>
                  <a:txBody>
                    <a:bodyPr/>
                    <a:lstStyle/>
                    <a:p>
                      <a:pPr algn="l"/>
                      <a:r>
                        <a:rPr lang="en-SG" sz="1000" b="0" noProof="0" dirty="0" err="1">
                          <a:latin typeface="Source Sans Pro"/>
                        </a:rPr>
                        <a:t>resolutionType</a:t>
                      </a:r>
                      <a:r>
                        <a:rPr lang="en-SG" sz="1000" b="0" noProof="0" dirty="0">
                          <a:latin typeface="Source Sans Pro"/>
                        </a:rPr>
                        <a:t> metric</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lnBlToTr w="0"/>
                  </a:tcPr>
                </a:tc>
                <a:extLst>
                  <a:ext uri="{0D108BD9-81ED-4DB2-BD59-A6C34878D82A}">
                    <a16:rowId xmlns:a16="http://schemas.microsoft.com/office/drawing/2014/main" val="3587809696"/>
                  </a:ext>
                </a:extLst>
              </a:tr>
            </a:tbl>
          </a:graphicData>
        </a:graphic>
      </p:graphicFrame>
      <p:sp>
        <p:nvSpPr>
          <p:cNvPr id="52" name="Slide Number Placeholder 1">
            <a:extLst>
              <a:ext uri="{FF2B5EF4-FFF2-40B4-BE49-F238E27FC236}">
                <a16:creationId xmlns:a16="http://schemas.microsoft.com/office/drawing/2014/main" id="{E1BD9E19-AC70-1AD9-2F79-15C0B0A0FAE5}"/>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34</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FinOps: Token &amp; Cost Management</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FinOps</a:t>
            </a:r>
          </a:p>
        </p:txBody>
      </p:sp>
      <p:sp>
        <p:nvSpPr>
          <p:cNvPr id="23" name="TextBox 22"/>
          <p:cNvSpPr txBox="1"/>
          <p:nvPr/>
        </p:nvSpPr>
        <p:spPr>
          <a:xfrm>
            <a:off x="832104" y="5560060"/>
            <a:ext cx="10515600" cy="461665"/>
          </a:xfrm>
          <a:prstGeom prst="rect">
            <a:avLst/>
          </a:prstGeom>
          <a:noFill/>
        </p:spPr>
        <p:txBody>
          <a:bodyPr wrap="square">
            <a:spAutoFit/>
          </a:bodyPr>
          <a:lstStyle/>
          <a:p>
            <a:pPr algn="l"/>
            <a:r>
              <a:rPr lang="en-SG" sz="1200" b="1" i="0" noProof="0" dirty="0">
                <a:solidFill>
                  <a:srgbClr val="005AAB"/>
                </a:solidFill>
                <a:latin typeface="Source Sans Pro"/>
              </a:rPr>
              <a:t>IRAS Recommendation: Option 1. Token cost varies dramatically per email; per-session attribution + guardrail is the single most important cost control in an agentic platform.</a:t>
            </a:r>
          </a:p>
        </p:txBody>
      </p:sp>
      <p:graphicFrame>
        <p:nvGraphicFramePr>
          <p:cNvPr id="6" name="converted_table">
            <a:extLst>
              <a:ext uri="{FF2B5EF4-FFF2-40B4-BE49-F238E27FC236}">
                <a16:creationId xmlns:a16="http://schemas.microsoft.com/office/drawing/2014/main" id="{8DEBEF4A-D6FF-4DE6-897E-DED978F16336}"/>
              </a:ext>
            </a:extLst>
          </p:cNvPr>
          <p:cNvGraphicFramePr>
            <a:graphicFrameLocks noGrp="1"/>
          </p:cNvGraphicFramePr>
          <p:nvPr>
            <p:extLst>
              <p:ext uri="{D42A27DB-BD31-4B8C-83A1-F6EECF244321}">
                <p14:modId xmlns:p14="http://schemas.microsoft.com/office/powerpoint/2010/main" val="1714598394"/>
              </p:ext>
            </p:extLst>
          </p:nvPr>
        </p:nvGraphicFramePr>
        <p:xfrm>
          <a:off x="838200" y="1905000"/>
          <a:ext cx="10464800" cy="3403065"/>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1842491375"/>
                    </a:ext>
                  </a:extLst>
                </a:gridCol>
                <a:gridCol w="3810000">
                  <a:extLst>
                    <a:ext uri="{9D8B030D-6E8A-4147-A177-3AD203B41FA5}">
                      <a16:colId xmlns:a16="http://schemas.microsoft.com/office/drawing/2014/main" val="3409936617"/>
                    </a:ext>
                  </a:extLst>
                </a:gridCol>
                <a:gridCol w="2603500">
                  <a:extLst>
                    <a:ext uri="{9D8B030D-6E8A-4147-A177-3AD203B41FA5}">
                      <a16:colId xmlns:a16="http://schemas.microsoft.com/office/drawing/2014/main" val="1078822106"/>
                    </a:ext>
                  </a:extLst>
                </a:gridCol>
                <a:gridCol w="2781300">
                  <a:extLst>
                    <a:ext uri="{9D8B030D-6E8A-4147-A177-3AD203B41FA5}">
                      <a16:colId xmlns:a16="http://schemas.microsoft.com/office/drawing/2014/main" val="2655465197"/>
                    </a:ext>
                  </a:extLst>
                </a:gridCol>
              </a:tblGrid>
              <a:tr h="482065">
                <a:tc>
                  <a:txBody>
                    <a:bodyPr/>
                    <a:lstStyle/>
                    <a:p>
                      <a:pPr algn="l"/>
                      <a:r>
                        <a:rPr lang="en-SG" sz="1200" b="1" noProof="0" dirty="0">
                          <a:solidFill>
                            <a:srgbClr val="FFFFFF"/>
                          </a:solidFill>
                          <a:latin typeface="Source Sans Pro"/>
                        </a:rPr>
                        <a:t>Option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Approach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Pros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Cons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765621390"/>
                  </a:ext>
                </a:extLst>
              </a:tr>
              <a:tr h="952500">
                <a:tc>
                  <a:txBody>
                    <a:bodyPr/>
                    <a:lstStyle/>
                    <a:p>
                      <a:pPr algn="l"/>
                      <a:r>
                        <a:rPr lang="en-SG" sz="1000" b="0" noProof="0" dirty="0">
                          <a:solidFill>
                            <a:srgbClr val="1F1F1F"/>
                          </a:solidFill>
                          <a:latin typeface="Source Sans Pro"/>
                        </a:rPr>
                        <a:t> Option 1
(Recommended)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Per-session cost attribution via </a:t>
                      </a:r>
                      <a:r>
                        <a:rPr lang="en-SG" sz="1000" b="0" noProof="0" dirty="0" err="1">
                          <a:solidFill>
                            <a:srgbClr val="1F1F1F"/>
                          </a:solidFill>
                          <a:latin typeface="Source Sans Pro"/>
                        </a:rPr>
                        <a:t>OTel</a:t>
                      </a:r>
                      <a:r>
                        <a:rPr lang="en-SG" sz="1000" b="0" noProof="0" dirty="0">
                          <a:solidFill>
                            <a:srgbClr val="1F1F1F"/>
                          </a:solidFill>
                          <a:latin typeface="Source Sans Pro"/>
                        </a:rPr>
                        <a:t> metrics + Azure Cost Management + automated guardrails</a:t>
                      </a:r>
                    </a:p>
                    <a:p>
                      <a:pPr marL="171450" indent="-171450" algn="l">
                        <a:buFont typeface="Arial" panose="020B0604020202020204" pitchFamily="34" charset="0"/>
                        <a:buChar char="•"/>
                      </a:pPr>
                      <a:r>
                        <a:rPr lang="en-SG" sz="1000" b="0" noProof="0" dirty="0">
                          <a:solidFill>
                            <a:srgbClr val="1F1F1F"/>
                          </a:solidFill>
                          <a:latin typeface="Source Sans Pro"/>
                        </a:rPr>
                        <a:t>Store prompt/completion tokens and cost per email</a:t>
                      </a:r>
                    </a:p>
                    <a:p>
                      <a:pPr marL="171450" indent="-171450" algn="l">
                        <a:buFont typeface="Arial" panose="020B0604020202020204" pitchFamily="34" charset="0"/>
                        <a:buChar char="•"/>
                      </a:pPr>
                      <a:r>
                        <a:rPr lang="en-SG" sz="1000" b="0" noProof="0" dirty="0">
                          <a:solidFill>
                            <a:srgbClr val="1F1F1F"/>
                          </a:solidFill>
                          <a:latin typeface="Source Sans Pro"/>
                        </a:rPr>
                        <a:t>Enforce agent-level token budget and route overages to human queue</a:t>
                      </a:r>
                    </a:p>
                    <a:p>
                      <a:pPr marL="171450" indent="-171450" algn="l">
                        <a:buFont typeface="Arial" panose="020B0604020202020204" pitchFamily="34" charset="0"/>
                        <a:buChar char="•"/>
                      </a:pPr>
                      <a:r>
                        <a:rPr lang="en-SG" sz="1000" b="0" noProof="0" dirty="0">
                          <a:solidFill>
                            <a:srgbClr val="1F1F1F"/>
                          </a:solidFill>
                          <a:latin typeface="Source Sans Pro"/>
                        </a:rPr>
                        <a:t>Daily and monthly alerts at 90% / 100% budget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Identifies costly agents and SOPs</a:t>
                      </a:r>
                    </a:p>
                    <a:p>
                      <a:pPr marL="171450" indent="-171450" algn="l">
                        <a:buFont typeface="Arial" panose="020B0604020202020204" pitchFamily="34" charset="0"/>
                        <a:buChar char="•"/>
                      </a:pPr>
                      <a:r>
                        <a:rPr lang="en-SG" sz="1000" b="0" noProof="0" dirty="0">
                          <a:solidFill>
                            <a:srgbClr val="1F1F1F"/>
                          </a:solidFill>
                          <a:latin typeface="Source Sans Pro"/>
                        </a:rPr>
                        <a:t>Prevents runaway loops</a:t>
                      </a:r>
                    </a:p>
                    <a:p>
                      <a:pPr marL="171450" indent="-171450" algn="l">
                        <a:buFont typeface="Arial" panose="020B0604020202020204" pitchFamily="34" charset="0"/>
                        <a:buChar char="•"/>
                      </a:pPr>
                      <a:r>
                        <a:rPr lang="en-SG" sz="1000" b="0" noProof="0" dirty="0">
                          <a:solidFill>
                            <a:srgbClr val="1F1F1F"/>
                          </a:solidFill>
                          <a:latin typeface="Source Sans Pro"/>
                        </a:rPr>
                        <a:t>Avoids silent cost spikes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Adds FinOps aggregator maintenance</a:t>
                      </a:r>
                    </a:p>
                    <a:p>
                      <a:pPr marL="171450" indent="-171450" algn="l">
                        <a:buFont typeface="Arial" panose="020B0604020202020204" pitchFamily="34" charset="0"/>
                        <a:buChar char="•"/>
                      </a:pPr>
                      <a:r>
                        <a:rPr lang="en-SG" sz="1000" b="0" noProof="0" dirty="0">
                          <a:solidFill>
                            <a:srgbClr val="1F1F1F"/>
                          </a:solidFill>
                          <a:latin typeface="Source Sans Pro"/>
                        </a:rPr>
                        <a:t>PTU flat rate may exceed PAYG at very low utilisation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029174"/>
                  </a:ext>
                </a:extLst>
              </a:tr>
              <a:tr h="952500">
                <a:tc>
                  <a:txBody>
                    <a:bodyPr/>
                    <a:lstStyle/>
                    <a:p>
                      <a:pPr algn="l"/>
                      <a:r>
                        <a:rPr lang="en-SG" sz="1000" b="0" noProof="0" dirty="0">
                          <a:solidFill>
                            <a:srgbClr val="1F1F1F"/>
                          </a:solidFill>
                          <a:latin typeface="Source Sans Pro"/>
                        </a:rPr>
                        <a:t>Option 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Azure Cost Management aggregate monitoring only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Zero implementation effort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Cannot identify which agent or email is expensive</a:t>
                      </a:r>
                    </a:p>
                    <a:p>
                      <a:pPr marL="171450" indent="-171450" algn="l">
                        <a:buFont typeface="Arial" panose="020B0604020202020204" pitchFamily="34" charset="0"/>
                        <a:buChar char="•"/>
                      </a:pPr>
                      <a:r>
                        <a:rPr lang="en-SG" sz="1000" b="0" noProof="0" dirty="0">
                          <a:solidFill>
                            <a:srgbClr val="1F1F1F"/>
                          </a:solidFill>
                          <a:latin typeface="Source Sans Pro"/>
                        </a:rPr>
                        <a:t>No per-session guardrail</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580766"/>
                  </a:ext>
                </a:extLst>
              </a:tr>
              <a:tr h="952500">
                <a:tc>
                  <a:txBody>
                    <a:bodyPr/>
                    <a:lstStyle/>
                    <a:p>
                      <a:pPr algn="l"/>
                      <a:r>
                        <a:rPr lang="en-SG" sz="1000" b="0" noProof="0" dirty="0">
                          <a:solidFill>
                            <a:srgbClr val="1F1F1F"/>
                          </a:solidFill>
                          <a:latin typeface="Source Sans Pro"/>
                        </a:rPr>
                        <a:t>Option 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err="1">
                          <a:solidFill>
                            <a:srgbClr val="1F1F1F"/>
                          </a:solidFill>
                          <a:latin typeface="Source Sans Pro"/>
                        </a:rPr>
                        <a:t>OpenCost</a:t>
                      </a:r>
                      <a:r>
                        <a:rPr lang="en-SG" sz="1000" b="0" noProof="0" dirty="0">
                          <a:solidFill>
                            <a:srgbClr val="1F1F1F"/>
                          </a:solidFill>
                          <a:latin typeface="Source Sans Pro"/>
                        </a:rPr>
                        <a:t> on AKS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Provides AKS compute attribution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Does not cover Azure OpenAI token cost</a:t>
                      </a:r>
                    </a:p>
                    <a:p>
                      <a:pPr marL="171450" indent="-171450" algn="l">
                        <a:buFont typeface="Arial" panose="020B0604020202020204" pitchFamily="34" charset="0"/>
                        <a:buChar char="•"/>
                      </a:pPr>
                      <a:r>
                        <a:rPr lang="en-SG" sz="1000" b="0" noProof="0" dirty="0">
                          <a:solidFill>
                            <a:srgbClr val="1F1F1F"/>
                          </a:solidFill>
                          <a:latin typeface="Source Sans Pro"/>
                        </a:rPr>
                        <a:t>Adds complexity for a secondary cost category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0523078"/>
                  </a:ext>
                </a:extLst>
              </a:tr>
            </a:tbl>
          </a:graphicData>
        </a:graphic>
      </p:graphicFrame>
      <p:sp>
        <p:nvSpPr>
          <p:cNvPr id="24" name="Slide Number Placeholder 1">
            <a:extLst>
              <a:ext uri="{FF2B5EF4-FFF2-40B4-BE49-F238E27FC236}">
                <a16:creationId xmlns:a16="http://schemas.microsoft.com/office/drawing/2014/main" id="{82776BBC-2316-86C4-53F0-F9DA1734DE02}"/>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35</a:t>
            </a:fld>
            <a:endParaRPr lang="en-SG"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Cost Comparison: Agent-Resolved vs. Human-Officer-Resolved</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FinOps</a:t>
            </a:r>
          </a:p>
        </p:txBody>
      </p:sp>
      <p:sp>
        <p:nvSpPr>
          <p:cNvPr id="6" name="TextBox 5"/>
          <p:cNvSpPr txBox="1"/>
          <p:nvPr/>
        </p:nvSpPr>
        <p:spPr>
          <a:xfrm>
            <a:off x="832104" y="1552073"/>
            <a:ext cx="10515600" cy="4154984"/>
          </a:xfrm>
          <a:prstGeom prst="rect">
            <a:avLst/>
          </a:prstGeom>
          <a:noFill/>
        </p:spPr>
        <p:txBody>
          <a:bodyPr wrap="square">
            <a:spAutoFit/>
          </a:bodyPr>
          <a:lstStyle/>
          <a:p>
            <a:pPr algn="l"/>
            <a:r>
              <a:rPr lang="en-SG" sz="1200" b="1" i="0" noProof="0" dirty="0">
                <a:latin typeface="Source Sans Pro"/>
              </a:rPr>
              <a:t>Human Officer Cost Per Email (illustrative — to be validated with HR &amp; Finance)</a:t>
            </a:r>
          </a:p>
          <a:p>
            <a:pPr marL="171450" indent="-171450" algn="l">
              <a:buFont typeface="Arial" panose="020B0604020202020204" pitchFamily="34" charset="0"/>
              <a:buChar char="•"/>
            </a:pPr>
            <a:r>
              <a:rPr lang="en-SG" sz="1200" b="0" i="0" noProof="0" dirty="0">
                <a:latin typeface="Source Sans Pro"/>
              </a:rPr>
              <a:t>Officer annual salary: SGD A (to be provided by HR)</a:t>
            </a:r>
          </a:p>
          <a:p>
            <a:pPr marL="171450" indent="-171450" algn="l">
              <a:buFont typeface="Arial" panose="020B0604020202020204" pitchFamily="34" charset="0"/>
              <a:buChar char="•"/>
            </a:pPr>
            <a:r>
              <a:rPr lang="en-SG" sz="1200" b="0" i="0" noProof="0" dirty="0">
                <a:latin typeface="Source Sans Pro"/>
              </a:rPr>
              <a:t>Employer overhead (CPF, benefits, office): ~30–40% additional</a:t>
            </a:r>
          </a:p>
          <a:p>
            <a:pPr marL="171450" indent="-171450" algn="l">
              <a:buFont typeface="Arial" panose="020B0604020202020204" pitchFamily="34" charset="0"/>
              <a:buChar char="•"/>
            </a:pPr>
            <a:r>
              <a:rPr lang="en-SG" sz="1200" b="0" i="0" noProof="0" dirty="0">
                <a:latin typeface="Source Sans Pro"/>
              </a:rPr>
              <a:t>Illustrative: SGD 80,000 salary + 35% overhead = SGD 108,000/year</a:t>
            </a:r>
          </a:p>
          <a:p>
            <a:pPr marL="171450" indent="-171450" algn="l">
              <a:buFont typeface="Arial" panose="020B0604020202020204" pitchFamily="34" charset="0"/>
              <a:buChar char="•"/>
            </a:pPr>
            <a:r>
              <a:rPr lang="en-SG" sz="1200" b="0" i="0" noProof="0" dirty="0">
                <a:latin typeface="Source Sans Pro"/>
              </a:rPr>
              <a:t>Emails processed/officer/year: ~17,500 (70/day × 250 days) — routine cases</a:t>
            </a:r>
          </a:p>
          <a:p>
            <a:pPr marL="171450" indent="-171450" algn="l">
              <a:buFont typeface="Arial" panose="020B0604020202020204" pitchFamily="34" charset="0"/>
              <a:buChar char="•"/>
            </a:pPr>
            <a:r>
              <a:rPr lang="en-SG" sz="1200" b="0" i="0" noProof="0" dirty="0">
                <a:latin typeface="Source Sans Pro"/>
              </a:rPr>
              <a:t>Illustrative human cost per email: SGD 108,000 ÷ 17,500 ≈ SGD 6.17/email</a:t>
            </a:r>
          </a:p>
          <a:p>
            <a:pPr algn="l"/>
            <a:endParaRPr lang="en-SG" sz="1200" b="0" i="0" noProof="0" dirty="0">
              <a:latin typeface="Source Sans Pro"/>
            </a:endParaRPr>
          </a:p>
          <a:p>
            <a:pPr algn="l"/>
            <a:r>
              <a:rPr lang="en-SG" sz="1200" b="1" i="0" noProof="0" dirty="0">
                <a:latin typeface="Source Sans Pro"/>
              </a:rPr>
              <a:t>Agent Cost Per Email (from FinOps attribution, Step 5.1)</a:t>
            </a:r>
          </a:p>
          <a:p>
            <a:pPr marL="171450" indent="-171450" algn="l">
              <a:buFont typeface="Arial" panose="020B0604020202020204" pitchFamily="34" charset="0"/>
              <a:buChar char="•"/>
            </a:pPr>
            <a:r>
              <a:rPr lang="en-SG" sz="1200" b="0" i="0" noProof="0" dirty="0">
                <a:latin typeface="Source Sans Pro"/>
              </a:rPr>
              <a:t>A</a:t>
            </a:r>
            <a:r>
              <a:rPr lang="en-SG" sz="1200" noProof="0" dirty="0">
                <a:latin typeface="Source Sans Pro"/>
              </a:rPr>
              <a:t>zure</a:t>
            </a:r>
            <a:r>
              <a:rPr lang="en-SG" sz="1200" b="0" i="0" noProof="0" dirty="0">
                <a:latin typeface="Source Sans Pro"/>
              </a:rPr>
              <a:t> OpenAI token cost: ~USD 0.009 (~SGD 0.012) per email at 3,000 </a:t>
            </a:r>
            <a:r>
              <a:rPr lang="en-SG" sz="1200" b="0" i="0" noProof="0" dirty="0" err="1">
                <a:latin typeface="Source Sans Pro"/>
              </a:rPr>
              <a:t>avg</a:t>
            </a:r>
            <a:r>
              <a:rPr lang="en-SG" sz="1200" b="0" i="0" noProof="0" dirty="0">
                <a:latin typeface="Source Sans Pro"/>
              </a:rPr>
              <a:t> tokens</a:t>
            </a:r>
          </a:p>
          <a:p>
            <a:pPr marL="171450" indent="-171450" algn="l">
              <a:buFont typeface="Arial" panose="020B0604020202020204" pitchFamily="34" charset="0"/>
              <a:buChar char="•"/>
            </a:pPr>
            <a:r>
              <a:rPr lang="en-SG" sz="1200" b="0" i="0" noProof="0" dirty="0">
                <a:latin typeface="Source Sans Pro"/>
              </a:rPr>
              <a:t>ACA compute cost: ~SGD 0.003 per email at P95 5-min processing</a:t>
            </a:r>
          </a:p>
          <a:p>
            <a:pPr marL="171450" indent="-171450" algn="l">
              <a:buFont typeface="Arial" panose="020B0604020202020204" pitchFamily="34" charset="0"/>
              <a:buChar char="•"/>
            </a:pPr>
            <a:r>
              <a:rPr lang="en-SG" sz="1200" b="0" i="0" noProof="0" dirty="0">
                <a:latin typeface="Source Sans Pro"/>
              </a:rPr>
              <a:t>Overhead (</a:t>
            </a:r>
            <a:r>
              <a:rPr lang="en-SG" sz="1200" b="0" i="0" noProof="0" dirty="0" err="1">
                <a:latin typeface="Source Sans Pro"/>
              </a:rPr>
              <a:t>Langfuse</a:t>
            </a:r>
            <a:r>
              <a:rPr lang="en-SG" sz="1200" b="0" i="0" noProof="0" dirty="0">
                <a:latin typeface="Source Sans Pro"/>
              </a:rPr>
              <a:t>, monitoring, registry DB): ~SGD 0.005 per email</a:t>
            </a:r>
          </a:p>
          <a:p>
            <a:pPr marL="171450" indent="-171450" algn="l">
              <a:buFont typeface="Arial" panose="020B0604020202020204" pitchFamily="34" charset="0"/>
              <a:buChar char="•"/>
            </a:pPr>
            <a:r>
              <a:rPr lang="en-SG" sz="1200" b="0" i="0" noProof="0" dirty="0">
                <a:latin typeface="Source Sans Pro"/>
              </a:rPr>
              <a:t>Total agent cost per email: ~SGD 0.02–0.10 (to be validated in first 30 days)</a:t>
            </a:r>
          </a:p>
          <a:p>
            <a:pPr marL="171450" indent="-171450" algn="l">
              <a:buFont typeface="Arial" panose="020B0604020202020204" pitchFamily="34" charset="0"/>
              <a:buChar char="•"/>
            </a:pPr>
            <a:r>
              <a:rPr lang="en-SG" sz="1200" b="0" i="0" noProof="0" dirty="0">
                <a:latin typeface="Source Sans Pro"/>
              </a:rPr>
              <a:t>Target: ≤ SGD 0.20/resolution</a:t>
            </a:r>
          </a:p>
          <a:p>
            <a:pPr algn="l"/>
            <a:endParaRPr lang="en-SG" sz="1200" b="0" i="0" noProof="0" dirty="0">
              <a:latin typeface="Source Sans Pro"/>
            </a:endParaRPr>
          </a:p>
          <a:p>
            <a:pPr algn="l"/>
            <a:r>
              <a:rPr lang="en-SG" sz="1200" b="1" i="0" noProof="0" dirty="0">
                <a:latin typeface="Source Sans Pro"/>
              </a:rPr>
              <a:t>Break-Even / ROI Analysis</a:t>
            </a:r>
          </a:p>
          <a:p>
            <a:pPr algn="l"/>
            <a:r>
              <a:rPr lang="en-SG" sz="1200" b="0" i="0" noProof="0" dirty="0">
                <a:latin typeface="Source Sans Pro"/>
              </a:rPr>
              <a:t>At 80% automation rate (1,000 emails/day → 800 automated, 200 HITL/human):</a:t>
            </a:r>
          </a:p>
          <a:p>
            <a:pPr marL="171450" indent="-171450" algn="l">
              <a:buFont typeface="Arial" panose="020B0604020202020204" pitchFamily="34" charset="0"/>
              <a:buChar char="•"/>
            </a:pPr>
            <a:r>
              <a:rPr lang="en-SG" sz="1200" b="0" i="0" noProof="0" dirty="0">
                <a:latin typeface="Source Sans Pro"/>
              </a:rPr>
              <a:t>Human cost equivalent: 800 × SGD 6.17 = SGD 4,936/day</a:t>
            </a:r>
          </a:p>
          <a:p>
            <a:pPr marL="171450" indent="-171450" algn="l">
              <a:buFont typeface="Arial" panose="020B0604020202020204" pitchFamily="34" charset="0"/>
              <a:buChar char="•"/>
            </a:pPr>
            <a:r>
              <a:rPr lang="en-SG" sz="1200" b="0" i="0" noProof="0" dirty="0">
                <a:latin typeface="Source Sans Pro"/>
              </a:rPr>
              <a:t>Agent cost: 800 × SGD 0.10 = SGD 80/day</a:t>
            </a:r>
          </a:p>
          <a:p>
            <a:pPr marL="171450" indent="-171450" algn="l">
              <a:buFont typeface="Arial" panose="020B0604020202020204" pitchFamily="34" charset="0"/>
              <a:buChar char="•"/>
            </a:pPr>
            <a:r>
              <a:rPr lang="en-SG" sz="1200" b="0" i="0" noProof="0" dirty="0">
                <a:latin typeface="Source Sans Pro"/>
              </a:rPr>
              <a:t>Net daily saving (automated portion): ~SGD 4,856/day</a:t>
            </a:r>
          </a:p>
          <a:p>
            <a:pPr marL="171450" indent="-171450" algn="l">
              <a:buFont typeface="Arial" panose="020B0604020202020204" pitchFamily="34" charset="0"/>
              <a:buChar char="•"/>
            </a:pPr>
            <a:r>
              <a:rPr lang="en-SG" sz="1200" b="0" i="0" noProof="0" dirty="0">
                <a:latin typeface="Source Sans Pro"/>
              </a:rPr>
              <a:t>Platform monthly operating cost: ~SGD 1,890 (Azure OpenAI) + other infra</a:t>
            </a:r>
          </a:p>
          <a:p>
            <a:pPr algn="l"/>
            <a:endParaRPr lang="en-SG" sz="1200" b="0" i="0" noProof="0" dirty="0">
              <a:latin typeface="Source Sans Pro"/>
            </a:endParaRPr>
          </a:p>
          <a:p>
            <a:pPr algn="l"/>
            <a:r>
              <a:rPr lang="en-SG" sz="1200" b="1" i="0" noProof="0" dirty="0">
                <a:latin typeface="Source Sans Pro"/>
              </a:rPr>
              <a:t>Note: These are indicative estimates</a:t>
            </a:r>
            <a:r>
              <a:rPr lang="en-SG" sz="1200" b="0" i="0" noProof="0" dirty="0">
                <a:latin typeface="Source Sans Pro"/>
              </a:rPr>
              <a:t>. Ops team to establish actuals within first 30 days of production and publish a validated cost comparison to management.</a:t>
            </a:r>
          </a:p>
        </p:txBody>
      </p:sp>
      <p:sp>
        <p:nvSpPr>
          <p:cNvPr id="7" name="Slide Number Placeholder 1">
            <a:extLst>
              <a:ext uri="{FF2B5EF4-FFF2-40B4-BE49-F238E27FC236}">
                <a16:creationId xmlns:a16="http://schemas.microsoft.com/office/drawing/2014/main" id="{6D2C8BCA-6983-8876-0F86-6696833B605F}"/>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36</a:t>
            </a:fld>
            <a:endParaRPr lang="en-SG"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Operational Feedback Loop &amp; Self-Reflection</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Operational Feedback &amp; Lifecycle</a:t>
            </a:r>
          </a:p>
        </p:txBody>
      </p:sp>
      <p:graphicFrame>
        <p:nvGraphicFramePr>
          <p:cNvPr id="6" name="converted_table">
            <a:extLst>
              <a:ext uri="{FF2B5EF4-FFF2-40B4-BE49-F238E27FC236}">
                <a16:creationId xmlns:a16="http://schemas.microsoft.com/office/drawing/2014/main" id="{E0745356-14A6-40E0-AD9F-47C3C9061365}"/>
              </a:ext>
            </a:extLst>
          </p:cNvPr>
          <p:cNvGraphicFramePr>
            <a:graphicFrameLocks noGrp="1"/>
          </p:cNvGraphicFramePr>
          <p:nvPr>
            <p:extLst>
              <p:ext uri="{D42A27DB-BD31-4B8C-83A1-F6EECF244321}">
                <p14:modId xmlns:p14="http://schemas.microsoft.com/office/powerpoint/2010/main" val="3066049129"/>
              </p:ext>
            </p:extLst>
          </p:nvPr>
        </p:nvGraphicFramePr>
        <p:xfrm>
          <a:off x="838200" y="1905000"/>
          <a:ext cx="10464800" cy="3114575"/>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630861238"/>
                    </a:ext>
                  </a:extLst>
                </a:gridCol>
                <a:gridCol w="3810000">
                  <a:extLst>
                    <a:ext uri="{9D8B030D-6E8A-4147-A177-3AD203B41FA5}">
                      <a16:colId xmlns:a16="http://schemas.microsoft.com/office/drawing/2014/main" val="1543384779"/>
                    </a:ext>
                  </a:extLst>
                </a:gridCol>
                <a:gridCol w="2603500">
                  <a:extLst>
                    <a:ext uri="{9D8B030D-6E8A-4147-A177-3AD203B41FA5}">
                      <a16:colId xmlns:a16="http://schemas.microsoft.com/office/drawing/2014/main" val="1109774239"/>
                    </a:ext>
                  </a:extLst>
                </a:gridCol>
                <a:gridCol w="2781300">
                  <a:extLst>
                    <a:ext uri="{9D8B030D-6E8A-4147-A177-3AD203B41FA5}">
                      <a16:colId xmlns:a16="http://schemas.microsoft.com/office/drawing/2014/main" val="1970326730"/>
                    </a:ext>
                  </a:extLst>
                </a:gridCol>
              </a:tblGrid>
              <a:tr h="462815">
                <a:tc>
                  <a:txBody>
                    <a:bodyPr/>
                    <a:lstStyle/>
                    <a:p>
                      <a:pPr algn="l"/>
                      <a:r>
                        <a:rPr lang="en-SG" sz="1200" b="1" noProof="0" dirty="0">
                          <a:solidFill>
                            <a:srgbClr val="FFFFFF"/>
                          </a:solidFill>
                          <a:latin typeface="Source Sans Pro"/>
                        </a:rPr>
                        <a:t>Option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Approach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Pros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Cons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6055808"/>
                  </a:ext>
                </a:extLst>
              </a:tr>
              <a:tr h="1270000">
                <a:tc>
                  <a:txBody>
                    <a:bodyPr/>
                    <a:lstStyle/>
                    <a:p>
                      <a:pPr algn="l"/>
                      <a:r>
                        <a:rPr lang="en-SG" sz="1200" b="0" noProof="0" dirty="0">
                          <a:solidFill>
                            <a:srgbClr val="1F1F1F"/>
                          </a:solidFill>
                          <a:latin typeface="Source Sans Pro"/>
                        </a:rPr>
                        <a:t> Option 1
(Recommended)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Event-driven feedback pipeline → </a:t>
                      </a:r>
                      <a:r>
                        <a:rPr lang="en-SG" sz="1200" b="0" noProof="0" dirty="0" err="1">
                          <a:solidFill>
                            <a:srgbClr val="1F1F1F"/>
                          </a:solidFill>
                          <a:latin typeface="Source Sans Pro"/>
                        </a:rPr>
                        <a:t>Langfuse</a:t>
                      </a:r>
                      <a:r>
                        <a:rPr lang="en-SG" sz="1200" b="0" noProof="0" dirty="0">
                          <a:solidFill>
                            <a:srgbClr val="1F1F1F"/>
                          </a:solidFill>
                          <a:latin typeface="Source Sans Pro"/>
                        </a:rPr>
                        <a:t> evaluation dataset</a:t>
                      </a:r>
                    </a:p>
                    <a:p>
                      <a:pPr marL="171450" indent="-171450" algn="l">
                        <a:buFont typeface="Arial" panose="020B0604020202020204" pitchFamily="34" charset="0"/>
                        <a:buChar char="•"/>
                      </a:pPr>
                      <a:r>
                        <a:rPr lang="en-SG" sz="1200" b="0" noProof="0" dirty="0">
                          <a:solidFill>
                            <a:srgbClr val="1F1F1F"/>
                          </a:solidFill>
                          <a:latin typeface="Source Sans Pro"/>
                        </a:rPr>
                        <a:t>Capture HITL decisions, audit corrections, fallback cases, and re-route events</a:t>
                      </a:r>
                    </a:p>
                    <a:p>
                      <a:pPr marL="171450" indent="-171450" algn="l">
                        <a:buFont typeface="Arial" panose="020B0604020202020204" pitchFamily="34" charset="0"/>
                        <a:buChar char="•"/>
                      </a:pPr>
                      <a:r>
                        <a:rPr lang="en-SG" sz="1200" b="0" noProof="0" dirty="0">
                          <a:solidFill>
                            <a:srgbClr val="1F1F1F"/>
                          </a:solidFill>
                          <a:latin typeface="Source Sans Pro"/>
                        </a:rPr>
                        <a:t>Processor annotates traces every 15 minutes</a:t>
                      </a:r>
                    </a:p>
                    <a:p>
                      <a:pPr marL="171450" indent="-171450" algn="l">
                        <a:buFont typeface="Arial" panose="020B0604020202020204" pitchFamily="34" charset="0"/>
                        <a:buChar char="•"/>
                      </a:pPr>
                      <a:r>
                        <a:rPr lang="en-SG" sz="1200" b="0" noProof="0" dirty="0">
                          <a:solidFill>
                            <a:srgbClr val="1F1F1F"/>
                          </a:solidFill>
                          <a:latin typeface="Source Sans Pro"/>
                        </a:rPr>
                        <a:t>Failure datasets feed weekly and monthly review loops with a 30-day quarantine gate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Creates reusable labelled quality data</a:t>
                      </a:r>
                    </a:p>
                    <a:p>
                      <a:pPr marL="171450" indent="-171450" algn="l">
                        <a:buFont typeface="Arial" panose="020B0604020202020204" pitchFamily="34" charset="0"/>
                        <a:buChar char="•"/>
                      </a:pPr>
                      <a:r>
                        <a:rPr lang="en-SG" sz="1200" b="0" noProof="0" dirty="0">
                          <a:solidFill>
                            <a:srgbClr val="1F1F1F"/>
                          </a:solidFill>
                          <a:latin typeface="Source Sans Pro"/>
                        </a:rPr>
                        <a:t>Fast signal to owning teams</a:t>
                      </a:r>
                    </a:p>
                    <a:p>
                      <a:pPr marL="171450" indent="-171450" algn="l">
                        <a:buFont typeface="Arial" panose="020B0604020202020204" pitchFamily="34" charset="0"/>
                        <a:buChar char="•"/>
                      </a:pPr>
                      <a:r>
                        <a:rPr lang="en-SG" sz="1200" b="0" noProof="0" dirty="0">
                          <a:solidFill>
                            <a:srgbClr val="1F1F1F"/>
                          </a:solidFill>
                          <a:latin typeface="Source Sans Pro"/>
                        </a:rPr>
                        <a:t>Improves CI sensitivity over time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Requires pipeline and dataset governance</a:t>
                      </a:r>
                    </a:p>
                    <a:p>
                      <a:pPr marL="171450" indent="-171450" algn="l">
                        <a:buFont typeface="Arial" panose="020B0604020202020204" pitchFamily="34" charset="0"/>
                        <a:buChar char="•"/>
                      </a:pPr>
                      <a:r>
                        <a:rPr lang="en-SG" sz="1200" b="0" noProof="0" dirty="0">
                          <a:solidFill>
                            <a:srgbClr val="1F1F1F"/>
                          </a:solidFill>
                          <a:latin typeface="Source Sans Pro"/>
                        </a:rPr>
                        <a:t>Feedback processing adds operational overhead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7473741"/>
                  </a:ext>
                </a:extLst>
              </a:tr>
              <a:tr h="1270000">
                <a:tc>
                  <a:txBody>
                    <a:bodyPr/>
                    <a:lstStyle/>
                    <a:p>
                      <a:pPr algn="l"/>
                      <a:r>
                        <a:rPr lang="en-SG" sz="1200" b="0" noProof="0" dirty="0">
                          <a:solidFill>
                            <a:srgbClr val="1F1F1F"/>
                          </a:solidFill>
                          <a:latin typeface="Source Sans Pro"/>
                        </a:rPr>
                        <a:t>Option 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Weekly manual feedback collation by Ops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Simple manual process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Up to 7-day lag</a:t>
                      </a:r>
                    </a:p>
                    <a:p>
                      <a:pPr marL="171450" indent="-171450" algn="l">
                        <a:buFont typeface="Arial" panose="020B0604020202020204" pitchFamily="34" charset="0"/>
                        <a:buChar char="•"/>
                      </a:pPr>
                      <a:r>
                        <a:rPr lang="en-SG" sz="1200" b="0" noProof="0" dirty="0">
                          <a:solidFill>
                            <a:srgbClr val="1F1F1F"/>
                          </a:solidFill>
                          <a:latin typeface="Source Sans Pro"/>
                        </a:rPr>
                        <a:t>Many emails can be affected before action</a:t>
                      </a:r>
                    </a:p>
                    <a:p>
                      <a:pPr marL="171450" indent="-171450" algn="l">
                        <a:buFont typeface="Arial" panose="020B0604020202020204" pitchFamily="34" charset="0"/>
                        <a:buChar char="•"/>
                      </a:pPr>
                      <a:r>
                        <a:rPr lang="en-SG" sz="1200" b="0" noProof="0" dirty="0">
                          <a:solidFill>
                            <a:srgbClr val="1F1F1F"/>
                          </a:solidFill>
                          <a:latin typeface="Source Sans Pro"/>
                        </a:rPr>
                        <a:t>No dataset annotations for evaluation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7711141"/>
                  </a:ext>
                </a:extLst>
              </a:tr>
            </a:tbl>
          </a:graphicData>
        </a:graphic>
      </p:graphicFrame>
      <p:sp>
        <p:nvSpPr>
          <p:cNvPr id="3" name="recommendation_note">
            <a:extLst>
              <a:ext uri="{FF2B5EF4-FFF2-40B4-BE49-F238E27FC236}">
                <a16:creationId xmlns:a16="http://schemas.microsoft.com/office/drawing/2014/main" id="{8C9A9563-D951-4AAC-BC22-0A9B00B705F4}"/>
              </a:ext>
            </a:extLst>
          </p:cNvPr>
          <p:cNvSpPr txBox="1"/>
          <p:nvPr/>
        </p:nvSpPr>
        <p:spPr>
          <a:xfrm>
            <a:off x="838200" y="5994400"/>
            <a:ext cx="10515600" cy="461665"/>
          </a:xfrm>
          <a:prstGeom prst="rect">
            <a:avLst/>
          </a:prstGeom>
          <a:noFill/>
        </p:spPr>
        <p:txBody>
          <a:bodyPr vertOverflow="overflow" vert="horz" wrap="square" rtlCol="0" anchor="t">
            <a:spAutoFit/>
          </a:bodyPr>
          <a:lstStyle/>
          <a:p>
            <a:pPr algn="l"/>
            <a:r>
              <a:rPr lang="en-SG" sz="1200" b="1" noProof="0" dirty="0">
                <a:solidFill>
                  <a:srgbClr val="005AAB"/>
                </a:solidFill>
                <a:latin typeface="Source Sans Pro"/>
              </a:rPr>
              <a:t>IRAS Recommendation: Option 1. </a:t>
            </a:r>
            <a:r>
              <a:rPr lang="en-SG" sz="1200" b="1" noProof="0" dirty="0" err="1">
                <a:solidFill>
                  <a:srgbClr val="005AAB"/>
                </a:solidFill>
                <a:latin typeface="Source Sans Pro"/>
              </a:rPr>
              <a:t>Langfuse</a:t>
            </a:r>
            <a:r>
              <a:rPr lang="en-SG" sz="1200" b="1" noProof="0" dirty="0">
                <a:solidFill>
                  <a:srgbClr val="005AAB"/>
                </a:solidFill>
                <a:latin typeface="Source Sans Pro"/>
              </a:rPr>
              <a:t> dataset annotations create a compounding quality asset that makes the CI evaluation gate progressively more sensitive to real-world failure patterns.</a:t>
            </a:r>
          </a:p>
        </p:txBody>
      </p:sp>
      <p:sp>
        <p:nvSpPr>
          <p:cNvPr id="8" name="Slide Number Placeholder 1">
            <a:extLst>
              <a:ext uri="{FF2B5EF4-FFF2-40B4-BE49-F238E27FC236}">
                <a16:creationId xmlns:a16="http://schemas.microsoft.com/office/drawing/2014/main" id="{EA405D87-BA9A-F109-A3AE-D929EDC96097}"/>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37</a:t>
            </a:fld>
            <a:endParaRPr lang="en-SG"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Model / Application Lifecycle Management</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Operational Feedback &amp; Lifecycle</a:t>
            </a:r>
          </a:p>
        </p:txBody>
      </p:sp>
      <p:sp>
        <p:nvSpPr>
          <p:cNvPr id="6" name="TextBox 5"/>
          <p:cNvSpPr txBox="1"/>
          <p:nvPr/>
        </p:nvSpPr>
        <p:spPr>
          <a:xfrm>
            <a:off x="832104" y="1494322"/>
            <a:ext cx="10515600" cy="4339650"/>
          </a:xfrm>
          <a:prstGeom prst="rect">
            <a:avLst/>
          </a:prstGeom>
          <a:noFill/>
        </p:spPr>
        <p:txBody>
          <a:bodyPr wrap="square">
            <a:spAutoFit/>
          </a:bodyPr>
          <a:lstStyle/>
          <a:p>
            <a:pPr algn="l"/>
            <a:r>
              <a:rPr lang="en-SG" sz="1200" b="1" i="0" noProof="0" dirty="0">
                <a:latin typeface="Source Sans Pro"/>
              </a:rPr>
              <a:t>Model Upgrade Strategy</a:t>
            </a:r>
          </a:p>
          <a:p>
            <a:pPr marL="171450" indent="-171450" algn="l">
              <a:buFont typeface="Arial" panose="020B0604020202020204" pitchFamily="34" charset="0"/>
              <a:buChar char="•"/>
            </a:pPr>
            <a:r>
              <a:rPr lang="en-SG" sz="1200" b="0" i="0" noProof="0" dirty="0">
                <a:latin typeface="Source Sans Pro"/>
              </a:rPr>
              <a:t>Azure OpenAI model upgrades (e.g., gpt-4o → gpt-4o-next) are treated as a MAJOR agent version bump — full CI pipeline + canary deployment required</a:t>
            </a:r>
          </a:p>
          <a:p>
            <a:pPr marL="171450" indent="-171450" algn="l">
              <a:buFont typeface="Arial" panose="020B0604020202020204" pitchFamily="34" charset="0"/>
              <a:buChar char="•"/>
            </a:pPr>
            <a:r>
              <a:rPr lang="en-SG" sz="1200" b="0" i="0" noProof="0" dirty="0">
                <a:latin typeface="Source Sans Pro"/>
              </a:rPr>
              <a:t>Evaluation thresholds in agent-</a:t>
            </a:r>
            <a:r>
              <a:rPr lang="en-SG" sz="1200" b="0" i="0" noProof="0" dirty="0" err="1">
                <a:latin typeface="Source Sans Pro"/>
              </a:rPr>
              <a:t>manifest.json</a:t>
            </a:r>
            <a:r>
              <a:rPr lang="en-SG" sz="1200" b="0" i="0" noProof="0" dirty="0">
                <a:latin typeface="Source Sans Pro"/>
              </a:rPr>
              <a:t> must be re-validated against the new model before the first production canary</a:t>
            </a:r>
          </a:p>
          <a:p>
            <a:pPr marL="171450" indent="-171450" algn="l">
              <a:buFont typeface="Arial" panose="020B0604020202020204" pitchFamily="34" charset="0"/>
              <a:buChar char="•"/>
            </a:pPr>
            <a:r>
              <a:rPr lang="en-SG" sz="1200" b="0" i="0" noProof="0" dirty="0">
                <a:latin typeface="Source Sans Pro"/>
              </a:rPr>
              <a:t>PTU allocation may need re-sizing for new model; review pricing and TPM characteristics</a:t>
            </a:r>
          </a:p>
          <a:p>
            <a:pPr algn="l"/>
            <a:endParaRPr lang="en-SG" sz="1200" b="0" i="0" noProof="0" dirty="0">
              <a:latin typeface="Source Sans Pro"/>
            </a:endParaRPr>
          </a:p>
          <a:p>
            <a:pPr algn="l"/>
            <a:r>
              <a:rPr lang="en-SG" sz="1200" b="1" i="0" noProof="0" dirty="0">
                <a:latin typeface="Source Sans Pro"/>
              </a:rPr>
              <a:t>Agent Deprecation Process</a:t>
            </a:r>
          </a:p>
          <a:p>
            <a:pPr marL="171450" indent="-171450" algn="l">
              <a:buFont typeface="Arial" panose="020B0604020202020204" pitchFamily="34" charset="0"/>
              <a:buChar char="•"/>
            </a:pPr>
            <a:r>
              <a:rPr lang="en-SG" sz="1200" b="0" i="0" noProof="0" dirty="0">
                <a:latin typeface="Source Sans Pro"/>
              </a:rPr>
              <a:t>When an SOP category is retired or merged, the corresponding agent version is marked </a:t>
            </a:r>
            <a:r>
              <a:rPr lang="en-SG" sz="1200" b="0" i="0" noProof="0" dirty="0" err="1">
                <a:latin typeface="Source Sans Pro"/>
              </a:rPr>
              <a:t>deployment_status</a:t>
            </a:r>
            <a:r>
              <a:rPr lang="en-SG" sz="1200" b="0" i="0" noProof="0" dirty="0">
                <a:latin typeface="Source Sans Pro"/>
              </a:rPr>
              <a:t> = 'deprecated' in the registry DB</a:t>
            </a:r>
          </a:p>
          <a:p>
            <a:pPr marL="171450" indent="-171450" algn="l">
              <a:buFont typeface="Arial" panose="020B0604020202020204" pitchFamily="34" charset="0"/>
              <a:buChar char="•"/>
            </a:pPr>
            <a:r>
              <a:rPr lang="en-SG" sz="1200" b="0" i="0" noProof="0" dirty="0">
                <a:latin typeface="Source Sans Pro"/>
              </a:rPr>
              <a:t>Service Bus subscription for that SOP category is disabled (not deleted — for audit trail retention)</a:t>
            </a:r>
          </a:p>
          <a:p>
            <a:pPr marL="171450" indent="-171450" algn="l">
              <a:buFont typeface="Arial" panose="020B0604020202020204" pitchFamily="34" charset="0"/>
              <a:buChar char="•"/>
            </a:pPr>
            <a:r>
              <a:rPr lang="en-SG" sz="1200" b="0" i="0" noProof="0" dirty="0">
                <a:latin typeface="Source Sans Pro"/>
              </a:rPr>
              <a:t>Deprecation is announced to the SWEE team to remove the SOP from the triage routing</a:t>
            </a:r>
          </a:p>
          <a:p>
            <a:pPr algn="l"/>
            <a:endParaRPr lang="en-SG" sz="1200" b="0" i="0" noProof="0" dirty="0">
              <a:latin typeface="Source Sans Pro"/>
            </a:endParaRPr>
          </a:p>
          <a:p>
            <a:pPr algn="l"/>
            <a:r>
              <a:rPr lang="en-SG" sz="1200" b="1" i="0" noProof="0" dirty="0">
                <a:latin typeface="Source Sans Pro"/>
              </a:rPr>
              <a:t>SOP Corpus Updates</a:t>
            </a:r>
          </a:p>
          <a:p>
            <a:pPr algn="l"/>
            <a:r>
              <a:rPr lang="en-SG" sz="1200" b="0" i="0" noProof="0" dirty="0">
                <a:latin typeface="Source Sans Pro"/>
              </a:rPr>
              <a:t>Tax policy changes (new SOPs, amended SOPs) require:</a:t>
            </a:r>
          </a:p>
          <a:p>
            <a:pPr marL="228600" indent="-228600" algn="l">
              <a:buFont typeface="+mj-lt"/>
              <a:buAutoNum type="arabicPeriod"/>
            </a:pPr>
            <a:r>
              <a:rPr lang="en-SG" sz="1200" b="0" i="0" noProof="0" dirty="0">
                <a:latin typeface="Source Sans Pro"/>
              </a:rPr>
              <a:t>SWEE team to update the SOP vector index in Azure AI Search</a:t>
            </a:r>
          </a:p>
          <a:p>
            <a:pPr marL="228600" indent="-228600" algn="l">
              <a:buFont typeface="+mj-lt"/>
              <a:buAutoNum type="arabicPeriod"/>
            </a:pPr>
            <a:r>
              <a:rPr lang="en-SG" sz="1200" b="0" i="0" noProof="0" dirty="0">
                <a:latin typeface="Source Sans Pro"/>
              </a:rPr>
              <a:t>AO team to review if the affected SOP's agent requires a prompt update (PATCH version)</a:t>
            </a:r>
          </a:p>
          <a:p>
            <a:pPr marL="228600" indent="-228600" algn="l">
              <a:buFont typeface="+mj-lt"/>
              <a:buAutoNum type="arabicPeriod"/>
            </a:pPr>
            <a:r>
              <a:rPr lang="en-SG" sz="1200" b="0" i="0" noProof="0" dirty="0">
                <a:latin typeface="Source Sans Pro"/>
              </a:rPr>
              <a:t>New agent version goes through the full CI/CD pipeline</a:t>
            </a:r>
          </a:p>
          <a:p>
            <a:pPr algn="l"/>
            <a:endParaRPr lang="en-SG" sz="1200" b="0" i="0" noProof="0" dirty="0">
              <a:latin typeface="Source Sans Pro"/>
            </a:endParaRPr>
          </a:p>
          <a:p>
            <a:pPr algn="l"/>
            <a:r>
              <a:rPr lang="en-SG" sz="1200" b="1" i="0" noProof="0" dirty="0">
                <a:latin typeface="Source Sans Pro"/>
              </a:rPr>
              <a:t>Automated Post-Mortem Pipeline</a:t>
            </a:r>
          </a:p>
          <a:p>
            <a:pPr marL="171450" indent="-171450" algn="l">
              <a:buFont typeface="Arial" panose="020B0604020202020204" pitchFamily="34" charset="0"/>
              <a:buChar char="•"/>
            </a:pPr>
            <a:r>
              <a:rPr lang="en-SG" sz="1200" b="0" i="0" noProof="0" dirty="0">
                <a:latin typeface="Source Sans Pro"/>
              </a:rPr>
              <a:t>Triggered by: Emergency Stop, behavioural anomaly &gt;50%, HITL SLA breach &gt;10%, accuracy drop &gt;5%, DLQ spike &gt;3%</a:t>
            </a:r>
          </a:p>
          <a:p>
            <a:pPr marL="171450" indent="-171450" algn="l">
              <a:buFont typeface="Arial" panose="020B0604020202020204" pitchFamily="34" charset="0"/>
              <a:buChar char="•"/>
            </a:pPr>
            <a:r>
              <a:rPr lang="en-SG" sz="1200" b="0" i="0" noProof="0" dirty="0">
                <a:latin typeface="Source Sans Pro"/>
              </a:rPr>
              <a:t>postmortem-assembler ACA Job: reconstructs incident timeline from </a:t>
            </a:r>
            <a:r>
              <a:rPr lang="en-SG" sz="1200" b="0" i="0" noProof="0" dirty="0" err="1">
                <a:latin typeface="Source Sans Pro"/>
              </a:rPr>
              <a:t>Langfuse</a:t>
            </a:r>
            <a:r>
              <a:rPr lang="en-SG" sz="1200" b="0" i="0" noProof="0" dirty="0">
                <a:latin typeface="Source Sans Pro"/>
              </a:rPr>
              <a:t> + Azure Monitor; retrieves 20 most anomalous traces; GPT-4o summarises the pattern</a:t>
            </a:r>
          </a:p>
          <a:p>
            <a:pPr marL="171450" indent="-171450" algn="l">
              <a:buFont typeface="Arial" panose="020B0604020202020204" pitchFamily="34" charset="0"/>
              <a:buChar char="•"/>
            </a:pPr>
            <a:r>
              <a:rPr lang="en-SG" sz="1200" b="0" i="0" noProof="0" dirty="0">
                <a:latin typeface="Source Sans Pro"/>
              </a:rPr>
              <a:t>Output: auto-drafted post-mortem report in Azure Blob Storage, distributed via Teams</a:t>
            </a:r>
          </a:p>
          <a:p>
            <a:pPr marL="171450" indent="-171450" algn="l">
              <a:buFont typeface="Arial" panose="020B0604020202020204" pitchFamily="34" charset="0"/>
              <a:buChar char="•"/>
            </a:pPr>
            <a:r>
              <a:rPr lang="en-SG" sz="1200" b="0" i="0" noProof="0" dirty="0">
                <a:latin typeface="Source Sans Pro"/>
              </a:rPr>
              <a:t>Human analyst completes the causal analysis ('why') and remediation plan</a:t>
            </a:r>
          </a:p>
          <a:p>
            <a:pPr marL="171450" indent="-171450" algn="l">
              <a:buFont typeface="Arial" panose="020B0604020202020204" pitchFamily="34" charset="0"/>
              <a:buChar char="•"/>
            </a:pPr>
            <a:r>
              <a:rPr lang="en-SG" sz="1200" b="0" i="0" noProof="0" dirty="0">
                <a:latin typeface="Source Sans Pro"/>
              </a:rPr>
              <a:t>Post-mortem must be completed within 5 business days of the incident</a:t>
            </a:r>
          </a:p>
        </p:txBody>
      </p:sp>
      <p:sp>
        <p:nvSpPr>
          <p:cNvPr id="7" name="Slide Number Placeholder 1">
            <a:extLst>
              <a:ext uri="{FF2B5EF4-FFF2-40B4-BE49-F238E27FC236}">
                <a16:creationId xmlns:a16="http://schemas.microsoft.com/office/drawing/2014/main" id="{F6B58137-F178-64A9-D120-759D0F3591E8}"/>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38</a:t>
            </a:fld>
            <a:endParaRPr lang="en-SG" noProof="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Operating Model: Roles &amp; Responsibilities (RACI)</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Operating Model</a:t>
            </a:r>
          </a:p>
        </p:txBody>
      </p:sp>
      <p:sp>
        <p:nvSpPr>
          <p:cNvPr id="28" name="TextBox 27"/>
          <p:cNvSpPr txBox="1"/>
          <p:nvPr/>
        </p:nvSpPr>
        <p:spPr>
          <a:xfrm>
            <a:off x="838200" y="5892800"/>
            <a:ext cx="10515600" cy="215444"/>
          </a:xfrm>
          <a:prstGeom prst="rect">
            <a:avLst/>
          </a:prstGeom>
          <a:noFill/>
        </p:spPr>
        <p:txBody>
          <a:bodyPr wrap="square">
            <a:spAutoFit/>
          </a:bodyPr>
          <a:lstStyle/>
          <a:p>
            <a:pPr algn="l"/>
            <a:r>
              <a:rPr lang="en-SG" sz="800" b="0" i="1" noProof="0" dirty="0">
                <a:solidFill>
                  <a:srgbClr val="1F1F1F"/>
                </a:solidFill>
                <a:latin typeface="Source Sans Pro"/>
              </a:rPr>
              <a:t>Full RACI matrix available in the Operations Blueprint (aibp-ops-step7.md)</a:t>
            </a:r>
          </a:p>
        </p:txBody>
      </p:sp>
      <p:graphicFrame>
        <p:nvGraphicFramePr>
          <p:cNvPr id="6" name="converted_table">
            <a:extLst>
              <a:ext uri="{FF2B5EF4-FFF2-40B4-BE49-F238E27FC236}">
                <a16:creationId xmlns:a16="http://schemas.microsoft.com/office/drawing/2014/main" id="{C9AA08F3-6B0C-4365-8C75-F8E6B21A9AB4}"/>
              </a:ext>
            </a:extLst>
          </p:cNvPr>
          <p:cNvGraphicFramePr>
            <a:graphicFrameLocks noGrp="1"/>
          </p:cNvGraphicFramePr>
          <p:nvPr>
            <p:extLst>
              <p:ext uri="{D42A27DB-BD31-4B8C-83A1-F6EECF244321}">
                <p14:modId xmlns:p14="http://schemas.microsoft.com/office/powerpoint/2010/main" val="1266028832"/>
              </p:ext>
            </p:extLst>
          </p:nvPr>
        </p:nvGraphicFramePr>
        <p:xfrm>
          <a:off x="838200" y="1905000"/>
          <a:ext cx="10464800" cy="32258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3125428631"/>
                    </a:ext>
                  </a:extLst>
                </a:gridCol>
                <a:gridCol w="3429000">
                  <a:extLst>
                    <a:ext uri="{9D8B030D-6E8A-4147-A177-3AD203B41FA5}">
                      <a16:colId xmlns:a16="http://schemas.microsoft.com/office/drawing/2014/main" val="1005499258"/>
                    </a:ext>
                  </a:extLst>
                </a:gridCol>
                <a:gridCol w="5257800">
                  <a:extLst>
                    <a:ext uri="{9D8B030D-6E8A-4147-A177-3AD203B41FA5}">
                      <a16:colId xmlns:a16="http://schemas.microsoft.com/office/drawing/2014/main" val="857215578"/>
                    </a:ext>
                  </a:extLst>
                </a:gridCol>
              </a:tblGrid>
              <a:tr h="330200">
                <a:tc>
                  <a:txBody>
                    <a:bodyPr/>
                    <a:lstStyle/>
                    <a:p>
                      <a:pPr algn="l"/>
                      <a:r>
                        <a:rPr lang="en-SG" sz="1200" b="1" noProof="0" dirty="0">
                          <a:solidFill>
                            <a:srgbClr val="FFFFFF"/>
                          </a:solidFill>
                          <a:latin typeface="Source Sans Pro"/>
                        </a:rPr>
                        <a:t>Team</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Owns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Day-to-Day Responsibilities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2419645807"/>
                  </a:ext>
                </a:extLst>
              </a:tr>
              <a:tr h="482600">
                <a:tc>
                  <a:txBody>
                    <a:bodyPr/>
                    <a:lstStyle/>
                    <a:p>
                      <a:pPr algn="l"/>
                      <a:r>
                        <a:rPr lang="en-SG" sz="1000" b="0" noProof="0" dirty="0">
                          <a:solidFill>
                            <a:srgbClr val="1F1F1F"/>
                          </a:solidFill>
                          <a:latin typeface="Source Sans Pro"/>
                        </a:rPr>
                        <a:t>Ops Team</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Platform health, SLA reporting, FinOps, HITL queue, Emergency Stop, feedback pipeline, post-mortems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Monitor dashboards, respond to alerts, manage HITL SLA, generate reports, maintain compliance evidence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6974468"/>
                  </a:ext>
                </a:extLst>
              </a:tr>
              <a:tr h="482600">
                <a:tc>
                  <a:txBody>
                    <a:bodyPr/>
                    <a:lstStyle/>
                    <a:p>
                      <a:pPr algn="l"/>
                      <a:r>
                        <a:rPr lang="en-SG" sz="1000" b="0" noProof="0" dirty="0">
                          <a:solidFill>
                            <a:srgbClr val="1F1F1F"/>
                          </a:solidFill>
                          <a:latin typeface="Source Sans Pro"/>
                        </a:rPr>
                        <a:t>AO Team (App &amp; Data)</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Agent source code, manifest, CI/CD pipeline, agent eval logic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Develop and deploy agent updates, respond to CI eval failures, review feedback datasets, release patches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4826897"/>
                  </a:ext>
                </a:extLst>
              </a:tr>
              <a:tr h="482600">
                <a:tc>
                  <a:txBody>
                    <a:bodyPr/>
                    <a:lstStyle/>
                    <a:p>
                      <a:pPr algn="l"/>
                      <a:r>
                        <a:rPr lang="en-SG" sz="1000" b="0" noProof="0" dirty="0">
                          <a:solidFill>
                            <a:srgbClr val="1F1F1F"/>
                          </a:solidFill>
                          <a:latin typeface="Source Sans Pro"/>
                        </a:rPr>
                        <a:t>SWEE Team (App &amp; Data)</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SWEE code, SOP vector index, email ingestion, triage model</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Monitor triage accuracy, respond to embedding drift, review </a:t>
                      </a:r>
                      <a:r>
                        <a:rPr lang="en-SG" sz="1000" b="0" noProof="0" dirty="0" err="1">
                          <a:solidFill>
                            <a:srgbClr val="1F1F1F"/>
                          </a:solidFill>
                          <a:latin typeface="Source Sans Pro"/>
                        </a:rPr>
                        <a:t>swee</a:t>
                      </a:r>
                      <a:r>
                        <a:rPr lang="en-SG" sz="1000" b="0" noProof="0" dirty="0">
                          <a:solidFill>
                            <a:srgbClr val="1F1F1F"/>
                          </a:solidFill>
                          <a:latin typeface="Source Sans Pro"/>
                        </a:rPr>
                        <a:t>-triage-failures weekly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719393"/>
                  </a:ext>
                </a:extLst>
              </a:tr>
              <a:tr h="482600">
                <a:tc>
                  <a:txBody>
                    <a:bodyPr/>
                    <a:lstStyle/>
                    <a:p>
                      <a:pPr algn="l"/>
                      <a:r>
                        <a:rPr lang="en-SG" sz="1000" b="0" noProof="0" dirty="0">
                          <a:solidFill>
                            <a:srgbClr val="1F1F1F"/>
                          </a:solidFill>
                          <a:latin typeface="Source Sans Pro"/>
                        </a:rPr>
                        <a:t>AIGP Team</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AIGP API, OPA policy, risk scoring config, HITL thresholds, identity integration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Review policy effectiveness, calibrate HITL thresholds, respond to AIGP-triggered stops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077515"/>
                  </a:ext>
                </a:extLst>
              </a:tr>
              <a:tr h="482600">
                <a:tc>
                  <a:txBody>
                    <a:bodyPr/>
                    <a:lstStyle/>
                    <a:p>
                      <a:pPr algn="l"/>
                      <a:r>
                        <a:rPr lang="en-SG" sz="1000" b="0" noProof="0" dirty="0">
                          <a:solidFill>
                            <a:srgbClr val="1F1F1F"/>
                          </a:solidFill>
                          <a:latin typeface="Source Sans Pro"/>
                        </a:rPr>
                        <a:t>Tax Officers (Business)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HITL review decisions, SWEE audit corrections, Human Officer Queue resolutions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Process HITL tasks within SLA, review audit samples, resolve manual queue emails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99259"/>
                  </a:ext>
                </a:extLst>
              </a:tr>
              <a:tr h="482600">
                <a:tc>
                  <a:txBody>
                    <a:bodyPr/>
                    <a:lstStyle/>
                    <a:p>
                      <a:pPr algn="l"/>
                      <a:r>
                        <a:rPr lang="en-SG" sz="1000" b="0" noProof="0" dirty="0">
                          <a:solidFill>
                            <a:srgbClr val="1F1F1F"/>
                          </a:solidFill>
                          <a:latin typeface="Source Sans Pro"/>
                        </a:rPr>
                        <a:t>SOC (Internal + </a:t>
                      </a:r>
                      <a:r>
                        <a:rPr lang="en-SG" sz="1000" b="0" noProof="0" dirty="0" err="1">
                          <a:solidFill>
                            <a:srgbClr val="1F1F1F"/>
                          </a:solidFill>
                          <a:latin typeface="Source Sans Pro"/>
                        </a:rPr>
                        <a:t>GovTech</a:t>
                      </a:r>
                      <a:r>
                        <a:rPr lang="en-SG" sz="1000" b="0" noProof="0" dirty="0">
                          <a:solidFill>
                            <a:srgbClr val="1F1F1F"/>
                          </a:solidFill>
                          <a:latin typeface="Source Sans Pro"/>
                        </a:rPr>
                        <a: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Security monitoring of AIBP infrastructure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Monitor MDC alerts and anonymised telemetry; no access to </a:t>
                      </a:r>
                      <a:r>
                        <a:rPr lang="en-SG" sz="1000" b="0" noProof="0" dirty="0" err="1">
                          <a:solidFill>
                            <a:srgbClr val="1F1F1F"/>
                          </a:solidFill>
                          <a:latin typeface="Source Sans Pro"/>
                        </a:rPr>
                        <a:t>Langfuse</a:t>
                      </a:r>
                      <a:r>
                        <a:rPr lang="en-SG" sz="1000" b="0" noProof="0" dirty="0">
                          <a:solidFill>
                            <a:srgbClr val="1F1F1F"/>
                          </a:solidFill>
                          <a:latin typeface="Source Sans Pro"/>
                        </a:rPr>
                        <a:t> or audit ledger</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356564"/>
                  </a:ext>
                </a:extLst>
              </a:tr>
            </a:tbl>
          </a:graphicData>
        </a:graphic>
      </p:graphicFrame>
      <p:sp>
        <p:nvSpPr>
          <p:cNvPr id="29" name="Slide Number Placeholder 1">
            <a:extLst>
              <a:ext uri="{FF2B5EF4-FFF2-40B4-BE49-F238E27FC236}">
                <a16:creationId xmlns:a16="http://schemas.microsoft.com/office/drawing/2014/main" id="{6594B67A-D150-8CBD-57BE-789A1D197A2F}"/>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39</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Operating Model: Staffing, Access Control &amp; Continuity</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Operating Model</a:t>
            </a:r>
          </a:p>
        </p:txBody>
      </p:sp>
      <p:sp>
        <p:nvSpPr>
          <p:cNvPr id="6" name="TextBox 5"/>
          <p:cNvSpPr txBox="1"/>
          <p:nvPr/>
        </p:nvSpPr>
        <p:spPr>
          <a:xfrm>
            <a:off x="832104" y="1455821"/>
            <a:ext cx="10515600" cy="4154984"/>
          </a:xfrm>
          <a:prstGeom prst="rect">
            <a:avLst/>
          </a:prstGeom>
          <a:noFill/>
        </p:spPr>
        <p:txBody>
          <a:bodyPr wrap="square">
            <a:spAutoFit/>
          </a:bodyPr>
          <a:lstStyle/>
          <a:p>
            <a:pPr algn="l"/>
            <a:r>
              <a:rPr lang="en-SG" sz="1200" b="1" i="0" noProof="0" dirty="0">
                <a:latin typeface="Source Sans Pro"/>
              </a:rPr>
              <a:t>Ops Team Structure </a:t>
            </a:r>
            <a:r>
              <a:rPr lang="en-SG" sz="1200" b="0" i="0" noProof="0" dirty="0">
                <a:latin typeface="Source Sans Pro"/>
              </a:rPr>
              <a:t>(at &lt;1,000 emails/day steady state — no 24/7 NOC required)</a:t>
            </a:r>
          </a:p>
          <a:p>
            <a:pPr marL="171450" indent="-171450" algn="l">
              <a:buFont typeface="Arial" panose="020B0604020202020204" pitchFamily="34" charset="0"/>
              <a:buChar char="•"/>
            </a:pPr>
            <a:r>
              <a:rPr lang="en-SG" sz="1200" b="0" i="0" noProof="0" dirty="0">
                <a:latin typeface="Source Sans Pro"/>
              </a:rPr>
              <a:t>1 × Ops Lead: owns runbooks, chairs weekly platform health review, signs off Emergency Stop resumes</a:t>
            </a:r>
          </a:p>
          <a:p>
            <a:pPr marL="171450" indent="-171450" algn="l">
              <a:buFont typeface="Arial" panose="020B0604020202020204" pitchFamily="34" charset="0"/>
              <a:buChar char="•"/>
            </a:pPr>
            <a:r>
              <a:rPr lang="en-SG" sz="1200" b="0" i="0" noProof="0" dirty="0">
                <a:latin typeface="Source Sans Pro"/>
              </a:rPr>
              <a:t>2 × Ops Engineers: monitor dashboards, respond to alerts, manage HITL SLA, generate reports</a:t>
            </a:r>
          </a:p>
          <a:p>
            <a:pPr marL="171450" indent="-171450" algn="l">
              <a:buFont typeface="Arial" panose="020B0604020202020204" pitchFamily="34" charset="0"/>
              <a:buChar char="•"/>
            </a:pPr>
            <a:r>
              <a:rPr lang="en-SG" sz="1200" b="0" i="0" noProof="0" dirty="0">
                <a:latin typeface="Source Sans Pro"/>
              </a:rPr>
              <a:t>On-call rotation: 1 Ops Engineer/week; after-hours scope = P1 alerts only (platform availability, Emergency Stop). P2/P3 queued for business-hours response.</a:t>
            </a:r>
          </a:p>
          <a:p>
            <a:pPr algn="l"/>
            <a:endParaRPr lang="en-SG" sz="1200" b="0" i="0" noProof="0" dirty="0">
              <a:latin typeface="Source Sans Pro"/>
            </a:endParaRPr>
          </a:p>
          <a:p>
            <a:pPr algn="l"/>
            <a:r>
              <a:rPr lang="en-SG" sz="1200" b="1" i="0" noProof="0" dirty="0">
                <a:latin typeface="Source Sans Pro"/>
              </a:rPr>
              <a:t>Access Control Principles</a:t>
            </a:r>
          </a:p>
          <a:p>
            <a:pPr marL="171450" indent="-171450" algn="l">
              <a:buFont typeface="Arial" panose="020B0604020202020204" pitchFamily="34" charset="0"/>
              <a:buChar char="•"/>
            </a:pPr>
            <a:r>
              <a:rPr lang="en-SG" sz="1200" b="0" i="0" noProof="0" dirty="0">
                <a:latin typeface="Source Sans Pro"/>
              </a:rPr>
              <a:t>Managed Identities only — no service account passwords or API keys in application code</a:t>
            </a:r>
          </a:p>
          <a:p>
            <a:pPr marL="171450" indent="-171450" algn="l">
              <a:buFont typeface="Arial" panose="020B0604020202020204" pitchFamily="34" charset="0"/>
              <a:buChar char="•"/>
            </a:pPr>
            <a:r>
              <a:rPr lang="en-SG" sz="1200" b="0" i="0" noProof="0" dirty="0">
                <a:latin typeface="Source Sans Pro"/>
              </a:rPr>
              <a:t>Least privilege RBAC — each team has minimum Azure role assignments needed for their function</a:t>
            </a:r>
          </a:p>
          <a:p>
            <a:pPr marL="171450" indent="-171450" algn="l">
              <a:buFont typeface="Arial" panose="020B0604020202020204" pitchFamily="34" charset="0"/>
              <a:buChar char="•"/>
            </a:pPr>
            <a:r>
              <a:rPr lang="en-SG" sz="1200" b="0" i="0" noProof="0" dirty="0">
                <a:latin typeface="Source Sans Pro"/>
              </a:rPr>
              <a:t>No shared accounts — every human access tied to named individual's Entra ID UPN</a:t>
            </a:r>
          </a:p>
          <a:p>
            <a:pPr marL="171450" indent="-171450" algn="l">
              <a:buFont typeface="Arial" panose="020B0604020202020204" pitchFamily="34" charset="0"/>
              <a:buChar char="•"/>
            </a:pPr>
            <a:r>
              <a:rPr lang="en-SG" sz="1200" b="0" i="0" noProof="0" dirty="0">
                <a:latin typeface="Source Sans Pro"/>
              </a:rPr>
              <a:t>Production access is pipeline-mediated — no direct ACA/Service Bus write access for humans (outside Emergency Stop / runbook path)</a:t>
            </a:r>
          </a:p>
          <a:p>
            <a:pPr marL="171450" indent="-171450" algn="l">
              <a:buFont typeface="Arial" panose="020B0604020202020204" pitchFamily="34" charset="0"/>
              <a:buChar char="•"/>
            </a:pPr>
            <a:r>
              <a:rPr lang="en-SG" sz="1200" b="0" i="0" noProof="0" dirty="0">
                <a:latin typeface="Source Sans Pro"/>
              </a:rPr>
              <a:t>Quarterly RBAC access reviews — Logic Apps auto-exports role assignments; Ops Lead recertifies</a:t>
            </a:r>
          </a:p>
          <a:p>
            <a:pPr algn="l"/>
            <a:endParaRPr lang="en-SG" sz="1200" b="0" i="0" noProof="0" dirty="0">
              <a:latin typeface="Source Sans Pro"/>
            </a:endParaRPr>
          </a:p>
          <a:p>
            <a:pPr algn="l"/>
            <a:r>
              <a:rPr lang="en-SG" sz="1200" b="1" i="0" noProof="0" dirty="0">
                <a:latin typeface="Source Sans Pro"/>
              </a:rPr>
              <a:t>Service Ownership &amp; Continuity</a:t>
            </a:r>
          </a:p>
          <a:p>
            <a:pPr marL="171450" indent="-171450" algn="l">
              <a:buFont typeface="Arial" panose="020B0604020202020204" pitchFamily="34" charset="0"/>
              <a:buChar char="•"/>
            </a:pPr>
            <a:r>
              <a:rPr lang="en-SG" sz="1200" b="0" i="0" noProof="0" dirty="0">
                <a:latin typeface="Source Sans Pro"/>
              </a:rPr>
              <a:t>Each agent has a named service owner in the AO team (designated in agent-</a:t>
            </a:r>
            <a:r>
              <a:rPr lang="en-SG" sz="1200" b="0" i="0" noProof="0" dirty="0" err="1">
                <a:latin typeface="Source Sans Pro"/>
              </a:rPr>
              <a:t>manifest.json</a:t>
            </a:r>
            <a:r>
              <a:rPr lang="en-SG" sz="1200" b="0" i="0" noProof="0" dirty="0">
                <a:latin typeface="Source Sans Pro"/>
              </a:rPr>
              <a:t>)</a:t>
            </a:r>
          </a:p>
          <a:p>
            <a:pPr marL="171450" indent="-171450" algn="l">
              <a:buFont typeface="Arial" panose="020B0604020202020204" pitchFamily="34" charset="0"/>
              <a:buChar char="•"/>
            </a:pPr>
            <a:r>
              <a:rPr lang="en-SG" sz="1200" b="0" i="0" noProof="0" dirty="0">
                <a:latin typeface="Source Sans Pro"/>
              </a:rPr>
              <a:t>Platform BCP: DLQ → Human Officer Queue fallback is the documented BCP for the AO layer (IM8)</a:t>
            </a:r>
          </a:p>
          <a:p>
            <a:pPr marL="171450" indent="-171450" algn="l">
              <a:buFont typeface="Arial" panose="020B0604020202020204" pitchFamily="34" charset="0"/>
              <a:buChar char="•"/>
            </a:pPr>
            <a:r>
              <a:rPr lang="en-SG" sz="1200" b="0" i="0" noProof="0" dirty="0">
                <a:latin typeface="Source Sans Pro"/>
              </a:rPr>
              <a:t>BCP verification: quarterly drills to confirm manual processing capacity is sufficient</a:t>
            </a:r>
          </a:p>
          <a:p>
            <a:pPr marL="171450" indent="-171450" algn="l">
              <a:buFont typeface="Arial" panose="020B0604020202020204" pitchFamily="34" charset="0"/>
              <a:buChar char="•"/>
            </a:pPr>
            <a:r>
              <a:rPr lang="en-SG" sz="1200" b="0" i="0" noProof="0" dirty="0">
                <a:latin typeface="Source Sans Pro"/>
              </a:rPr>
              <a:t>Transition-to-run: formal knowledge transfer from the project team to steady-state Ops covering all runbooks, dashboards, escalation contacts, and compliance evidence procedures</a:t>
            </a:r>
          </a:p>
          <a:p>
            <a:pPr algn="l"/>
            <a:endParaRPr lang="en-SG" sz="1200" b="0" i="0" noProof="0" dirty="0">
              <a:latin typeface="Source Sans Pro"/>
            </a:endParaRPr>
          </a:p>
          <a:p>
            <a:pPr algn="l"/>
            <a:r>
              <a:rPr lang="en-SG" sz="1200" b="1" i="0" noProof="0" dirty="0">
                <a:latin typeface="Source Sans Pro"/>
              </a:rPr>
              <a:t>HITL Capacity Planning</a:t>
            </a:r>
          </a:p>
          <a:p>
            <a:pPr algn="l"/>
            <a:r>
              <a:rPr lang="en-SG" sz="1200" b="0" i="0" noProof="0" dirty="0">
                <a:latin typeface="Source Sans Pro"/>
              </a:rPr>
              <a:t>At &lt;1,000 emails/day + 10–15% HITL rate: ~100–150 HITL tasks/day (~8–25 officer-hours/day)</a:t>
            </a:r>
          </a:p>
          <a:p>
            <a:pPr algn="l"/>
            <a:r>
              <a:rPr lang="en-SG" sz="1200" b="0" i="0" noProof="0" dirty="0">
                <a:latin typeface="Source Sans Pro"/>
              </a:rPr>
              <a:t>Alert: </a:t>
            </a:r>
            <a:r>
              <a:rPr lang="en-SG" sz="1200" b="0" i="0" noProof="0" dirty="0" err="1">
                <a:latin typeface="Source Sans Pro"/>
              </a:rPr>
              <a:t>hitl.officer.taskLoad</a:t>
            </a:r>
            <a:r>
              <a:rPr lang="en-SG" sz="1200" b="0" i="0" noProof="0" dirty="0">
                <a:latin typeface="Source Sans Pro"/>
              </a:rPr>
              <a:t> &gt; 15 tasks/officer/day → P3 alert to Ops for staffing review</a:t>
            </a:r>
          </a:p>
        </p:txBody>
      </p:sp>
      <p:sp>
        <p:nvSpPr>
          <p:cNvPr id="7" name="Slide Number Placeholder 1">
            <a:extLst>
              <a:ext uri="{FF2B5EF4-FFF2-40B4-BE49-F238E27FC236}">
                <a16:creationId xmlns:a16="http://schemas.microsoft.com/office/drawing/2014/main" id="{B43B6F9A-C3D8-41BF-3D0C-EE9EE06CD469}"/>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40</a:t>
            </a:fld>
            <a:endParaRPr lang="en-SG" noProof="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Runbooks &amp; Escalation Playbooks</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Operating Model</a:t>
            </a:r>
          </a:p>
        </p:txBody>
      </p:sp>
      <p:sp>
        <p:nvSpPr>
          <p:cNvPr id="6" name="TextBox 5"/>
          <p:cNvSpPr txBox="1"/>
          <p:nvPr/>
        </p:nvSpPr>
        <p:spPr>
          <a:xfrm>
            <a:off x="832104" y="1513573"/>
            <a:ext cx="10515600" cy="4524315"/>
          </a:xfrm>
          <a:prstGeom prst="rect">
            <a:avLst/>
          </a:prstGeom>
          <a:noFill/>
        </p:spPr>
        <p:txBody>
          <a:bodyPr wrap="square">
            <a:spAutoFit/>
          </a:bodyPr>
          <a:lstStyle/>
          <a:p>
            <a:pPr algn="l"/>
            <a:r>
              <a:rPr lang="en-SG" sz="1200" b="0" i="0" noProof="0" dirty="0">
                <a:latin typeface="Source Sans Pro"/>
              </a:rPr>
              <a:t>Runbooks are step-by-step procedures for common and critical operational tasks. All runbooks are stored in the Ops team wiki (Azure DevOps Wiki). They are reviewed after every incident (within 5 business days) and quarterly.</a:t>
            </a:r>
          </a:p>
          <a:p>
            <a:pPr algn="l"/>
            <a:endParaRPr lang="en-SG" sz="1200" b="0" i="0" noProof="0" dirty="0">
              <a:latin typeface="Source Sans Pro"/>
            </a:endParaRPr>
          </a:p>
          <a:p>
            <a:pPr algn="l"/>
            <a:r>
              <a:rPr lang="en-SG" sz="1200" b="1" i="0" noProof="0" dirty="0">
                <a:latin typeface="Source Sans Pro"/>
              </a:rPr>
              <a:t>RB-01: New Agent Version Production Deployment</a:t>
            </a:r>
          </a:p>
          <a:p>
            <a:pPr marL="171450" indent="-171450" algn="l">
              <a:buFont typeface="Arial" panose="020B0604020202020204" pitchFamily="34" charset="0"/>
              <a:buChar char="•"/>
            </a:pPr>
            <a:r>
              <a:rPr lang="en-SG" sz="1200" b="0" i="0" noProof="0" dirty="0">
                <a:latin typeface="Source Sans Pro"/>
              </a:rPr>
              <a:t>Trigger: AO team requests promotion of pre-prod-tested version to production canary</a:t>
            </a:r>
          </a:p>
          <a:p>
            <a:pPr marL="171450" indent="-171450" algn="l">
              <a:buFont typeface="Arial" panose="020B0604020202020204" pitchFamily="34" charset="0"/>
              <a:buChar char="•"/>
            </a:pPr>
            <a:r>
              <a:rPr lang="en-SG" sz="1200" b="0" i="0" noProof="0" dirty="0">
                <a:latin typeface="Source Sans Pro"/>
              </a:rPr>
              <a:t>Key steps: Verify registry DB </a:t>
            </a:r>
            <a:r>
              <a:rPr lang="en-SG" sz="1200" b="0" i="0" noProof="0" dirty="0" err="1">
                <a:latin typeface="Source Sans Pro"/>
              </a:rPr>
              <a:t>eval_pass</a:t>
            </a:r>
            <a:r>
              <a:rPr lang="en-SG" sz="1200" b="0" i="0" noProof="0" dirty="0">
                <a:latin typeface="Source Sans Pro"/>
              </a:rPr>
              <a:t>=true → Trigger Stage 4 pipeline → Verify 10% ACA traffic split → Review canary metrics at T+24h and T+48h → Double-approve promotion (Ops + AO lead) → Verify registry DB updated</a:t>
            </a:r>
          </a:p>
          <a:p>
            <a:pPr algn="l"/>
            <a:endParaRPr lang="en-SG" sz="1200" i="0" noProof="0" dirty="0">
              <a:latin typeface="Source Sans Pro"/>
            </a:endParaRPr>
          </a:p>
          <a:p>
            <a:pPr algn="l"/>
            <a:r>
              <a:rPr lang="en-SG" sz="1200" b="1" i="0" noProof="0" dirty="0">
                <a:latin typeface="Source Sans Pro"/>
              </a:rPr>
              <a:t>RB-02: Agent Version Rollback</a:t>
            </a:r>
          </a:p>
          <a:p>
            <a:pPr marL="171450" indent="-171450" algn="l">
              <a:buFont typeface="Arial" panose="020B0604020202020204" pitchFamily="34" charset="0"/>
              <a:buChar char="•"/>
            </a:pPr>
            <a:r>
              <a:rPr lang="en-SG" sz="1200" b="0" i="0" noProof="0" dirty="0">
                <a:latin typeface="Source Sans Pro"/>
              </a:rPr>
              <a:t>Trigger: Canary metrics fail; P2 alert during canary; behavioural anomaly</a:t>
            </a:r>
          </a:p>
          <a:p>
            <a:pPr marL="171450" indent="-171450" algn="l">
              <a:buFont typeface="Arial" panose="020B0604020202020204" pitchFamily="34" charset="0"/>
              <a:buChar char="•"/>
            </a:pPr>
            <a:r>
              <a:rPr lang="en-SG" sz="1200" b="0" i="0" noProof="0" dirty="0">
                <a:latin typeface="Source Sans Pro"/>
              </a:rPr>
              <a:t>Key steps: Identify rollback target version from registry DB → Trigger rollback pipeline (set canary to 0%) → Spot-check 5 </a:t>
            </a:r>
            <a:r>
              <a:rPr lang="en-SG" sz="1200" b="0" i="0" noProof="0" dirty="0" err="1">
                <a:latin typeface="Source Sans Pro"/>
              </a:rPr>
              <a:t>Langfuse</a:t>
            </a:r>
            <a:r>
              <a:rPr lang="en-SG" sz="1200" b="0" i="0" noProof="0" dirty="0">
                <a:latin typeface="Source Sans Pro"/>
              </a:rPr>
              <a:t> traces → Notify AO team with anomalous trace IDs → Create post-mortem draft</a:t>
            </a:r>
          </a:p>
          <a:p>
            <a:pPr algn="l"/>
            <a:endParaRPr lang="en-SG" sz="1200" b="0" i="0" noProof="0" dirty="0">
              <a:latin typeface="Source Sans Pro"/>
            </a:endParaRPr>
          </a:p>
          <a:p>
            <a:pPr algn="l"/>
            <a:r>
              <a:rPr lang="en-SG" sz="1200" b="1" i="0" noProof="0" dirty="0">
                <a:latin typeface="Source Sans Pro"/>
              </a:rPr>
              <a:t>RB-03: Emergency Stop Activation (Manual)</a:t>
            </a:r>
          </a:p>
          <a:p>
            <a:pPr marL="171450" indent="-171450" algn="l">
              <a:buFont typeface="Arial" panose="020B0604020202020204" pitchFamily="34" charset="0"/>
              <a:buChar char="•"/>
            </a:pPr>
            <a:r>
              <a:rPr lang="en-SG" sz="1200" b="0" i="0" noProof="0" dirty="0">
                <a:latin typeface="Source Sans Pro"/>
              </a:rPr>
              <a:t>Trigger: Observed anomalous behaviour; security concern; management direction</a:t>
            </a:r>
          </a:p>
          <a:p>
            <a:pPr marL="171450" indent="-171450" algn="l">
              <a:buFont typeface="Arial" panose="020B0604020202020204" pitchFamily="34" charset="0"/>
              <a:buChar char="•"/>
            </a:pPr>
            <a:r>
              <a:rPr lang="en-SG" sz="1200" b="0" i="0" noProof="0" dirty="0">
                <a:latin typeface="Source Sans Pro"/>
              </a:rPr>
              <a:t>Key steps: Determine stop scope (agent-version / agent / platform) → Set App Configuration flag to false → Verify within 90s on dashboard → Handle in-flight messages → Notify all teams via Teams → Record in Cosmos DB stop ledger</a:t>
            </a:r>
          </a:p>
          <a:p>
            <a:pPr algn="l"/>
            <a:endParaRPr lang="en-SG" sz="1200" b="0" i="0" noProof="0" dirty="0">
              <a:latin typeface="Source Sans Pro"/>
            </a:endParaRPr>
          </a:p>
          <a:p>
            <a:pPr algn="l"/>
            <a:r>
              <a:rPr lang="en-SG" sz="1200" b="1" i="0" noProof="0" dirty="0">
                <a:latin typeface="Source Sans Pro"/>
              </a:rPr>
              <a:t>RB-04: DLQ Recovery</a:t>
            </a:r>
            <a:endParaRPr lang="en-SG" sz="1200" b="1" noProof="0" dirty="0">
              <a:latin typeface="Source Sans Pro"/>
            </a:endParaRPr>
          </a:p>
          <a:p>
            <a:pPr marL="171450" indent="-171450" algn="l">
              <a:buFont typeface="Arial" panose="020B0604020202020204" pitchFamily="34" charset="0"/>
              <a:buChar char="•"/>
            </a:pPr>
            <a:r>
              <a:rPr lang="en-SG" sz="1200" b="0" i="0" noProof="0" dirty="0">
                <a:latin typeface="Source Sans Pro"/>
              </a:rPr>
              <a:t>Trigger: DLQ rate &gt;1% sustained; post-Emergency Stop backlog recovery</a:t>
            </a:r>
          </a:p>
          <a:p>
            <a:pPr marL="171450" indent="-171450" algn="l">
              <a:buFont typeface="Arial" panose="020B0604020202020204" pitchFamily="34" charset="0"/>
              <a:buChar char="•"/>
            </a:pPr>
            <a:r>
              <a:rPr lang="en-SG" sz="1200" b="0" i="0" noProof="0" dirty="0">
                <a:latin typeface="Source Sans Pro"/>
              </a:rPr>
              <a:t>Key steps: Query DLQ for failure categories → Route 'AO_UNAVAILABLE' failures to Human Officer Queue → Replay resolvable failures after fix is confirmed deployed</a:t>
            </a:r>
          </a:p>
          <a:p>
            <a:pPr algn="l"/>
            <a:endParaRPr lang="en-SG" sz="1200" b="0" i="0" noProof="0" dirty="0">
              <a:latin typeface="Source Sans Pro"/>
            </a:endParaRPr>
          </a:p>
          <a:p>
            <a:pPr algn="l"/>
            <a:r>
              <a:rPr lang="en-SG" sz="1200" b="1" i="0" noProof="0" dirty="0">
                <a:latin typeface="Source Sans Pro"/>
              </a:rPr>
              <a:t>Escalation path: </a:t>
            </a:r>
            <a:r>
              <a:rPr lang="en-SG" sz="1200" b="0" i="0" noProof="0" dirty="0">
                <a:latin typeface="Source Sans Pro"/>
              </a:rPr>
              <a:t>Ops Engineer → Ops Lead → AO/AIGP Team Lead → Platform Owner/CIO</a:t>
            </a:r>
          </a:p>
        </p:txBody>
      </p:sp>
      <p:sp>
        <p:nvSpPr>
          <p:cNvPr id="7" name="Slide Number Placeholder 1">
            <a:extLst>
              <a:ext uri="{FF2B5EF4-FFF2-40B4-BE49-F238E27FC236}">
                <a16:creationId xmlns:a16="http://schemas.microsoft.com/office/drawing/2014/main" id="{48451E5F-1EC7-05B3-5233-FD36AC1E2055}"/>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41</a:t>
            </a:fld>
            <a:endParaRPr lang="en-SG"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Open Questions &amp; Inputs Needed from External Participants</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Inputs</a:t>
            </a:r>
          </a:p>
        </p:txBody>
      </p:sp>
      <p:sp>
        <p:nvSpPr>
          <p:cNvPr id="5" name="TextBox 4"/>
          <p:cNvSpPr txBox="1"/>
          <p:nvPr/>
        </p:nvSpPr>
        <p:spPr>
          <a:xfrm>
            <a:off x="838200" y="1638701"/>
            <a:ext cx="10515600" cy="4154984"/>
          </a:xfrm>
          <a:prstGeom prst="rect">
            <a:avLst/>
          </a:prstGeom>
          <a:noFill/>
        </p:spPr>
        <p:txBody>
          <a:bodyPr wrap="square">
            <a:spAutoFit/>
          </a:bodyPr>
          <a:lstStyle/>
          <a:p>
            <a:pPr algn="l"/>
            <a:r>
              <a:rPr lang="en-SG" sz="1200" b="0" i="0" noProof="0" dirty="0">
                <a:latin typeface="Source Sans Pro"/>
              </a:rPr>
              <a:t>Observability &amp; Logs</a:t>
            </a:r>
          </a:p>
          <a:p>
            <a:pPr algn="l"/>
            <a:r>
              <a:rPr lang="en-SG" sz="1200" b="0" i="0" noProof="0" dirty="0">
                <a:latin typeface="Source Sans Pro"/>
              </a:rPr>
              <a:t>  Q1. What is the recommended minimum observability bar for any agentic workflow deployed in a government context (logs, traces, decision snapshots)? Who should have access for optimisation vs. audit?</a:t>
            </a:r>
          </a:p>
          <a:p>
            <a:pPr algn="l"/>
            <a:endParaRPr lang="en-SG" sz="1200" b="0" i="0" noProof="0" dirty="0">
              <a:latin typeface="Source Sans Pro"/>
            </a:endParaRPr>
          </a:p>
          <a:p>
            <a:pPr algn="l"/>
            <a:r>
              <a:rPr lang="en-SG" sz="1200" b="0" i="0" noProof="0" dirty="0">
                <a:latin typeface="Source Sans Pro"/>
              </a:rPr>
              <a:t>  Q2. If we redact all PII from traces and logs, we lose visibility needed for debugging. How do you strike the right balance between PDPA data minimisation and operational deep-visibility?</a:t>
            </a:r>
          </a:p>
          <a:p>
            <a:pPr algn="l"/>
            <a:endParaRPr lang="en-SG" sz="1200" b="0" i="0" noProof="0" dirty="0">
              <a:latin typeface="Source Sans Pro"/>
            </a:endParaRPr>
          </a:p>
          <a:p>
            <a:pPr algn="l"/>
            <a:r>
              <a:rPr lang="en-SG" sz="1200" b="0" i="0" noProof="0" dirty="0">
                <a:latin typeface="Source Sans Pro"/>
              </a:rPr>
              <a:t>  Q3. For OpenAI models where internal chain-of-thought tokens are not returned in the API response, what practices have you used to reconstruct 'why the agent made a specific decision' for an audit trail?</a:t>
            </a:r>
          </a:p>
          <a:p>
            <a:pPr algn="l"/>
            <a:endParaRPr lang="en-SG" sz="1200" b="0" i="0" noProof="0" dirty="0">
              <a:latin typeface="Source Sans Pro"/>
            </a:endParaRPr>
          </a:p>
          <a:p>
            <a:pPr algn="l"/>
            <a:r>
              <a:rPr lang="en-SG" sz="1200" b="0" i="0" noProof="0" dirty="0">
                <a:latin typeface="Source Sans Pro"/>
              </a:rPr>
              <a:t>  Q4. Frameworks for observability: </a:t>
            </a:r>
            <a:r>
              <a:rPr lang="en-SG" sz="1200" b="0" i="0" noProof="0" dirty="0" err="1">
                <a:latin typeface="Source Sans Pro"/>
              </a:rPr>
              <a:t>Langfuse</a:t>
            </a:r>
            <a:r>
              <a:rPr lang="en-SG" sz="1200" b="0" i="0" noProof="0" dirty="0">
                <a:latin typeface="Source Sans Pro"/>
              </a:rPr>
              <a:t> (self-hosted), </a:t>
            </a:r>
            <a:r>
              <a:rPr lang="en-SG" sz="1200" b="0" i="0" noProof="0" dirty="0" err="1">
                <a:latin typeface="Source Sans Pro"/>
              </a:rPr>
              <a:t>LangSmith</a:t>
            </a:r>
            <a:r>
              <a:rPr lang="en-SG" sz="1200" b="0" i="0" noProof="0" dirty="0">
                <a:latin typeface="Source Sans Pro"/>
              </a:rPr>
              <a:t>, </a:t>
            </a:r>
            <a:r>
              <a:rPr lang="en-SG" sz="1200" b="0" i="0" noProof="0" dirty="0" err="1">
                <a:latin typeface="Source Sans Pro"/>
              </a:rPr>
              <a:t>Arize</a:t>
            </a:r>
            <a:r>
              <a:rPr lang="en-SG" sz="1200" b="0" i="0" noProof="0" dirty="0">
                <a:latin typeface="Source Sans Pro"/>
              </a:rPr>
              <a:t> Phoenix, </a:t>
            </a:r>
            <a:r>
              <a:rPr lang="en-SG" sz="1200" b="0" i="0" noProof="0" dirty="0" err="1">
                <a:latin typeface="Source Sans Pro"/>
              </a:rPr>
              <a:t>Pydantic</a:t>
            </a:r>
            <a:r>
              <a:rPr lang="en-SG" sz="1200" b="0" i="0" noProof="0" dirty="0">
                <a:latin typeface="Source Sans Pro"/>
              </a:rPr>
              <a:t> </a:t>
            </a:r>
            <a:r>
              <a:rPr lang="en-SG" sz="1200" b="0" i="0" noProof="0" dirty="0" err="1">
                <a:latin typeface="Source Sans Pro"/>
              </a:rPr>
              <a:t>Logfire</a:t>
            </a:r>
            <a:r>
              <a:rPr lang="en-SG" sz="1200" b="0" i="0" noProof="0" dirty="0">
                <a:latin typeface="Source Sans Pro"/>
              </a:rPr>
              <a:t> — what has worked well in production? Any specific GCC 2.0 / data residency constraints?</a:t>
            </a:r>
          </a:p>
          <a:p>
            <a:pPr algn="l"/>
            <a:endParaRPr lang="en-SG" sz="1200" b="0" i="0" noProof="0" dirty="0">
              <a:latin typeface="Source Sans Pro"/>
            </a:endParaRPr>
          </a:p>
          <a:p>
            <a:pPr algn="l"/>
            <a:r>
              <a:rPr lang="en-SG" sz="1200" b="0" i="0" noProof="0" dirty="0">
                <a:latin typeface="Source Sans Pro"/>
              </a:rPr>
              <a:t>Release &amp; Operations</a:t>
            </a:r>
          </a:p>
          <a:p>
            <a:pPr algn="l"/>
            <a:r>
              <a:rPr lang="en-SG" sz="1200" b="0" i="0" noProof="0" dirty="0">
                <a:latin typeface="Source Sans Pro"/>
              </a:rPr>
              <a:t>  Q5. For agentic workflows requiring frequent iterative LLM calls, how have you managed rate limits and token quotas in Azure enterprise cloud environments? Have you implemented semantic caching or request queuing at the infrastructure layer?</a:t>
            </a:r>
          </a:p>
          <a:p>
            <a:pPr algn="l"/>
            <a:endParaRPr lang="en-SG" sz="1200" b="0" i="0" noProof="0" dirty="0">
              <a:latin typeface="Source Sans Pro"/>
            </a:endParaRPr>
          </a:p>
          <a:p>
            <a:pPr algn="l"/>
            <a:r>
              <a:rPr lang="en-SG" sz="1200" b="0" i="0" noProof="0" dirty="0">
                <a:latin typeface="Source Sans Pro"/>
              </a:rPr>
              <a:t>  Q6. What is your recommended strategy for transitioning from a single-prompt RAG application to a multi-agent system in production — shadow mode concurrently, or migrate use cases one by one?</a:t>
            </a:r>
          </a:p>
          <a:p>
            <a:pPr algn="l"/>
            <a:endParaRPr lang="en-SG" sz="1200" b="0" i="0" noProof="0" dirty="0">
              <a:latin typeface="Source Sans Pro"/>
            </a:endParaRPr>
          </a:p>
          <a:p>
            <a:pPr algn="l"/>
            <a:r>
              <a:rPr lang="en-SG" sz="1200" b="0" i="0" noProof="0" dirty="0">
                <a:latin typeface="Source Sans Pro"/>
              </a:rPr>
              <a:t>  Q7. For non-deterministic failures (e.g., supervisor agent silently stops; agent in a reasoning loop) — how do you detect and recover from these in production? What automated evaluation frameworks have worked for detecting regressions after a system prompt or model update?</a:t>
            </a:r>
          </a:p>
        </p:txBody>
      </p:sp>
      <p:sp>
        <p:nvSpPr>
          <p:cNvPr id="6" name="Slide Number Placeholder 1">
            <a:extLst>
              <a:ext uri="{FF2B5EF4-FFF2-40B4-BE49-F238E27FC236}">
                <a16:creationId xmlns:a16="http://schemas.microsoft.com/office/drawing/2014/main" id="{F91DCDBC-D9F4-8721-AA2A-39AE4A68FE1B}"/>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42</a:t>
            </a:fld>
            <a:endParaRPr lang="en-SG"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70"/>
            <a:ext cx="10515600" cy="560260"/>
          </a:xfrm>
        </p:spPr>
        <p:txBody>
          <a:bodyPr>
            <a:normAutofit/>
          </a:bodyPr>
          <a:lstStyle/>
          <a:p>
            <a:r>
              <a:rPr lang="en-SG" sz="3200" noProof="0" dirty="0">
                <a:latin typeface="Source Sans Pro"/>
              </a:rPr>
              <a:t>Observability &amp; Distributed Tracing</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graphicFrame>
        <p:nvGraphicFramePr>
          <p:cNvPr id="5" name="converted_table">
            <a:extLst>
              <a:ext uri="{FF2B5EF4-FFF2-40B4-BE49-F238E27FC236}">
                <a16:creationId xmlns:a16="http://schemas.microsoft.com/office/drawing/2014/main" id="{851D4B0B-F4EC-49A5-BD18-FCBBA5F2CD01}"/>
              </a:ext>
            </a:extLst>
          </p:cNvPr>
          <p:cNvGraphicFramePr>
            <a:graphicFrameLocks noGrp="1"/>
          </p:cNvGraphicFramePr>
          <p:nvPr>
            <p:extLst>
              <p:ext uri="{D42A27DB-BD31-4B8C-83A1-F6EECF244321}">
                <p14:modId xmlns:p14="http://schemas.microsoft.com/office/powerpoint/2010/main" val="2117796805"/>
              </p:ext>
            </p:extLst>
          </p:nvPr>
        </p:nvGraphicFramePr>
        <p:xfrm>
          <a:off x="838200" y="1523265"/>
          <a:ext cx="10464800" cy="3996556"/>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475878531"/>
                    </a:ext>
                  </a:extLst>
                </a:gridCol>
                <a:gridCol w="3810000">
                  <a:extLst>
                    <a:ext uri="{9D8B030D-6E8A-4147-A177-3AD203B41FA5}">
                      <a16:colId xmlns:a16="http://schemas.microsoft.com/office/drawing/2014/main" val="4143648862"/>
                    </a:ext>
                  </a:extLst>
                </a:gridCol>
                <a:gridCol w="2603500">
                  <a:extLst>
                    <a:ext uri="{9D8B030D-6E8A-4147-A177-3AD203B41FA5}">
                      <a16:colId xmlns:a16="http://schemas.microsoft.com/office/drawing/2014/main" val="1063834616"/>
                    </a:ext>
                  </a:extLst>
                </a:gridCol>
                <a:gridCol w="2781300">
                  <a:extLst>
                    <a:ext uri="{9D8B030D-6E8A-4147-A177-3AD203B41FA5}">
                      <a16:colId xmlns:a16="http://schemas.microsoft.com/office/drawing/2014/main" val="4204259715"/>
                    </a:ext>
                  </a:extLst>
                </a:gridCol>
              </a:tblGrid>
              <a:tr h="526916">
                <a:tc>
                  <a:txBody>
                    <a:bodyPr/>
                    <a:lstStyle/>
                    <a:p>
                      <a:pPr algn="l"/>
                      <a:r>
                        <a:rPr lang="en-SG" sz="1200" b="1" noProof="0" dirty="0">
                          <a:solidFill>
                            <a:srgbClr val="FFFFFF"/>
                          </a:solidFill>
                          <a:latin typeface="Source Sans Pro"/>
                        </a:rPr>
                        <a:t>Option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Approach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Pros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Cons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723463280"/>
                  </a:ext>
                </a:extLst>
              </a:tr>
              <a:tr h="952500">
                <a:tc>
                  <a:txBody>
                    <a:bodyPr/>
                    <a:lstStyle/>
                    <a:p>
                      <a:pPr algn="l"/>
                      <a:r>
                        <a:rPr lang="en-SG" sz="1200" b="0" noProof="0" dirty="0">
                          <a:solidFill>
                            <a:srgbClr val="1F1F1F"/>
                          </a:solidFill>
                          <a:latin typeface="Source Sans Pro"/>
                        </a:rPr>
                        <a:t> Option 1
(Recommended)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err="1">
                          <a:solidFill>
                            <a:srgbClr val="1F1F1F"/>
                          </a:solidFill>
                          <a:latin typeface="Source Sans Pro"/>
                        </a:rPr>
                        <a:t>OpenTelemetry</a:t>
                      </a:r>
                      <a:r>
                        <a:rPr lang="en-SG" sz="1200" b="0" noProof="0" dirty="0">
                          <a:solidFill>
                            <a:srgbClr val="1F1F1F"/>
                          </a:solidFill>
                          <a:latin typeface="Source Sans Pro"/>
                        </a:rPr>
                        <a:t> + </a:t>
                      </a:r>
                      <a:r>
                        <a:rPr lang="en-SG" sz="1200" b="0" noProof="0" dirty="0" err="1">
                          <a:solidFill>
                            <a:srgbClr val="1F1F1F"/>
                          </a:solidFill>
                          <a:latin typeface="Source Sans Pro"/>
                        </a:rPr>
                        <a:t>OpenInference</a:t>
                      </a:r>
                      <a:r>
                        <a:rPr lang="en-SG" sz="1200" b="0" noProof="0" dirty="0">
                          <a:solidFill>
                            <a:srgbClr val="1F1F1F"/>
                          </a:solidFill>
                          <a:latin typeface="Source Sans Pro"/>
                        </a:rPr>
                        <a:t> → Azure Monitor Application Insights + </a:t>
                      </a:r>
                      <a:r>
                        <a:rPr lang="en-SG" sz="1200" b="0" noProof="0" dirty="0" err="1">
                          <a:solidFill>
                            <a:srgbClr val="1F1F1F"/>
                          </a:solidFill>
                          <a:latin typeface="Source Sans Pro"/>
                        </a:rPr>
                        <a:t>Langfuse</a:t>
                      </a:r>
                      <a:endParaRPr lang="en-SG" sz="1200" b="0" noProof="0" dirty="0">
                        <a:solidFill>
                          <a:srgbClr val="1F1F1F"/>
                        </a:solidFill>
                        <a:latin typeface="Source Sans Pro"/>
                      </a:endParaRPr>
                    </a:p>
                    <a:p>
                      <a:pPr marL="171450" indent="-171450" algn="l">
                        <a:buFont typeface="Arial" panose="020B0604020202020204" pitchFamily="34" charset="0"/>
                        <a:buChar char="•"/>
                      </a:pPr>
                      <a:r>
                        <a:rPr lang="en-SG" sz="1200" b="0" noProof="0" dirty="0">
                          <a:solidFill>
                            <a:srgbClr val="1F1F1F"/>
                          </a:solidFill>
                          <a:latin typeface="Source Sans Pro"/>
                        </a:rPr>
                        <a:t>Instrument root span, LLM calls, tool calls, and custom metrics per email</a:t>
                      </a:r>
                    </a:p>
                    <a:p>
                      <a:pPr marL="171450" indent="-171450" algn="l">
                        <a:buFont typeface="Arial" panose="020B0604020202020204" pitchFamily="34" charset="0"/>
                        <a:buChar char="•"/>
                      </a:pPr>
                      <a:r>
                        <a:rPr lang="en-SG" sz="1200" b="0" noProof="0" dirty="0">
                          <a:solidFill>
                            <a:srgbClr val="1F1F1F"/>
                          </a:solidFill>
                          <a:latin typeface="Source Sans Pro"/>
                        </a:rPr>
                        <a:t>Workbooks show latency, token trends, HITL rate, and canary vs blue comparisons</a:t>
                      </a:r>
                    </a:p>
                    <a:p>
                      <a:pPr marL="171450" indent="-171450" algn="l">
                        <a:buFont typeface="Arial" panose="020B0604020202020204" pitchFamily="34" charset="0"/>
                        <a:buChar char="•"/>
                      </a:pPr>
                      <a:r>
                        <a:rPr lang="en-SG" sz="1200" b="0" noProof="0" dirty="0">
                          <a:solidFill>
                            <a:srgbClr val="1F1F1F"/>
                          </a:solidFill>
                          <a:latin typeface="Source Sans Pro"/>
                        </a:rPr>
                        <a:t>PII removed before export; trace IDs link to encrypted blob</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Full reasoning-chain visibility</a:t>
                      </a:r>
                    </a:p>
                    <a:p>
                      <a:pPr marL="171450" indent="-171450" algn="l">
                        <a:buFont typeface="Arial" panose="020B0604020202020204" pitchFamily="34" charset="0"/>
                        <a:buChar char="•"/>
                      </a:pPr>
                      <a:r>
                        <a:rPr lang="en-SG" sz="1200" b="0" noProof="0" dirty="0">
                          <a:solidFill>
                            <a:srgbClr val="1F1F1F"/>
                          </a:solidFill>
                          <a:latin typeface="Source Sans Pro"/>
                        </a:rPr>
                        <a:t>Rich operational dashboards</a:t>
                      </a:r>
                    </a:p>
                    <a:p>
                      <a:pPr marL="171450" indent="-171450" algn="l">
                        <a:buFont typeface="Arial" panose="020B0604020202020204" pitchFamily="34" charset="0"/>
                        <a:buChar char="•"/>
                      </a:pPr>
                      <a:r>
                        <a:rPr lang="en-SG" sz="1200" b="0" noProof="0" dirty="0">
                          <a:solidFill>
                            <a:srgbClr val="1F1F1F"/>
                          </a:solidFill>
                          <a:latin typeface="Source Sans Pro"/>
                        </a:rPr>
                        <a:t>Keeps telemetry within boundary when self-hosted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Requires instrumentation effort</a:t>
                      </a:r>
                    </a:p>
                    <a:p>
                      <a:pPr marL="171450" indent="-171450" algn="l">
                        <a:buFont typeface="Arial" panose="020B0604020202020204" pitchFamily="34" charset="0"/>
                        <a:buChar char="•"/>
                      </a:pPr>
                      <a:r>
                        <a:rPr lang="en-SG" sz="1200" b="0" noProof="0" dirty="0">
                          <a:solidFill>
                            <a:srgbClr val="1F1F1F"/>
                          </a:solidFill>
                          <a:latin typeface="Source Sans Pro"/>
                        </a:rPr>
                        <a:t>Additional self-hosted observability components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897426"/>
                  </a:ext>
                </a:extLst>
              </a:tr>
              <a:tr h="952500">
                <a:tc>
                  <a:txBody>
                    <a:bodyPr/>
                    <a:lstStyle/>
                    <a:p>
                      <a:pPr algn="l"/>
                      <a:r>
                        <a:rPr lang="en-SG" sz="1200" b="0" noProof="0" dirty="0">
                          <a:solidFill>
                            <a:srgbClr val="1F1F1F"/>
                          </a:solidFill>
                          <a:latin typeface="Source Sans Pro"/>
                        </a:rPr>
                        <a:t>Option 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err="1">
                          <a:solidFill>
                            <a:srgbClr val="1F1F1F"/>
                          </a:solidFill>
                          <a:latin typeface="Source Sans Pro"/>
                        </a:rPr>
                        <a:t>LangSmith</a:t>
                      </a:r>
                      <a:r>
                        <a:rPr lang="en-SG" sz="1200" b="0" noProof="0" dirty="0">
                          <a:solidFill>
                            <a:srgbClr val="1F1F1F"/>
                          </a:solidFill>
                          <a:latin typeface="Source Sans Pro"/>
                        </a:rPr>
                        <a:t> (</a:t>
                      </a:r>
                      <a:r>
                        <a:rPr lang="en-SG" sz="1200" b="0" noProof="0" dirty="0" err="1">
                          <a:solidFill>
                            <a:srgbClr val="1F1F1F"/>
                          </a:solidFill>
                          <a:latin typeface="Source Sans Pro"/>
                        </a:rPr>
                        <a:t>LangChain</a:t>
                      </a:r>
                      <a:r>
                        <a:rPr lang="en-SG" sz="1200" b="0" noProof="0" dirty="0">
                          <a:solidFill>
                            <a:srgbClr val="1F1F1F"/>
                          </a:solidFill>
                          <a:latin typeface="Source Sans Pro"/>
                        </a:rPr>
                        <a:t> hosted)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Managed tracing experience</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External SaaS</a:t>
                      </a:r>
                    </a:p>
                    <a:p>
                      <a:pPr marL="171450" indent="-171450" algn="l">
                        <a:buFont typeface="Arial" panose="020B0604020202020204" pitchFamily="34" charset="0"/>
                        <a:buChar char="•"/>
                      </a:pPr>
                      <a:r>
                        <a:rPr lang="en-SG" sz="1200" b="0" noProof="0" dirty="0">
                          <a:solidFill>
                            <a:srgbClr val="1F1F1F"/>
                          </a:solidFill>
                          <a:latin typeface="Source Sans Pro"/>
                        </a:rPr>
                        <a:t>Data residency in GCC 2.0 not guaranteed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0096371"/>
                  </a:ext>
                </a:extLst>
              </a:tr>
              <a:tr h="952500">
                <a:tc>
                  <a:txBody>
                    <a:bodyPr/>
                    <a:lstStyle/>
                    <a:p>
                      <a:pPr algn="l"/>
                      <a:r>
                        <a:rPr lang="en-SG" sz="1200" b="0" noProof="0" dirty="0">
                          <a:solidFill>
                            <a:srgbClr val="1F1F1F"/>
                          </a:solidFill>
                          <a:latin typeface="Source Sans Pro"/>
                        </a:rPr>
                        <a:t>Option 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Standard Application Logs Only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Lowest implementation effort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Cannot reconstruct reasoning chain</a:t>
                      </a:r>
                    </a:p>
                    <a:p>
                      <a:pPr marL="171450" indent="-171450" algn="l">
                        <a:buFont typeface="Arial" panose="020B0604020202020204" pitchFamily="34" charset="0"/>
                        <a:buChar char="•"/>
                      </a:pPr>
                      <a:r>
                        <a:rPr lang="en-SG" sz="1200" b="0" noProof="0" dirty="0">
                          <a:solidFill>
                            <a:srgbClr val="1F1F1F"/>
                          </a:solidFill>
                          <a:latin typeface="Source Sans Pro"/>
                        </a:rPr>
                        <a:t>Hallucinations are hard to debug post-mortem</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9520004"/>
                  </a:ext>
                </a:extLst>
              </a:tr>
            </a:tbl>
          </a:graphicData>
        </a:graphic>
      </p:graphicFrame>
      <p:sp>
        <p:nvSpPr>
          <p:cNvPr id="3" name="recommendation_note">
            <a:extLst>
              <a:ext uri="{FF2B5EF4-FFF2-40B4-BE49-F238E27FC236}">
                <a16:creationId xmlns:a16="http://schemas.microsoft.com/office/drawing/2014/main" id="{D5BECABF-4AF9-4DFF-8414-DA62AC634AEB}"/>
              </a:ext>
            </a:extLst>
          </p:cNvPr>
          <p:cNvSpPr txBox="1"/>
          <p:nvPr/>
        </p:nvSpPr>
        <p:spPr>
          <a:xfrm>
            <a:off x="838200" y="5994400"/>
            <a:ext cx="10515600" cy="276999"/>
          </a:xfrm>
          <a:prstGeom prst="rect">
            <a:avLst/>
          </a:prstGeom>
          <a:noFill/>
        </p:spPr>
        <p:txBody>
          <a:bodyPr vertOverflow="overflow" vert="horz" wrap="square" rtlCol="0" anchor="t">
            <a:spAutoFit/>
          </a:bodyPr>
          <a:lstStyle/>
          <a:p>
            <a:pPr algn="l"/>
            <a:r>
              <a:rPr lang="en-SG" sz="1200" b="1" noProof="0" dirty="0">
                <a:solidFill>
                  <a:srgbClr val="005AAB"/>
                </a:solidFill>
                <a:latin typeface="Source Sans Pro"/>
              </a:rPr>
              <a:t>IRAS Recommendation: Option 1. Self-hosted </a:t>
            </a:r>
            <a:r>
              <a:rPr lang="en-SG" sz="1200" b="1" noProof="0" dirty="0" err="1">
                <a:solidFill>
                  <a:srgbClr val="005AAB"/>
                </a:solidFill>
                <a:latin typeface="Source Sans Pro"/>
              </a:rPr>
              <a:t>Langfuse</a:t>
            </a:r>
            <a:r>
              <a:rPr lang="en-SG" sz="1200" b="1" noProof="0" dirty="0">
                <a:solidFill>
                  <a:srgbClr val="005AAB"/>
                </a:solidFill>
                <a:latin typeface="Source Sans Pro"/>
              </a:rPr>
              <a:t> keeps trace data within GCC 2.0 boundary.</a:t>
            </a:r>
          </a:p>
        </p:txBody>
      </p:sp>
      <p:sp>
        <p:nvSpPr>
          <p:cNvPr id="7" name="Slide Number Placeholder 1">
            <a:extLst>
              <a:ext uri="{FF2B5EF4-FFF2-40B4-BE49-F238E27FC236}">
                <a16:creationId xmlns:a16="http://schemas.microsoft.com/office/drawing/2014/main" id="{B853391B-5653-D709-4C27-12CAC9715C34}"/>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43</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A68447-50A9-15B0-BA83-5EC59019B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3CEF6-4C33-ECE4-6E9F-6643D2C3D751}"/>
              </a:ext>
            </a:extLst>
          </p:cNvPr>
          <p:cNvSpPr>
            <a:spLocks noGrp="1"/>
          </p:cNvSpPr>
          <p:nvPr>
            <p:ph type="title"/>
          </p:nvPr>
        </p:nvSpPr>
        <p:spPr/>
        <p:txBody>
          <a:bodyPr/>
          <a:lstStyle/>
          <a:p>
            <a:r>
              <a:rPr lang="en-SG" sz="2000" noProof="0" dirty="0" err="1">
                <a:latin typeface="Source Sans Pro"/>
              </a:rPr>
              <a:t>EvalOps</a:t>
            </a:r>
            <a:r>
              <a:rPr lang="en-SG" sz="2000" noProof="0" dirty="0">
                <a:latin typeface="Source Sans Pro"/>
              </a:rPr>
              <a:t>: Continuous Quality Evaluation</a:t>
            </a:r>
          </a:p>
        </p:txBody>
      </p:sp>
      <p:sp>
        <p:nvSpPr>
          <p:cNvPr id="4" name="TextBox 3">
            <a:extLst>
              <a:ext uri="{FF2B5EF4-FFF2-40B4-BE49-F238E27FC236}">
                <a16:creationId xmlns:a16="http://schemas.microsoft.com/office/drawing/2014/main" id="{4839305F-F7AE-30D8-2452-BF7FBF32E345}"/>
              </a:ext>
            </a:extLst>
          </p:cNvPr>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a:extLst>
              <a:ext uri="{FF2B5EF4-FFF2-40B4-BE49-F238E27FC236}">
                <a16:creationId xmlns:a16="http://schemas.microsoft.com/office/drawing/2014/main" id="{0B65BA06-81C4-2F3E-BBA6-53B0A98AF95D}"/>
              </a:ext>
            </a:extLst>
          </p:cNvPr>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Monitoring &amp; Observability</a:t>
            </a:r>
          </a:p>
        </p:txBody>
      </p:sp>
      <p:graphicFrame>
        <p:nvGraphicFramePr>
          <p:cNvPr id="6" name="converted_table">
            <a:extLst>
              <a:ext uri="{FF2B5EF4-FFF2-40B4-BE49-F238E27FC236}">
                <a16:creationId xmlns:a16="http://schemas.microsoft.com/office/drawing/2014/main" id="{2B244908-0695-B23F-6BC0-95C2A34CEA45}"/>
              </a:ext>
            </a:extLst>
          </p:cNvPr>
          <p:cNvGraphicFramePr>
            <a:graphicFrameLocks noGrp="1"/>
          </p:cNvGraphicFramePr>
          <p:nvPr>
            <p:extLst>
              <p:ext uri="{D42A27DB-BD31-4B8C-83A1-F6EECF244321}">
                <p14:modId xmlns:p14="http://schemas.microsoft.com/office/powerpoint/2010/main" val="465456047"/>
              </p:ext>
            </p:extLst>
          </p:nvPr>
        </p:nvGraphicFramePr>
        <p:xfrm>
          <a:off x="838200" y="1905000"/>
          <a:ext cx="10464800" cy="3262563"/>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375308177"/>
                    </a:ext>
                  </a:extLst>
                </a:gridCol>
                <a:gridCol w="3810000">
                  <a:extLst>
                    <a:ext uri="{9D8B030D-6E8A-4147-A177-3AD203B41FA5}">
                      <a16:colId xmlns:a16="http://schemas.microsoft.com/office/drawing/2014/main" val="2272142276"/>
                    </a:ext>
                  </a:extLst>
                </a:gridCol>
                <a:gridCol w="2603500">
                  <a:extLst>
                    <a:ext uri="{9D8B030D-6E8A-4147-A177-3AD203B41FA5}">
                      <a16:colId xmlns:a16="http://schemas.microsoft.com/office/drawing/2014/main" val="437404334"/>
                    </a:ext>
                  </a:extLst>
                </a:gridCol>
                <a:gridCol w="2781300">
                  <a:extLst>
                    <a:ext uri="{9D8B030D-6E8A-4147-A177-3AD203B41FA5}">
                      <a16:colId xmlns:a16="http://schemas.microsoft.com/office/drawing/2014/main" val="3345987702"/>
                    </a:ext>
                  </a:extLst>
                </a:gridCol>
              </a:tblGrid>
              <a:tr h="405063">
                <a:tc>
                  <a:txBody>
                    <a:bodyPr/>
                    <a:lstStyle/>
                    <a:p>
                      <a:pPr algn="l"/>
                      <a:r>
                        <a:rPr lang="en-SG" sz="1200" b="1" noProof="0" dirty="0">
                          <a:solidFill>
                            <a:srgbClr val="FFFFFF"/>
                          </a:solidFill>
                          <a:latin typeface="Source Sans Pro"/>
                        </a:rPr>
                        <a:t>Option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Approach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Pros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Cons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82006180"/>
                  </a:ext>
                </a:extLst>
              </a:tr>
              <a:tr h="952500">
                <a:tc>
                  <a:txBody>
                    <a:bodyPr/>
                    <a:lstStyle/>
                    <a:p>
                      <a:pPr algn="l"/>
                      <a:r>
                        <a:rPr lang="en-SG" sz="1000" b="0" noProof="0" dirty="0">
                          <a:solidFill>
                            <a:srgbClr val="1F1F1F"/>
                          </a:solidFill>
                          <a:latin typeface="Source Sans Pro"/>
                        </a:rPr>
                        <a:t>Option 1
(Recommended)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Azure AI Evaluation SDK + LLM-as-a-Judge (GPT-4o) + </a:t>
                      </a:r>
                      <a:r>
                        <a:rPr lang="en-SG" sz="1000" b="0" noProof="0" dirty="0" err="1">
                          <a:solidFill>
                            <a:srgbClr val="1F1F1F"/>
                          </a:solidFill>
                          <a:latin typeface="Source Sans Pro"/>
                        </a:rPr>
                        <a:t>Langfuse</a:t>
                      </a:r>
                      <a:endParaRPr lang="en-SG" sz="1000" b="0" noProof="0" dirty="0">
                        <a:solidFill>
                          <a:srgbClr val="1F1F1F"/>
                        </a:solidFill>
                        <a:latin typeface="Source Sans Pro"/>
                      </a:endParaRPr>
                    </a:p>
                    <a:p>
                      <a:pPr marL="171450" indent="-171450" algn="l">
                        <a:buFont typeface="Arial" panose="020B0604020202020204" pitchFamily="34" charset="0"/>
                        <a:buChar char="•"/>
                      </a:pPr>
                      <a:r>
                        <a:rPr lang="en-SG" sz="1000" b="0" noProof="0" dirty="0">
                          <a:solidFill>
                            <a:srgbClr val="1F1F1F"/>
                          </a:solidFill>
                          <a:latin typeface="Source Sans Pro"/>
                        </a:rPr>
                        <a:t>Metrics: faithfulness, answer relevance, task completion, hallucination rate, tool-call accuracy</a:t>
                      </a:r>
                    </a:p>
                    <a:p>
                      <a:pPr marL="171450" indent="-171450" algn="l">
                        <a:buFont typeface="Arial" panose="020B0604020202020204" pitchFamily="34" charset="0"/>
                        <a:buChar char="•"/>
                      </a:pPr>
                      <a:r>
                        <a:rPr lang="en-SG" sz="1000" b="0" noProof="0" dirty="0">
                          <a:solidFill>
                            <a:srgbClr val="1F1F1F"/>
                          </a:solidFill>
                          <a:latin typeface="Source Sans Pro"/>
                        </a:rPr>
                        <a:t>Run in CI and sampled production traces</a:t>
                      </a:r>
                    </a:p>
                    <a:p>
                      <a:pPr marL="171450" indent="-171450" algn="l">
                        <a:buFont typeface="Arial" panose="020B0604020202020204" pitchFamily="34" charset="0"/>
                        <a:buChar char="•"/>
                      </a:pPr>
                      <a:r>
                        <a:rPr lang="en-SG" sz="1000" b="0" noProof="0" dirty="0">
                          <a:solidFill>
                            <a:srgbClr val="1F1F1F"/>
                          </a:solidFill>
                          <a:latin typeface="Source Sans Pro"/>
                        </a:rPr>
                        <a:t>Block promotion if composite score drops &gt;5% vs active version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Scalable and automated</a:t>
                      </a:r>
                    </a:p>
                    <a:p>
                      <a:pPr marL="171450" indent="-171450" algn="l">
                        <a:buFont typeface="Arial" panose="020B0604020202020204" pitchFamily="34" charset="0"/>
                        <a:buChar char="•"/>
                      </a:pPr>
                      <a:r>
                        <a:rPr lang="en-SG" sz="1000" b="0" noProof="0" dirty="0">
                          <a:solidFill>
                            <a:srgbClr val="1F1F1F"/>
                          </a:solidFill>
                          <a:latin typeface="Source Sans Pro"/>
                        </a:rPr>
                        <a:t>Catches semantic regressions not visible in unit tests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Judge has slight verbosity bias</a:t>
                      </a:r>
                    </a:p>
                    <a:p>
                      <a:pPr marL="171450" indent="-171450" algn="l">
                        <a:buFont typeface="Arial" panose="020B0604020202020204" pitchFamily="34" charset="0"/>
                        <a:buChar char="•"/>
                      </a:pPr>
                      <a:r>
                        <a:rPr lang="en-SG" sz="1000" b="0" noProof="0" dirty="0">
                          <a:solidFill>
                            <a:srgbClr val="1F1F1F"/>
                          </a:solidFill>
                          <a:latin typeface="Source Sans Pro"/>
                        </a:rPr>
                        <a:t>Ongoing judge-model cost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181569"/>
                  </a:ext>
                </a:extLst>
              </a:tr>
              <a:tr h="952500">
                <a:tc>
                  <a:txBody>
                    <a:bodyPr/>
                    <a:lstStyle/>
                    <a:p>
                      <a:pPr algn="l"/>
                      <a:r>
                        <a:rPr lang="en-SG" sz="1000" b="0" noProof="0" dirty="0">
                          <a:solidFill>
                            <a:srgbClr val="1F1F1F"/>
                          </a:solidFill>
                          <a:latin typeface="Source Sans Pro"/>
                        </a:rPr>
                        <a:t>Option 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Deterministic Unit Testing Only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Cheap and fast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Cannot catch reasoning quality regressions or hallucinations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7463409"/>
                  </a:ext>
                </a:extLst>
              </a:tr>
              <a:tr h="952500">
                <a:tc>
                  <a:txBody>
                    <a:bodyPr/>
                    <a:lstStyle/>
                    <a:p>
                      <a:pPr algn="l"/>
                      <a:r>
                        <a:rPr lang="en-SG" sz="1000" b="0" noProof="0" dirty="0">
                          <a:solidFill>
                            <a:srgbClr val="1F1F1F"/>
                          </a:solidFill>
                          <a:latin typeface="Source Sans Pro"/>
                        </a:rPr>
                        <a:t>Option 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000" b="0" noProof="0" dirty="0">
                          <a:solidFill>
                            <a:srgbClr val="1F1F1F"/>
                          </a:solidFill>
                          <a:latin typeface="Source Sans Pro"/>
                        </a:rPr>
                        <a:t>Human Officer Spot-Audit Only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Direct human assessment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000" b="0" noProof="0" dirty="0">
                          <a:solidFill>
                            <a:srgbClr val="1F1F1F"/>
                          </a:solidFill>
                          <a:latin typeface="Source Sans Pro"/>
                        </a:rPr>
                        <a:t>Reactive and not scalable</a:t>
                      </a:r>
                    </a:p>
                    <a:p>
                      <a:pPr marL="171450" indent="-171450" algn="l">
                        <a:buFont typeface="Arial" panose="020B0604020202020204" pitchFamily="34" charset="0"/>
                        <a:buChar char="•"/>
                      </a:pPr>
                      <a:r>
                        <a:rPr lang="en-SG" sz="1000" b="0" noProof="0" dirty="0">
                          <a:solidFill>
                            <a:srgbClr val="1F1F1F"/>
                          </a:solidFill>
                          <a:latin typeface="Source Sans Pro"/>
                        </a:rPr>
                        <a:t>Errors are found after taxpayer impact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9695389"/>
                  </a:ext>
                </a:extLst>
              </a:tr>
            </a:tbl>
          </a:graphicData>
        </a:graphic>
      </p:graphicFrame>
      <p:sp>
        <p:nvSpPr>
          <p:cNvPr id="3" name="recommendation_note">
            <a:extLst>
              <a:ext uri="{FF2B5EF4-FFF2-40B4-BE49-F238E27FC236}">
                <a16:creationId xmlns:a16="http://schemas.microsoft.com/office/drawing/2014/main" id="{55003813-C071-3928-86F0-55DBB7FE6CED}"/>
              </a:ext>
            </a:extLst>
          </p:cNvPr>
          <p:cNvSpPr txBox="1"/>
          <p:nvPr/>
        </p:nvSpPr>
        <p:spPr>
          <a:xfrm>
            <a:off x="838200" y="5994400"/>
            <a:ext cx="10515600" cy="276999"/>
          </a:xfrm>
          <a:prstGeom prst="rect">
            <a:avLst/>
          </a:prstGeom>
          <a:noFill/>
        </p:spPr>
        <p:txBody>
          <a:bodyPr vertOverflow="overflow" vert="horz" wrap="square" rtlCol="0" anchor="t">
            <a:spAutoFit/>
          </a:bodyPr>
          <a:lstStyle/>
          <a:p>
            <a:pPr algn="l"/>
            <a:r>
              <a:rPr lang="en-SG" sz="1200" b="1" noProof="0" dirty="0">
                <a:solidFill>
                  <a:srgbClr val="005AAB"/>
                </a:solidFill>
                <a:latin typeface="Source Sans Pro"/>
              </a:rPr>
              <a:t>IRAS Recommendation: Option 1, supplemented by Option 2 for tool-call structural checks.</a:t>
            </a:r>
          </a:p>
        </p:txBody>
      </p:sp>
      <p:sp>
        <p:nvSpPr>
          <p:cNvPr id="8" name="Slide Number Placeholder 1">
            <a:extLst>
              <a:ext uri="{FF2B5EF4-FFF2-40B4-BE49-F238E27FC236}">
                <a16:creationId xmlns:a16="http://schemas.microsoft.com/office/drawing/2014/main" id="{0DA3D067-14D9-0560-C8A9-805E6212D480}"/>
              </a:ext>
            </a:extLst>
          </p:cNvPr>
          <p:cNvSpPr>
            <a:spLocks noGrp="1"/>
          </p:cNvSpPr>
          <p:nvPr>
            <p:ph type="sldNum" sz="quarter" idx="12"/>
          </p:nvPr>
        </p:nvSpPr>
        <p:spPr>
          <a:xfrm>
            <a:off x="8610600" y="6385225"/>
            <a:ext cx="2743200" cy="365125"/>
          </a:xfrm>
        </p:spPr>
        <p:txBody>
          <a:bodyPr/>
          <a:lstStyle/>
          <a:p>
            <a:fld id="{5DF5AE18-F94A-B54C-9347-4CAFB5D76058}" type="slidenum">
              <a:rPr lang="en-SG" noProof="0" smtClean="0"/>
              <a:pPr/>
              <a:t>44</a:t>
            </a:fld>
            <a:endParaRPr lang="en-SG" noProof="0" dirty="0"/>
          </a:p>
        </p:txBody>
      </p:sp>
    </p:spTree>
    <p:extLst>
      <p:ext uri="{BB962C8B-B14F-4D97-AF65-F5344CB8AC3E}">
        <p14:creationId xmlns:p14="http://schemas.microsoft.com/office/powerpoint/2010/main" val="725141479"/>
      </p:ext>
    </p:extLst>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000" noProof="0" dirty="0">
                <a:latin typeface="Source Sans Pro"/>
              </a:rPr>
              <a:t>Testing Strategy: Blue-Green + Canary Deployment</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1" i="0" noProof="0" dirty="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lang="en-SG" sz="1100" b="0" i="0" noProof="0" dirty="0">
                <a:solidFill>
                  <a:srgbClr val="606060"/>
                </a:solidFill>
                <a:latin typeface="Source Sans Pro"/>
              </a:rPr>
              <a:t>Release Management</a:t>
            </a:r>
          </a:p>
        </p:txBody>
      </p:sp>
      <p:graphicFrame>
        <p:nvGraphicFramePr>
          <p:cNvPr id="6" name="converted_table">
            <a:extLst>
              <a:ext uri="{FF2B5EF4-FFF2-40B4-BE49-F238E27FC236}">
                <a16:creationId xmlns:a16="http://schemas.microsoft.com/office/drawing/2014/main" id="{99C62ECD-0A5D-4C4D-9919-0F57D0BD243C}"/>
              </a:ext>
            </a:extLst>
          </p:cNvPr>
          <p:cNvGraphicFramePr>
            <a:graphicFrameLocks noGrp="1"/>
          </p:cNvGraphicFramePr>
          <p:nvPr>
            <p:extLst>
              <p:ext uri="{D42A27DB-BD31-4B8C-83A1-F6EECF244321}">
                <p14:modId xmlns:p14="http://schemas.microsoft.com/office/powerpoint/2010/main" val="3175491459"/>
              </p:ext>
            </p:extLst>
          </p:nvPr>
        </p:nvGraphicFramePr>
        <p:xfrm>
          <a:off x="838200" y="1905000"/>
          <a:ext cx="10464800" cy="3431941"/>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738461031"/>
                    </a:ext>
                  </a:extLst>
                </a:gridCol>
                <a:gridCol w="3810000">
                  <a:extLst>
                    <a:ext uri="{9D8B030D-6E8A-4147-A177-3AD203B41FA5}">
                      <a16:colId xmlns:a16="http://schemas.microsoft.com/office/drawing/2014/main" val="2023575393"/>
                    </a:ext>
                  </a:extLst>
                </a:gridCol>
                <a:gridCol w="2603500">
                  <a:extLst>
                    <a:ext uri="{9D8B030D-6E8A-4147-A177-3AD203B41FA5}">
                      <a16:colId xmlns:a16="http://schemas.microsoft.com/office/drawing/2014/main" val="2042184200"/>
                    </a:ext>
                  </a:extLst>
                </a:gridCol>
                <a:gridCol w="2781300">
                  <a:extLst>
                    <a:ext uri="{9D8B030D-6E8A-4147-A177-3AD203B41FA5}">
                      <a16:colId xmlns:a16="http://schemas.microsoft.com/office/drawing/2014/main" val="166079271"/>
                    </a:ext>
                  </a:extLst>
                </a:gridCol>
              </a:tblGrid>
              <a:tr h="328061">
                <a:tc>
                  <a:txBody>
                    <a:bodyPr/>
                    <a:lstStyle/>
                    <a:p>
                      <a:pPr algn="l"/>
                      <a:r>
                        <a:rPr lang="en-SG" sz="1200" b="1" noProof="0" dirty="0">
                          <a:solidFill>
                            <a:srgbClr val="FFFFFF"/>
                          </a:solidFill>
                          <a:latin typeface="Source Sans Pro"/>
                        </a:rPr>
                        <a:t>Option</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Approach</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Pros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pPr algn="l"/>
                      <a:r>
                        <a:rPr lang="en-SG" sz="1200" b="1" noProof="0" dirty="0">
                          <a:solidFill>
                            <a:srgbClr val="FFFFFF"/>
                          </a:solidFill>
                          <a:latin typeface="Source Sans Pro"/>
                        </a:rPr>
                        <a:t>Cons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4065589828"/>
                  </a:ext>
                </a:extLst>
              </a:tr>
              <a:tr h="952500">
                <a:tc>
                  <a:txBody>
                    <a:bodyPr/>
                    <a:lstStyle/>
                    <a:p>
                      <a:pPr algn="l"/>
                      <a:r>
                        <a:rPr lang="en-SG" sz="1200" b="0" noProof="0" dirty="0">
                          <a:solidFill>
                            <a:srgbClr val="1F1F1F"/>
                          </a:solidFill>
                          <a:latin typeface="Source Sans Pro"/>
                        </a:rPr>
                        <a:t>Option 1
(Recommended)</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Blue-Green with Canary (ACA Traffic Weight Splitting)</a:t>
                      </a:r>
                    </a:p>
                    <a:p>
                      <a:pPr marL="171450" indent="-171450" algn="l">
                        <a:buFont typeface="Arial" panose="020B0604020202020204" pitchFamily="34" charset="0"/>
                        <a:buChar char="•"/>
                      </a:pPr>
                      <a:r>
                        <a:rPr lang="en-SG" sz="1200" b="0" noProof="0" dirty="0">
                          <a:solidFill>
                            <a:srgbClr val="1F1F1F"/>
                          </a:solidFill>
                          <a:latin typeface="Source Sans Pro"/>
                        </a:rPr>
                        <a:t>Deploy new revision; start at 10% live traffic</a:t>
                      </a:r>
                    </a:p>
                    <a:p>
                      <a:pPr marL="171450" indent="-171450" algn="l">
                        <a:buFont typeface="Arial" panose="020B0604020202020204" pitchFamily="34" charset="0"/>
                        <a:buChar char="•"/>
                      </a:pPr>
                      <a:r>
                        <a:rPr lang="en-SG" sz="1200" b="0" noProof="0" dirty="0">
                          <a:solidFill>
                            <a:srgbClr val="1F1F1F"/>
                          </a:solidFill>
                          <a:latin typeface="Source Sans Pro"/>
                        </a:rPr>
                        <a:t>Canary window: 24–48 hours</a:t>
                      </a:r>
                    </a:p>
                    <a:p>
                      <a:pPr marL="171450" indent="-171450" algn="l">
                        <a:buFont typeface="Arial" panose="020B0604020202020204" pitchFamily="34" charset="0"/>
                        <a:buChar char="•"/>
                      </a:pPr>
                      <a:r>
                        <a:rPr lang="en-SG" sz="1200" b="0" noProof="0" dirty="0">
                          <a:solidFill>
                            <a:srgbClr val="1F1F1F"/>
                          </a:solidFill>
                          <a:latin typeface="Source Sans Pro"/>
                        </a:rPr>
                        <a:t>Promotion criteria: error rate ≤ blue, P95 latency ≤ blue +10%, eval composite ≥ blue –2%, no anomaly alerts</a:t>
                      </a:r>
                    </a:p>
                    <a:p>
                      <a:pPr marL="171450" indent="-171450" algn="l">
                        <a:buFont typeface="Arial" panose="020B0604020202020204" pitchFamily="34" charset="0"/>
                        <a:buChar char="•"/>
                      </a:pPr>
                      <a:r>
                        <a:rPr lang="en-SG" sz="1200" b="0" noProof="0" dirty="0">
                          <a:solidFill>
                            <a:srgbClr val="1F1F1F"/>
                          </a:solidFill>
                          <a:latin typeface="Source Sans Pro"/>
                        </a:rPr>
                        <a:t>Rollback by setting canary traffic to 0%</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Real taxpayer exposure at low volume</a:t>
                      </a:r>
                    </a:p>
                    <a:p>
                      <a:pPr marL="171450" indent="-171450" algn="l">
                        <a:buFont typeface="Arial" panose="020B0604020202020204" pitchFamily="34" charset="0"/>
                        <a:buChar char="•"/>
                      </a:pPr>
                      <a:r>
                        <a:rPr lang="en-SG" sz="1200" b="0" noProof="0" dirty="0">
                          <a:solidFill>
                            <a:srgbClr val="1F1F1F"/>
                          </a:solidFill>
                          <a:latin typeface="Source Sans Pro"/>
                        </a:rPr>
                        <a:t>Surfaces non-deterministic LLM behaviour in live data</a:t>
                      </a:r>
                    </a:p>
                    <a:p>
                      <a:pPr marL="171450" indent="-171450" algn="l">
                        <a:buFont typeface="Arial" panose="020B0604020202020204" pitchFamily="34" charset="0"/>
                        <a:buChar char="•"/>
                      </a:pPr>
                      <a:r>
                        <a:rPr lang="en-SG" sz="1200" b="0" noProof="0" dirty="0">
                          <a:solidFill>
                            <a:srgbClr val="1F1F1F"/>
                          </a:solidFill>
                          <a:latin typeface="Source Sans Pro"/>
                        </a:rPr>
                        <a:t>Instant rollback</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Requires ACA traffic splitting</a:t>
                      </a:r>
                    </a:p>
                    <a:p>
                      <a:pPr marL="171450" indent="-171450" algn="l">
                        <a:buFont typeface="Arial" panose="020B0604020202020204" pitchFamily="34" charset="0"/>
                        <a:buChar char="•"/>
                      </a:pPr>
                      <a:r>
                        <a:rPr lang="en-SG" sz="1200" b="0" noProof="0" dirty="0">
                          <a:solidFill>
                            <a:srgbClr val="1F1F1F"/>
                          </a:solidFill>
                          <a:latin typeface="Source Sans Pro"/>
                        </a:rPr>
                        <a:t>Two versions process emails during canary window</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1337321"/>
                  </a:ext>
                </a:extLst>
              </a:tr>
              <a:tr h="952500">
                <a:tc>
                  <a:txBody>
                    <a:bodyPr/>
                    <a:lstStyle/>
                    <a:p>
                      <a:pPr algn="l"/>
                      <a:r>
                        <a:rPr lang="en-SG" sz="1200" b="0" noProof="0" dirty="0">
                          <a:solidFill>
                            <a:srgbClr val="1F1F1F"/>
                          </a:solidFill>
                          <a:latin typeface="Source Sans Pro"/>
                        </a:rPr>
                        <a:t>Option 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Blue-Green Switch (All-or-Nothing Cutover)</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Simple cutover model</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Too risky for LLMs</a:t>
                      </a:r>
                    </a:p>
                    <a:p>
                      <a:pPr marL="171450" indent="-171450" algn="l">
                        <a:buFont typeface="Arial" panose="020B0604020202020204" pitchFamily="34" charset="0"/>
                        <a:buChar char="•"/>
                      </a:pPr>
                      <a:r>
                        <a:rPr lang="en-SG" sz="1200" b="0" noProof="0" dirty="0">
                          <a:solidFill>
                            <a:srgbClr val="1F1F1F"/>
                          </a:solidFill>
                          <a:latin typeface="Source Sans Pro"/>
                        </a:rPr>
                        <a:t>Subtle hallucinations may not surface in staging</a:t>
                      </a:r>
                    </a:p>
                    <a:p>
                      <a:pPr marL="171450" indent="-171450" algn="l">
                        <a:buFont typeface="Arial" panose="020B0604020202020204" pitchFamily="34" charset="0"/>
                        <a:buChar char="•"/>
                      </a:pPr>
                      <a:r>
                        <a:rPr lang="en-SG" sz="1200" b="0" noProof="0" dirty="0">
                          <a:solidFill>
                            <a:srgbClr val="1F1F1F"/>
                          </a:solidFill>
                          <a:latin typeface="Source Sans Pro"/>
                        </a:rPr>
                        <a:t>100% of emails move immediately</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9317589"/>
                  </a:ext>
                </a:extLst>
              </a:tr>
              <a:tr h="952500">
                <a:tc>
                  <a:txBody>
                    <a:bodyPr/>
                    <a:lstStyle/>
                    <a:p>
                      <a:pPr algn="l"/>
                      <a:r>
                        <a:rPr lang="en-SG" sz="1200" b="0" noProof="0" dirty="0">
                          <a:solidFill>
                            <a:srgbClr val="1F1F1F"/>
                          </a:solidFill>
                          <a:latin typeface="Source Sans Pro"/>
                        </a:rPr>
                        <a:t>Option 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SG" sz="1200" b="0" noProof="0" dirty="0">
                          <a:solidFill>
                            <a:srgbClr val="1F1F1F"/>
                          </a:solidFill>
                          <a:latin typeface="Source Sans Pro"/>
                        </a:rPr>
                        <a:t>Shadow Mode (Parallel Run without Serving)</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No risk to taxpayer emails during testing</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SG" sz="1200" b="0" noProof="0" dirty="0">
                          <a:solidFill>
                            <a:srgbClr val="1F1F1F"/>
                          </a:solidFill>
                          <a:latin typeface="Source Sans Pro"/>
                        </a:rPr>
                        <a:t>Does not surface all production failure modes</a:t>
                      </a:r>
                    </a:p>
                    <a:p>
                      <a:pPr marL="171450" indent="-171450" algn="l">
                        <a:buFont typeface="Arial" panose="020B0604020202020204" pitchFamily="34" charset="0"/>
                        <a:buChar char="•"/>
                      </a:pPr>
                      <a:r>
                        <a:rPr lang="en-SG" sz="1200" b="0" noProof="0" dirty="0">
                          <a:solidFill>
                            <a:srgbClr val="1F1F1F"/>
                          </a:solidFill>
                          <a:latin typeface="Source Sans Pro"/>
                        </a:rPr>
                        <a:t>Does not validate tool calls needing real data</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5436319"/>
                  </a:ext>
                </a:extLst>
              </a:tr>
            </a:tbl>
          </a:graphicData>
        </a:graphic>
      </p:graphicFrame>
      <p:sp>
        <p:nvSpPr>
          <p:cNvPr id="3" name="recommendation_note">
            <a:extLst>
              <a:ext uri="{FF2B5EF4-FFF2-40B4-BE49-F238E27FC236}">
                <a16:creationId xmlns:a16="http://schemas.microsoft.com/office/drawing/2014/main" id="{5C7500D9-E9DC-4C53-814B-5BC91F6F5036}"/>
              </a:ext>
            </a:extLst>
          </p:cNvPr>
          <p:cNvSpPr txBox="1"/>
          <p:nvPr/>
        </p:nvSpPr>
        <p:spPr>
          <a:xfrm>
            <a:off x="838200" y="5994400"/>
            <a:ext cx="10515600" cy="276999"/>
          </a:xfrm>
          <a:prstGeom prst="rect">
            <a:avLst/>
          </a:prstGeom>
          <a:noFill/>
        </p:spPr>
        <p:txBody>
          <a:bodyPr vertOverflow="overflow" vert="horz" wrap="square" rtlCol="0" anchor="t">
            <a:spAutoFit/>
          </a:bodyPr>
          <a:lstStyle/>
          <a:p>
            <a:pPr algn="l"/>
            <a:r>
              <a:rPr lang="en-SG" sz="1200" b="1" noProof="0" dirty="0">
                <a:solidFill>
                  <a:srgbClr val="005AAB"/>
                </a:solidFill>
                <a:latin typeface="Source Sans Pro"/>
              </a:rPr>
              <a:t>IRAS Recommendation: Option 1. LLMs are non-deterministic; the 10% canary at low volume is the safest path to real-world validation.</a:t>
            </a:r>
          </a:p>
        </p:txBody>
      </p:sp>
      <p:sp>
        <p:nvSpPr>
          <p:cNvPr id="8" name="Slide Number Placeholder 1">
            <a:extLst>
              <a:ext uri="{FF2B5EF4-FFF2-40B4-BE49-F238E27FC236}">
                <a16:creationId xmlns:a16="http://schemas.microsoft.com/office/drawing/2014/main" id="{ACB7FA22-EE65-1036-54F6-3B6E0CDF0752}"/>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45</a:t>
            </a:fld>
            <a:endParaRPr lang="en-SG" noProof="0" dirty="0"/>
          </a:p>
        </p:txBody>
      </p:sp>
    </p:spTree>
  </p:cSld>
  <p:clrMapOvr>
    <a:masterClrMapping/>
  </p:clrMapOvr>
  <p:extLst>
    <p:ext uri="{6950BFC3-D8DA-4A85-94F7-54DA5524770B}">
      <p188:commentRel xmlns:p188="http://schemas.microsoft.com/office/powerpoint/2018/8/main" r:id="rId2"/>
    </p:ext>
  </p:extLs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770"/>
            <a:ext cx="10515600" cy="781642"/>
          </a:xfrm>
        </p:spPr>
        <p:txBody>
          <a:bodyPr/>
          <a:lstStyle/>
          <a:p>
            <a:r>
              <a:rPr lang="en-SG" sz="2000" noProof="0" dirty="0">
                <a:latin typeface="Source Sans Pro"/>
              </a:rPr>
              <a:t>Platform Architecture Overview (AO Perspective)</a:t>
            </a:r>
          </a:p>
        </p:txBody>
      </p:sp>
      <p:sp>
        <p:nvSpPr>
          <p:cNvPr id="4" name="TextBox 3"/>
          <p:cNvSpPr txBox="1"/>
          <p:nvPr/>
        </p:nvSpPr>
        <p:spPr>
          <a:xfrm>
            <a:off x="9418320" y="109728"/>
            <a:ext cx="2651760" cy="347472"/>
          </a:xfrm>
          <a:prstGeom prst="rect">
            <a:avLst/>
          </a:prstGeom>
          <a:noFill/>
        </p:spPr>
        <p:txBody>
          <a:bodyPr wrap="square">
            <a:spAutoFit/>
          </a:bodyPr>
          <a:lstStyle/>
          <a:p>
            <a:pPr algn="r"/>
            <a:r>
              <a:rPr lang="en-SG" sz="1200" b="0" i="0" noProof="0" dirty="0">
                <a:solidFill>
                  <a:srgbClr val="005AAB"/>
                </a:solidFill>
                <a:latin typeface="Source Sans Pro"/>
              </a:rPr>
              <a:t>For Information</a:t>
            </a:r>
          </a:p>
        </p:txBody>
      </p:sp>
      <p:sp>
        <p:nvSpPr>
          <p:cNvPr id="5" name="TextBox 4"/>
          <p:cNvSpPr txBox="1"/>
          <p:nvPr/>
        </p:nvSpPr>
        <p:spPr>
          <a:xfrm>
            <a:off x="838200" y="1194495"/>
            <a:ext cx="10515600" cy="5047536"/>
          </a:xfrm>
          <a:prstGeom prst="rect">
            <a:avLst/>
          </a:prstGeom>
          <a:noFill/>
        </p:spPr>
        <p:txBody>
          <a:bodyPr wrap="square">
            <a:spAutoFit/>
          </a:bodyPr>
          <a:lstStyle/>
          <a:p>
            <a:pPr algn="l"/>
            <a:r>
              <a:rPr lang="en-SG" sz="1400" b="0" i="0" noProof="0" dirty="0">
                <a:latin typeface="Source Sans Pro"/>
              </a:rPr>
              <a:t>The AIBP platform processes taxpayer emails through four sequential layers. Operations touches every layer.</a:t>
            </a:r>
          </a:p>
          <a:p>
            <a:pPr algn="l"/>
            <a:endParaRPr lang="en-SG" sz="1400" b="0" i="0" noProof="0" dirty="0">
              <a:latin typeface="Source Sans Pro"/>
            </a:endParaRPr>
          </a:p>
          <a:p>
            <a:pPr algn="l"/>
            <a:r>
              <a:rPr lang="en-SG" sz="1400" b="0" i="0" noProof="0" dirty="0">
                <a:latin typeface="Source Sans Pro"/>
              </a:rPr>
              <a:t>Taxpayer Email</a:t>
            </a:r>
          </a:p>
          <a:p>
            <a:pPr algn="l"/>
            <a:r>
              <a:rPr lang="en-SG" sz="1400" b="0" i="0" noProof="0" dirty="0">
                <a:latin typeface="Source Sans Pro"/>
              </a:rPr>
              <a:t>    ↓</a:t>
            </a:r>
          </a:p>
          <a:p>
            <a:pPr algn="l"/>
            <a:endParaRPr lang="en-SG" sz="1400" b="0" i="0" noProof="0" dirty="0">
              <a:latin typeface="Source Sans Pro"/>
            </a:endParaRPr>
          </a:p>
          <a:p>
            <a:pPr algn="l"/>
            <a:r>
              <a:rPr lang="en-SG" sz="1400" b="0" i="0" noProof="0" dirty="0">
                <a:latin typeface="Source Sans Pro"/>
              </a:rPr>
              <a:t>SWEE  (Azure App Service / ACA, GCC 2.0)</a:t>
            </a:r>
          </a:p>
          <a:p>
            <a:pPr algn="l"/>
            <a:r>
              <a:rPr lang="en-SG" sz="1400" b="0" i="0" noProof="0" dirty="0">
                <a:latin typeface="Source Sans Pro"/>
              </a:rPr>
              <a:t>  • Receive inbound email  • Anonymise / PII-strip</a:t>
            </a:r>
          </a:p>
          <a:p>
            <a:pPr algn="l"/>
            <a:r>
              <a:rPr lang="en-SG" sz="1400" b="0" i="0" noProof="0" dirty="0">
                <a:latin typeface="Source Sans Pro"/>
              </a:rPr>
              <a:t>  • Classify to SOP via vector search  • Enqueue to Service Bus</a:t>
            </a:r>
          </a:p>
          <a:p>
            <a:pPr algn="l"/>
            <a:endParaRPr lang="en-SG" sz="1400" b="0" i="0" noProof="0" dirty="0">
              <a:latin typeface="Source Sans Pro"/>
            </a:endParaRPr>
          </a:p>
          <a:p>
            <a:pPr algn="l"/>
            <a:r>
              <a:rPr lang="en-SG" sz="1400" b="0" i="0" noProof="0" dirty="0">
                <a:latin typeface="Source Sans Pro"/>
              </a:rPr>
              <a:t>    ↓  Azure Service Bus Premium</a:t>
            </a:r>
          </a:p>
          <a:p>
            <a:pPr algn="l"/>
            <a:endParaRPr lang="en-SG" sz="1400" b="0" i="0" noProof="0" dirty="0">
              <a:latin typeface="Source Sans Pro"/>
            </a:endParaRPr>
          </a:p>
          <a:p>
            <a:pPr algn="l"/>
            <a:r>
              <a:rPr lang="en-SG" sz="1400" b="0" i="0" noProof="0" dirty="0">
                <a:latin typeface="Source Sans Pro"/>
              </a:rPr>
              <a:t>Agentic Orchestration – AO  (Azure Container Apps, </a:t>
            </a:r>
            <a:r>
              <a:rPr lang="en-SG" sz="1400" b="0" i="0" noProof="0" dirty="0" err="1">
                <a:latin typeface="Source Sans Pro"/>
              </a:rPr>
              <a:t>LangGraph</a:t>
            </a:r>
            <a:r>
              <a:rPr lang="en-SG" sz="1400" b="0" i="0" noProof="0" dirty="0">
                <a:latin typeface="Source Sans Pro"/>
              </a:rPr>
              <a:t>)</a:t>
            </a:r>
          </a:p>
          <a:p>
            <a:pPr algn="l"/>
            <a:r>
              <a:rPr lang="en-SG" sz="1400" b="0" i="0" noProof="0" dirty="0">
                <a:latin typeface="Source Sans Pro"/>
              </a:rPr>
              <a:t>  • One Container App per agent (one-agent-per-container architecture)</a:t>
            </a:r>
          </a:p>
          <a:p>
            <a:pPr algn="l"/>
            <a:r>
              <a:rPr lang="en-SG" sz="1400" b="0" i="0" noProof="0" dirty="0">
                <a:latin typeface="Source Sans Pro"/>
              </a:rPr>
              <a:t>  • Dequeue, execute agent workflow, call tools via AIGP</a:t>
            </a:r>
          </a:p>
          <a:p>
            <a:pPr algn="l"/>
            <a:endParaRPr lang="en-SG" sz="1400" b="0" i="0" noProof="0" dirty="0">
              <a:latin typeface="Source Sans Pro"/>
            </a:endParaRPr>
          </a:p>
          <a:p>
            <a:pPr algn="l"/>
            <a:r>
              <a:rPr lang="en-SG" sz="1400" b="0" i="0" noProof="0" dirty="0">
                <a:latin typeface="Source Sans Pro"/>
              </a:rPr>
              <a:t>    ↓  AIGP API (ForgeRock </a:t>
            </a:r>
            <a:r>
              <a:rPr lang="en-SG" sz="1400" b="0" i="0" noProof="0" dirty="0" err="1">
                <a:latin typeface="Source Sans Pro"/>
              </a:rPr>
              <a:t>AuthZ</a:t>
            </a:r>
            <a:r>
              <a:rPr lang="en-SG" sz="1400" b="0" i="0" noProof="0" dirty="0">
                <a:latin typeface="Source Sans Pro"/>
              </a:rPr>
              <a:t> + Entra ID </a:t>
            </a:r>
            <a:r>
              <a:rPr lang="en-SG" sz="1400" b="0" i="0" noProof="0" dirty="0" err="1">
                <a:latin typeface="Source Sans Pro"/>
              </a:rPr>
              <a:t>AuthN</a:t>
            </a:r>
            <a:r>
              <a:rPr lang="en-SG" sz="1400" b="0" i="0" noProof="0" dirty="0">
                <a:latin typeface="Source Sans Pro"/>
              </a:rPr>
              <a:t>)</a:t>
            </a:r>
          </a:p>
          <a:p>
            <a:pPr algn="l"/>
            <a:endParaRPr lang="en-SG" sz="1400" b="0" i="0" noProof="0" dirty="0">
              <a:latin typeface="Source Sans Pro"/>
            </a:endParaRPr>
          </a:p>
          <a:p>
            <a:pPr algn="l"/>
            <a:r>
              <a:rPr lang="en-SG" sz="1400" b="0" i="0" noProof="0" dirty="0">
                <a:latin typeface="Source Sans Pro"/>
              </a:rPr>
              <a:t>AI Governance Platform – AIGP</a:t>
            </a:r>
          </a:p>
          <a:p>
            <a:pPr algn="l"/>
            <a:r>
              <a:rPr lang="en-SG" sz="1400" b="0" i="0" noProof="0" dirty="0">
                <a:latin typeface="Source Sans Pro"/>
              </a:rPr>
              <a:t>  • Policy enforcement (OPA)  • HITL gating  • Audit trail</a:t>
            </a:r>
          </a:p>
          <a:p>
            <a:pPr algn="l"/>
            <a:endParaRPr lang="en-SG" sz="1400" b="0" i="0" noProof="0" dirty="0">
              <a:latin typeface="Source Sans Pro"/>
            </a:endParaRPr>
          </a:p>
          <a:p>
            <a:pPr algn="l"/>
            <a:r>
              <a:rPr lang="en-SG" sz="1400" b="0" i="0" noProof="0" dirty="0">
                <a:latin typeface="Source Sans Pro"/>
              </a:rPr>
              <a:t>    ↓  Kafka (AKS-hosted)</a:t>
            </a:r>
          </a:p>
          <a:p>
            <a:pPr algn="l"/>
            <a:endParaRPr lang="en-SG" sz="1400" b="0" i="0" noProof="0" dirty="0">
              <a:latin typeface="Source Sans Pro"/>
            </a:endParaRPr>
          </a:p>
          <a:p>
            <a:pPr algn="l"/>
            <a:r>
              <a:rPr lang="en-SG" sz="1400" b="0" i="0" noProof="0" dirty="0">
                <a:latin typeface="Source Sans Pro"/>
              </a:rPr>
              <a:t>Internal Microservices / DB</a:t>
            </a:r>
          </a:p>
        </p:txBody>
      </p:sp>
      <p:sp>
        <p:nvSpPr>
          <p:cNvPr id="6" name="Slide Number Placeholder 1">
            <a:extLst>
              <a:ext uri="{FF2B5EF4-FFF2-40B4-BE49-F238E27FC236}">
                <a16:creationId xmlns:a16="http://schemas.microsoft.com/office/drawing/2014/main" id="{427D2EFB-70C8-F992-3618-0243E927A182}"/>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46</a:t>
            </a:fld>
            <a:endParaRPr lang="en-SG"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815401-42C9-D128-AFBC-6A1919EE7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5AC10-8179-E4D4-2366-61EE29798739}"/>
              </a:ext>
            </a:extLst>
          </p:cNvPr>
          <p:cNvSpPr>
            <a:spLocks noGrp="1"/>
          </p:cNvSpPr>
          <p:nvPr>
            <p:ph type="title"/>
          </p:nvPr>
        </p:nvSpPr>
        <p:spPr>
          <a:xfrm>
            <a:off x="838199" y="32852"/>
            <a:ext cx="10515600" cy="590481"/>
          </a:xfrm>
        </p:spPr>
        <p:txBody>
          <a:bodyPr>
            <a:normAutofit/>
          </a:bodyPr>
          <a:lstStyle/>
          <a:p>
            <a:r>
              <a:rPr lang="en-SG" sz="3200" noProof="0" dirty="0">
                <a:latin typeface="Source Sans Pro"/>
              </a:rPr>
              <a:t>Agent Fleet &amp; Version Registry</a:t>
            </a:r>
          </a:p>
        </p:txBody>
      </p:sp>
      <p:sp>
        <p:nvSpPr>
          <p:cNvPr id="23" name="TextBox 22">
            <a:extLst>
              <a:ext uri="{FF2B5EF4-FFF2-40B4-BE49-F238E27FC236}">
                <a16:creationId xmlns:a16="http://schemas.microsoft.com/office/drawing/2014/main" id="{AD569311-E511-C28A-A48A-EE357BF64355}"/>
              </a:ext>
            </a:extLst>
          </p:cNvPr>
          <p:cNvSpPr txBox="1"/>
          <p:nvPr/>
        </p:nvSpPr>
        <p:spPr>
          <a:xfrm>
            <a:off x="534924" y="5379941"/>
            <a:ext cx="10515600" cy="457200"/>
          </a:xfrm>
          <a:prstGeom prst="rect">
            <a:avLst/>
          </a:prstGeom>
          <a:noFill/>
        </p:spPr>
        <p:txBody>
          <a:bodyPr wrap="square">
            <a:spAutoFit/>
          </a:bodyPr>
          <a:lstStyle/>
          <a:p>
            <a:pPr algn="l"/>
            <a:r>
              <a:rPr lang="en-SG" sz="1200" b="1" i="0" noProof="0" dirty="0">
                <a:solidFill>
                  <a:srgbClr val="005AAB"/>
                </a:solidFill>
                <a:latin typeface="Source Sans Pro"/>
              </a:rPr>
              <a:t>IRAS Recommendation: Option 1 — append-only registry + signed images provides the operational forensics and ISO 27001 change management audit trail required.</a:t>
            </a:r>
          </a:p>
        </p:txBody>
      </p:sp>
      <p:graphicFrame>
        <p:nvGraphicFramePr>
          <p:cNvPr id="24" name="Table 23">
            <a:extLst>
              <a:ext uri="{FF2B5EF4-FFF2-40B4-BE49-F238E27FC236}">
                <a16:creationId xmlns:a16="http://schemas.microsoft.com/office/drawing/2014/main" id="{AD63E8BD-0F4E-9431-CD84-A484A7464291}"/>
              </a:ext>
            </a:extLst>
          </p:cNvPr>
          <p:cNvGraphicFramePr>
            <a:graphicFrameLocks noGrp="1"/>
          </p:cNvGraphicFramePr>
          <p:nvPr>
            <p:extLst>
              <p:ext uri="{D42A27DB-BD31-4B8C-83A1-F6EECF244321}">
                <p14:modId xmlns:p14="http://schemas.microsoft.com/office/powerpoint/2010/main" val="2149605973"/>
              </p:ext>
            </p:extLst>
          </p:nvPr>
        </p:nvGraphicFramePr>
        <p:xfrm>
          <a:off x="625642" y="1662829"/>
          <a:ext cx="10940715" cy="3532341"/>
        </p:xfrm>
        <a:graphic>
          <a:graphicData uri="http://schemas.openxmlformats.org/drawingml/2006/table">
            <a:tbl>
              <a:tblPr firstRow="1" bandRow="1">
                <a:tableStyleId>{7E9639D4-E3E2-4D34-9284-5A2195B3D0D7}</a:tableStyleId>
              </a:tblPr>
              <a:tblGrid>
                <a:gridCol w="471494">
                  <a:extLst>
                    <a:ext uri="{9D8B030D-6E8A-4147-A177-3AD203B41FA5}">
                      <a16:colId xmlns:a16="http://schemas.microsoft.com/office/drawing/2014/main" val="3314179839"/>
                    </a:ext>
                  </a:extLst>
                </a:gridCol>
                <a:gridCol w="2818636">
                  <a:extLst>
                    <a:ext uri="{9D8B030D-6E8A-4147-A177-3AD203B41FA5}">
                      <a16:colId xmlns:a16="http://schemas.microsoft.com/office/drawing/2014/main" val="3109461255"/>
                    </a:ext>
                  </a:extLst>
                </a:gridCol>
                <a:gridCol w="2570843">
                  <a:extLst>
                    <a:ext uri="{9D8B030D-6E8A-4147-A177-3AD203B41FA5}">
                      <a16:colId xmlns:a16="http://schemas.microsoft.com/office/drawing/2014/main" val="342121196"/>
                    </a:ext>
                  </a:extLst>
                </a:gridCol>
                <a:gridCol w="3448440">
                  <a:extLst>
                    <a:ext uri="{9D8B030D-6E8A-4147-A177-3AD203B41FA5}">
                      <a16:colId xmlns:a16="http://schemas.microsoft.com/office/drawing/2014/main" val="988894772"/>
                    </a:ext>
                  </a:extLst>
                </a:gridCol>
                <a:gridCol w="1631302">
                  <a:extLst>
                    <a:ext uri="{9D8B030D-6E8A-4147-A177-3AD203B41FA5}">
                      <a16:colId xmlns:a16="http://schemas.microsoft.com/office/drawing/2014/main" val="35201252"/>
                    </a:ext>
                  </a:extLst>
                </a:gridCol>
              </a:tblGrid>
              <a:tr h="0">
                <a:tc>
                  <a:txBody>
                    <a:bodyPr/>
                    <a:lstStyle/>
                    <a:p>
                      <a:r>
                        <a:rPr lang="en-SG" sz="1200" noProof="0" dirty="0">
                          <a:latin typeface="Source Sans Pro" panose="020B0503030403020204" pitchFamily="34" charset="0"/>
                          <a:ea typeface="Source Sans Pro" panose="020B0503030403020204" pitchFamily="34" charset="0"/>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200" noProof="0" dirty="0">
                          <a:latin typeface="Source Sans Pro" panose="020B0503030403020204" pitchFamily="34" charset="0"/>
                          <a:ea typeface="Source Sans Pro" panose="020B0503030403020204" pitchFamily="34" charset="0"/>
                        </a:rPr>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200" noProof="0" dirty="0">
                          <a:latin typeface="Source Sans Pro" panose="020B0503030403020204" pitchFamily="34" charset="0"/>
                          <a:ea typeface="Source Sans Pro" panose="020B0503030403020204" pitchFamily="34" charset="0"/>
                        </a:rPr>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200" noProof="0" dirty="0">
                          <a:latin typeface="Source Sans Pro" panose="020B0503030403020204" pitchFamily="34" charset="0"/>
                          <a:ea typeface="Source Sans Pro" panose="020B0503030403020204" pitchFamily="34" charset="0"/>
                        </a:rPr>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200" noProof="0" dirty="0">
                          <a:latin typeface="Source Sans Pro" panose="020B0503030403020204" pitchFamily="34" charset="0"/>
                          <a:ea typeface="Source Sans Pro" panose="020B0503030403020204" pitchFamily="34" charset="0"/>
                        </a:rPr>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1402267">
                <a:tc>
                  <a:txBody>
                    <a:bodyPr/>
                    <a:lstStyle/>
                    <a:p>
                      <a:r>
                        <a:rPr lang="en-SG" sz="1200" noProof="0" dirty="0">
                          <a:latin typeface="Source Sans Pro" panose="020B0503030403020204" pitchFamily="34" charset="0"/>
                          <a:ea typeface="Source Sans Pro" panose="020B0503030403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200" noProof="0" dirty="0" err="1">
                          <a:latin typeface="Source Sans Pro" panose="020B0503030403020204" pitchFamily="34" charset="0"/>
                          <a:ea typeface="Source Sans Pro" panose="020B0503030403020204" pitchFamily="34" charset="0"/>
                        </a:rPr>
                        <a:t>SemVer</a:t>
                      </a:r>
                      <a:r>
                        <a:rPr lang="en-SG" sz="1200" noProof="0" dirty="0">
                          <a:latin typeface="Source Sans Pro" panose="020B0503030403020204" pitchFamily="34" charset="0"/>
                          <a:ea typeface="Source Sans Pro" panose="020B0503030403020204" pitchFamily="34" charset="0"/>
                        </a:rPr>
                        <a:t> (MAJOR.MINOR.PATCH) + ACR Signed Images (Notation/CNCF) + PostgreSQL Registry DB</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agent-</a:t>
                      </a:r>
                      <a:r>
                        <a:rPr lang="en-SG" sz="1200" noProof="0" dirty="0" err="1">
                          <a:latin typeface="Source Sans Pro" panose="020B0503030403020204" pitchFamily="34" charset="0"/>
                          <a:ea typeface="Source Sans Pro" panose="020B0503030403020204" pitchFamily="34" charset="0"/>
                        </a:rPr>
                        <a:t>manifest.json</a:t>
                      </a:r>
                      <a:r>
                        <a:rPr lang="en-SG" sz="1200" noProof="0" dirty="0">
                          <a:latin typeface="Source Sans Pro" panose="020B0503030403020204" pitchFamily="34" charset="0"/>
                          <a:ea typeface="Source Sans Pro" panose="020B0503030403020204" pitchFamily="34" charset="0"/>
                        </a:rPr>
                        <a:t> per agent repo</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Append-only ledger (no UPDATE/DELETE)</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Image signed via Azure Key Vault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a:buFont typeface="Arial" panose="020B0604020202020204" pitchFamily="34" charset="0"/>
                        <a:buChar char="•"/>
                      </a:pPr>
                      <a:r>
                        <a:rPr lang="en-SG" sz="1200" b="0" i="0" noProof="0" dirty="0">
                          <a:solidFill>
                            <a:srgbClr val="000000"/>
                          </a:solidFill>
                          <a:latin typeface="Source Sans Pro"/>
                        </a:rPr>
                        <a:t>Cryptographic guarantee: what was tested in CI runs in prod</a:t>
                      </a:r>
                    </a:p>
                    <a:p>
                      <a:pPr marL="171450" indent="-171450" algn="l">
                        <a:buFont typeface="Arial" panose="020B0604020202020204" pitchFamily="34" charset="0"/>
                        <a:buChar char="•"/>
                      </a:pPr>
                      <a:r>
                        <a:rPr lang="en-SG" sz="1200" b="0" i="0" noProof="0" dirty="0">
                          <a:solidFill>
                            <a:srgbClr val="000000"/>
                          </a:solidFill>
                          <a:latin typeface="Source Sans Pro"/>
                        </a:rPr>
                        <a:t>Permanent, auditable version history</a:t>
                      </a:r>
                    </a:p>
                    <a:p>
                      <a:pPr marL="171450" indent="-171450" algn="l">
                        <a:buFont typeface="Arial" panose="020B0604020202020204" pitchFamily="34" charset="0"/>
                        <a:buChar char="•"/>
                      </a:pPr>
                      <a:r>
                        <a:rPr lang="en-SG" sz="1200" b="0" i="0" noProof="0" dirty="0">
                          <a:solidFill>
                            <a:srgbClr val="000000"/>
                          </a:solidFill>
                          <a:latin typeface="Source Sans Pro"/>
                        </a:rPr>
                        <a:t>Targeted rollback possible (PATCH without losing MINOR)</a:t>
                      </a:r>
                    </a:p>
                    <a:p>
                      <a:pPr marL="171450" indent="-171450" algn="l">
                        <a:buFont typeface="Arial" panose="020B0604020202020204" pitchFamily="34" charset="0"/>
                        <a:buChar char="•"/>
                      </a:pPr>
                      <a:r>
                        <a:rPr lang="en-SG" sz="1200" b="0" i="0" noProof="0" dirty="0">
                          <a:solidFill>
                            <a:srgbClr val="000000"/>
                          </a:solidFill>
                          <a:latin typeface="Source Sans Pro"/>
                        </a:rPr>
                        <a:t>ISO 27001 CI-04 compliant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a:buFont typeface="Arial" panose="020B0604020202020204" pitchFamily="34" charset="0"/>
                        <a:buChar char="•"/>
                      </a:pPr>
                      <a:r>
                        <a:rPr lang="en-SG" sz="1200" b="0" i="0" noProof="0" dirty="0">
                          <a:solidFill>
                            <a:srgbClr val="000000"/>
                          </a:solidFill>
                          <a:latin typeface="Source Sans Pro"/>
                        </a:rPr>
                        <a:t>PostgreSQL registry adds infra dependency</a:t>
                      </a:r>
                    </a:p>
                    <a:p>
                      <a:pPr marL="171450" indent="-171450" algn="l">
                        <a:buFont typeface="Arial" panose="020B0604020202020204" pitchFamily="34" charset="0"/>
                        <a:buChar char="•"/>
                      </a:pPr>
                      <a:r>
                        <a:rPr lang="en-SG" sz="1200" b="0" i="0" noProof="0" dirty="0">
                          <a:solidFill>
                            <a:srgbClr val="000000"/>
                          </a:solidFill>
                          <a:latin typeface="Source Sans Pro"/>
                        </a:rPr>
                        <a:t>PKI cert rotation must be planned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8590357"/>
                  </a:ext>
                </a:extLst>
              </a:tr>
              <a:tr h="1215674">
                <a:tc>
                  <a:txBody>
                    <a:bodyPr/>
                    <a:lstStyle/>
                    <a:p>
                      <a:r>
                        <a:rPr lang="en-SG" sz="1200" noProof="0" dirty="0">
                          <a:latin typeface="Source Sans Pro" panose="020B0503030403020204" pitchFamily="34" charset="0"/>
                          <a:ea typeface="Source Sans Pro" panose="020B0503030403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200" noProof="0" dirty="0">
                          <a:latin typeface="Source Sans Pro" panose="020B0503030403020204" pitchFamily="34" charset="0"/>
                          <a:ea typeface="Source Sans Pro" panose="020B0503030403020204" pitchFamily="34" charset="0"/>
                        </a:rPr>
                        <a:t>Git SHA tagging + flat JSON deployment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Zero additional infrastructure</a:t>
                      </a:r>
                    </a:p>
                    <a:p>
                      <a:pPr marL="0" indent="0">
                        <a:buFont typeface="Arial" panose="020B0604020202020204" pitchFamily="34" charset="0"/>
                        <a:buNone/>
                      </a:pPr>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Opaque to ops tooling; no eval score association</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Cannot satisfy ISO 27001 audit requirements</a:t>
                      </a:r>
                    </a:p>
                    <a:p>
                      <a:pPr marL="0" indent="0">
                        <a:buFont typeface="Arial" panose="020B0604020202020204" pitchFamily="34" charset="0"/>
                        <a:buNone/>
                      </a:pPr>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588714"/>
                  </a:ext>
                </a:extLst>
              </a:tr>
              <a:tr h="581792">
                <a:tc>
                  <a:txBody>
                    <a:bodyPr/>
                    <a:lstStyle/>
                    <a:p>
                      <a:r>
                        <a:rPr lang="en-SG" sz="1200" noProof="0" dirty="0">
                          <a:latin typeface="Source Sans Pro" panose="020B0503030403020204" pitchFamily="34" charset="0"/>
                          <a:ea typeface="Source Sans Pro" panose="020B0503030403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200" noProof="0" dirty="0">
                          <a:latin typeface="Source Sans Pro" panose="020B0503030403020204" pitchFamily="34" charset="0"/>
                          <a:ea typeface="Source Sans Pro" panose="020B0503030403020204" pitchFamily="34" charset="0"/>
                        </a:rPr>
                        <a:t>Monolithic release (all agents versioned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Simpler release coordination</a:t>
                      </a:r>
                    </a:p>
                    <a:p>
                      <a:pPr marL="0" indent="0">
                        <a:buFont typeface="Arial" panose="020B0604020202020204" pitchFamily="34" charset="0"/>
                        <a:buNone/>
                      </a:pPr>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Any change forces full redeployment</a:t>
                      </a:r>
                    </a:p>
                    <a:p>
                      <a:pPr marL="171450" indent="-171450">
                        <a:buFont typeface="Arial" panose="020B0604020202020204" pitchFamily="34" charset="0"/>
                        <a:buChar char="•"/>
                      </a:pPr>
                      <a:r>
                        <a:rPr lang="en-SG" sz="1200" noProof="0" dirty="0">
                          <a:latin typeface="Source Sans Pro" panose="020B0503030403020204" pitchFamily="34" charset="0"/>
                          <a:ea typeface="Source Sans Pro" panose="020B0503030403020204" pitchFamily="34" charset="0"/>
                        </a:rPr>
                        <a:t>Regression in one agent rolls back all agents</a:t>
                      </a:r>
                    </a:p>
                    <a:p>
                      <a:pPr marL="0" indent="0">
                        <a:buFont typeface="Arial" panose="020B0604020202020204" pitchFamily="34" charset="0"/>
                        <a:buNone/>
                      </a:pPr>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2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3651365"/>
                  </a:ext>
                </a:extLst>
              </a:tr>
            </a:tbl>
          </a:graphicData>
        </a:graphic>
      </p:graphicFrame>
      <p:sp>
        <p:nvSpPr>
          <p:cNvPr id="26" name="TextBox 25">
            <a:extLst>
              <a:ext uri="{FF2B5EF4-FFF2-40B4-BE49-F238E27FC236}">
                <a16:creationId xmlns:a16="http://schemas.microsoft.com/office/drawing/2014/main" id="{A017DF61-605F-9868-F4E4-0C35ADA761D0}"/>
              </a:ext>
            </a:extLst>
          </p:cNvPr>
          <p:cNvSpPr txBox="1"/>
          <p:nvPr/>
        </p:nvSpPr>
        <p:spPr>
          <a:xfrm>
            <a:off x="8411366" y="15881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27" name="Picture 14" descr="Icon Of A Rounded Red Exclamation Sign In, Excitement, Caution, Beware PNG  Transparent Image and Clipart for Free Download">
            <a:extLst>
              <a:ext uri="{FF2B5EF4-FFF2-40B4-BE49-F238E27FC236}">
                <a16:creationId xmlns:a16="http://schemas.microsoft.com/office/drawing/2014/main" id="{64097976-2B93-D7C1-32BC-F39D5CA6D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859" y="115340"/>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1">
            <a:extLst>
              <a:ext uri="{FF2B5EF4-FFF2-40B4-BE49-F238E27FC236}">
                <a16:creationId xmlns:a16="http://schemas.microsoft.com/office/drawing/2014/main" id="{EC30F0AA-7559-F631-E456-FCA0FF69172D}"/>
              </a:ext>
            </a:extLst>
          </p:cNvPr>
          <p:cNvSpPr>
            <a:spLocks noGrp="1"/>
          </p:cNvSpPr>
          <p:nvPr>
            <p:ph type="sldNum" sz="quarter" idx="12"/>
          </p:nvPr>
        </p:nvSpPr>
        <p:spPr>
          <a:xfrm>
            <a:off x="8610600" y="6356350"/>
            <a:ext cx="2743200" cy="365125"/>
          </a:xfrm>
        </p:spPr>
        <p:txBody>
          <a:bodyPr/>
          <a:lstStyle/>
          <a:p>
            <a:fld id="{5DF5AE18-F94A-B54C-9347-4CAFB5D76058}" type="slidenum">
              <a:rPr lang="en-SG" noProof="0" smtClean="0"/>
              <a:pPr/>
              <a:t>47</a:t>
            </a:fld>
            <a:endParaRPr lang="en-SG" noProof="0" dirty="0"/>
          </a:p>
        </p:txBody>
      </p:sp>
    </p:spTree>
    <p:extLst>
      <p:ext uri="{BB962C8B-B14F-4D97-AF65-F5344CB8AC3E}">
        <p14:creationId xmlns:p14="http://schemas.microsoft.com/office/powerpoint/2010/main" val="184954724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11CF582B53F14587ACCFDBA1834E57" ma:contentTypeVersion="10" ma:contentTypeDescription="Create a new document." ma:contentTypeScope="" ma:versionID="709bcd27084146ec8a216be5cd486608">
  <xsd:schema xmlns:xsd="http://www.w3.org/2001/XMLSchema" xmlns:xs="http://www.w3.org/2001/XMLSchema" xmlns:p="http://schemas.microsoft.com/office/2006/metadata/properties" xmlns:ns2="f6c89672-e20f-4abe-bd91-2eb64648328a" xmlns:ns3="f028a41e-969c-4751-8bd3-fdaf9b3bbf4a" targetNamespace="http://schemas.microsoft.com/office/2006/metadata/properties" ma:root="true" ma:fieldsID="bf86e339db8068a3edc501c6cef7d7a0" ns2:_="" ns3:_="">
    <xsd:import namespace="f6c89672-e20f-4abe-bd91-2eb64648328a"/>
    <xsd:import namespace="f028a41e-969c-4751-8bd3-fdaf9b3b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c89672-e20f-4abe-bd91-2eb6464832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e9d480b-ab17-401a-b600-22ef0398b2a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28a41e-969c-4751-8bd3-fdaf9b3b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20e90b4-4204-457c-bb54-2f62d8658e3f}" ma:internalName="TaxCatchAll" ma:showField="CatchAllData" ma:web="f028a41e-969c-4751-8bd3-fdaf9b3b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028a41e-969c-4751-8bd3-fdaf9b3bbf4a" xsi:nil="true"/>
    <lcf76f155ced4ddcb4097134ff3c332f xmlns="f6c89672-e20f-4abe-bd91-2eb64648328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B8417D6-FD00-45FC-BC39-2D7D90716D78}">
  <ds:schemaRefs>
    <ds:schemaRef ds:uri="f028a41e-969c-4751-8bd3-fdaf9b3bbf4a"/>
    <ds:schemaRef ds:uri="f6c89672-e20f-4abe-bd91-2eb6464832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0EEA999-8401-4009-8512-B96B49805E55}">
  <ds:schemaRefs>
    <ds:schemaRef ds:uri="http://schemas.microsoft.com/sharepoint/v3/contenttype/forms"/>
  </ds:schemaRefs>
</ds:datastoreItem>
</file>

<file path=customXml/itemProps3.xml><?xml version="1.0" encoding="utf-8"?>
<ds:datastoreItem xmlns:ds="http://schemas.openxmlformats.org/officeDocument/2006/customXml" ds:itemID="{7FCE3459-87A4-401B-8064-585E1E7D196A}">
  <ds:schemaRefs>
    <ds:schemaRef ds:uri="f028a41e-969c-4751-8bd3-fdaf9b3bbf4a"/>
    <ds:schemaRef ds:uri="f6c89672-e20f-4abe-bd91-2eb64648328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4498</TotalTime>
  <Words>11377</Words>
  <Application>Microsoft Office PowerPoint</Application>
  <PresentationFormat>Widescreen</PresentationFormat>
  <Paragraphs>1093</Paragraphs>
  <Slides>47</Slides>
  <Notes>0</Notes>
  <HiddenSlides>6</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47</vt:i4>
      </vt:variant>
    </vt:vector>
  </HeadingPairs>
  <TitlesOfParts>
    <vt:vector size="59" baseType="lpstr">
      <vt:lpstr>Mona Sans VF</vt:lpstr>
      <vt:lpstr>ui-monospace</vt:lpstr>
      <vt:lpstr>Aptos</vt:lpstr>
      <vt:lpstr>Aptos Display</vt:lpstr>
      <vt:lpstr>Arial</vt:lpstr>
      <vt:lpstr>Calibri</vt:lpstr>
      <vt:lpstr>Calibri Light</vt:lpstr>
      <vt:lpstr>Source Sans Pro</vt:lpstr>
      <vt:lpstr>Office Theme</vt:lpstr>
      <vt:lpstr>1_Office Theme</vt:lpstr>
      <vt:lpstr>2_Office Theme</vt:lpstr>
      <vt:lpstr>3_Office Theme</vt:lpstr>
      <vt:lpstr>AI Blueprint</vt:lpstr>
      <vt:lpstr>Playing Rules</vt:lpstr>
      <vt:lpstr>Topic Coverage / Scope Validation</vt:lpstr>
      <vt:lpstr>Operational Principles</vt:lpstr>
      <vt:lpstr>Agent Fleet &amp; Version Registry</vt:lpstr>
      <vt:lpstr>Agent Fleet &amp; Version Registry</vt:lpstr>
      <vt:lpstr>Agent Fleet &amp; Version Registry</vt:lpstr>
      <vt:lpstr>Agent Fleet &amp; Version Registry</vt:lpstr>
      <vt:lpstr>Agent Fleet &amp; Version Registry</vt:lpstr>
      <vt:lpstr>Agent Fleet &amp; Version Registry</vt:lpstr>
      <vt:lpstr>Deployment Lifecycle: Dev → Test → Pre-Prod → Prod</vt:lpstr>
      <vt:lpstr>Testing Strategy</vt:lpstr>
      <vt:lpstr>Testing Strategy</vt:lpstr>
      <vt:lpstr>Testing Strategy</vt:lpstr>
      <vt:lpstr>Testing Strategy</vt:lpstr>
      <vt:lpstr>EvalOps: Continuous Quality Evaluation</vt:lpstr>
      <vt:lpstr>EvalOps: Continuous Quality Evaluation</vt:lpstr>
      <vt:lpstr>EvalOps: Continuous Quality Evaluation</vt:lpstr>
      <vt:lpstr>EvalOps: Continuous Quality Evaluation</vt:lpstr>
      <vt:lpstr>EvalOps: Continuous Quality Evaluation</vt:lpstr>
      <vt:lpstr>Observability &amp; Distributed Tracing</vt:lpstr>
      <vt:lpstr>Observability &amp; Distributed Tracing</vt:lpstr>
      <vt:lpstr>Observability &amp; Distributed Tracing</vt:lpstr>
      <vt:lpstr>Observability &amp; Distributed Tracing</vt:lpstr>
      <vt:lpstr>Observability &amp; Distributed Tracing</vt:lpstr>
      <vt:lpstr>Behavioural Anomaly Detection</vt:lpstr>
      <vt:lpstr>Behavioural Anomaly Detection</vt:lpstr>
      <vt:lpstr>Behavioural Anomaly Detection</vt:lpstr>
      <vt:lpstr>Behavioural Anomaly Detection</vt:lpstr>
      <vt:lpstr>Behavioural Auditing, Traceability &amp; Anomaly Detection</vt:lpstr>
      <vt:lpstr>Human-in-the-Loop (HITL) Management</vt:lpstr>
      <vt:lpstr>Incident Response &amp; Emergency Stop (Kill Switch Hierarchy)</vt:lpstr>
      <vt:lpstr>Platform Reliability: Circuit Breakers &amp; Fallback Routing</vt:lpstr>
      <vt:lpstr>SLA Framework — Speed, Quality, Availability, Cost</vt:lpstr>
      <vt:lpstr>FinOps: Token &amp; Cost Management</vt:lpstr>
      <vt:lpstr>Cost Comparison: Agent-Resolved vs. Human-Officer-Resolved</vt:lpstr>
      <vt:lpstr>Operational Feedback Loop &amp; Self-Reflection</vt:lpstr>
      <vt:lpstr>Model / Application Lifecycle Management</vt:lpstr>
      <vt:lpstr>Operating Model: Roles &amp; Responsibilities (RACI)</vt:lpstr>
      <vt:lpstr>Operating Model: Staffing, Access Control &amp; Continuity</vt:lpstr>
      <vt:lpstr>Runbooks &amp; Escalation Playbooks</vt:lpstr>
      <vt:lpstr>Open Questions &amp; Inputs Needed from External Participants</vt:lpstr>
      <vt:lpstr>Observability &amp; Distributed Tracing</vt:lpstr>
      <vt:lpstr>EvalOps: Continuous Quality Evaluation</vt:lpstr>
      <vt:lpstr>Testing Strategy: Blue-Green + Canary Deployment</vt:lpstr>
      <vt:lpstr>Platform Architecture Overview (AO Perspective)</vt:lpstr>
      <vt:lpstr>Agent Fleet &amp; Version Registry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Jervis LEE (IRAS)</dc:creator>
  <cp:lastModifiedBy>Jervis LEE (IRAS)</cp:lastModifiedBy>
  <cp:revision>2748</cp:revision>
  <dcterms:created xsi:type="dcterms:W3CDTF">2026-04-22T06:25:51Z</dcterms:created>
  <dcterms:modified xsi:type="dcterms:W3CDTF">2026-05-18T11:20:35Z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0x0101000011CF582B53F14587ACCFDBA1834E57</vt:lpwstr>
  </property>
  <property fmtid="{D5CDD505-2E9C-101B-9397-08002B2CF9AE}" pid="3" name="MediaServiceImageTags">
    <vt:lpwstr/>
  </property>
  <property fmtid="{D5CDD505-2E9C-101B-9397-08002B2CF9AE}" pid="4" name="MSIP_Label_4aaa7e78-45b1-4890-b8a3-003d1d728a3e_Enabled">
    <vt:lpwstr>true</vt:lpwstr>
  </property>
  <property fmtid="{D5CDD505-2E9C-101B-9397-08002B2CF9AE}" pid="5" name="MSIP_Label_4aaa7e78-45b1-4890-b8a3-003d1d728a3e_SetDate">
    <vt:lpwstr>2026-05-15T07:51:34Z</vt:lpwstr>
  </property>
  <property fmtid="{D5CDD505-2E9C-101B-9397-08002B2CF9AE}" pid="6" name="MSIP_Label_4aaa7e78-45b1-4890-b8a3-003d1d728a3e_Method">
    <vt:lpwstr>Privileged</vt:lpwstr>
  </property>
  <property fmtid="{D5CDD505-2E9C-101B-9397-08002B2CF9AE}" pid="7" name="MSIP_Label_4aaa7e78-45b1-4890-b8a3-003d1d728a3e_Name">
    <vt:lpwstr>Non Sensitive</vt:lpwstr>
  </property>
  <property fmtid="{D5CDD505-2E9C-101B-9397-08002B2CF9AE}" pid="8" name="MSIP_Label_4aaa7e78-45b1-4890-b8a3-003d1d728a3e_SiteId">
    <vt:lpwstr>0b11c524-9a1c-4e1b-84cb-6336aefc2243</vt:lpwstr>
  </property>
  <property fmtid="{D5CDD505-2E9C-101B-9397-08002B2CF9AE}" pid="9" name="MSIP_Label_4aaa7e78-45b1-4890-b8a3-003d1d728a3e_ActionId">
    <vt:lpwstr>6db3973e-05ec-4745-bd72-53eef6fde270</vt:lpwstr>
  </property>
  <property fmtid="{D5CDD505-2E9C-101B-9397-08002B2CF9AE}" pid="10" name="MSIP_Label_4aaa7e78-45b1-4890-b8a3-003d1d728a3e_ContentBits">
    <vt:lpwstr>0</vt:lpwstr>
  </property>
  <property fmtid="{D5CDD505-2E9C-101B-9397-08002B2CF9AE}" pid="11" name="MSIP_Label_4aaa7e78-45b1-4890-b8a3-003d1d728a3e_Tag">
    <vt:lpwstr>10, 0, 1, 1</vt:lpwstr>
  </property>
</Properties>
</file>