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25_3F7ED9CE.xml" ContentType="application/vnd.ms-powerpoint.comments+xml"/>
  <Override PartName="/ppt/comments/modernComment_126_122A5155.xml" ContentType="application/vnd.ms-powerpoint.comments+xml"/>
  <Override PartName="/ppt/comments/modernComment_128_C9FD7F69.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52"/>
  </p:notesMasterIdLst>
  <p:sldIdLst>
    <p:sldId id="256" r:id="rId60"/>
    <p:sldId id="257" r:id="rId61"/>
    <p:sldId id="258" r:id="rId62"/>
    <p:sldId id="259" r:id="rId63"/>
    <p:sldId id="260" r:id="rId64"/>
    <p:sldId id="261" r:id="rId65"/>
    <p:sldId id="262" r:id="rId66"/>
    <p:sldId id="263" r:id="rId67"/>
    <p:sldId id="264" r:id="rId68"/>
    <p:sldId id="265" r:id="rId69"/>
    <p:sldId id="266" r:id="rId70"/>
    <p:sldId id="267" r:id="rId71"/>
    <p:sldId id="268" r:id="rId72"/>
    <p:sldId id="269" r:id="rId73"/>
    <p:sldId id="270" r:id="rId74"/>
    <p:sldId id="271" r:id="rId75"/>
    <p:sldId id="272" r:id="rId76"/>
    <p:sldId id="273" r:id="rId77"/>
    <p:sldId id="274" r:id="rId78"/>
    <p:sldId id="275" r:id="rId79"/>
    <p:sldId id="276" r:id="rId80"/>
    <p:sldId id="277" r:id="rId81"/>
    <p:sldId id="278" r:id="rId82"/>
    <p:sldId id="279" r:id="rId83"/>
    <p:sldId id="280" r:id="rId84"/>
    <p:sldId id="281" r:id="rId85"/>
    <p:sldId id="282" r:id="rId86"/>
    <p:sldId id="283" r:id="rId87"/>
    <p:sldId id="284" r:id="rId88"/>
    <p:sldId id="285"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ED3D8B-D485-D0C5-EBAD-7A731A1C3D38}" name="Jervis LEE (IRAS)" initials="JL" userId="S::Jervis_LEE@iras.gov.sg::f5b4a8ae-594f-49a5-9990-0eb6ae48a4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B"/>
    <a:srgbClr val="156082"/>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9AA24-A809-4C66-BC7A-8246482A82DB}" v="1" dt="2026-05-08T09:22:23.296"/>
    <p1510:client id="{90989DBC-C0B5-4AE0-852E-B710C11A3EDE}" v="2807" dt="2026-05-08T05:27:53.571"/>
    <p1510:client id="{A9F8C718-6D64-4C0C-8BB2-02AB5CEBFAAE}" v="10391" dt="2026-05-08T10:10:46.6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8" autoAdjust="0"/>
    <p:restoredTop sz="94660"/>
  </p:normalViewPr>
  <p:slideViewPr>
    <p:cSldViewPr snapToGrid="0">
      <p:cViewPr varScale="1">
        <p:scale>
          <a:sx n="66" d="100"/>
          <a:sy n="66" d="100"/>
        </p:scale>
        <p:origin x="63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 Id="rId59" Type="http://schemas.microsoft.com/office/2018/10/relationships/authors" Target="authors.xml"/><Relationship Id="rId60" Type="http://schemas.openxmlformats.org/officeDocument/2006/relationships/slide" Target="slides/slide1.xml"/><Relationship Id="rId61" Type="http://schemas.openxmlformats.org/officeDocument/2006/relationships/slide" Target="slides/slide2.xml"/><Relationship Id="rId62" Type="http://schemas.openxmlformats.org/officeDocument/2006/relationships/slide" Target="slides/slide3.xml"/><Relationship Id="rId63" Type="http://schemas.openxmlformats.org/officeDocument/2006/relationships/slide" Target="slides/slide4.xml"/><Relationship Id="rId64" Type="http://schemas.openxmlformats.org/officeDocument/2006/relationships/slide" Target="slides/slide5.xml"/><Relationship Id="rId65" Type="http://schemas.openxmlformats.org/officeDocument/2006/relationships/slide" Target="slides/slide6.xml"/><Relationship Id="rId66" Type="http://schemas.openxmlformats.org/officeDocument/2006/relationships/slide" Target="slides/slide7.xml"/><Relationship Id="rId67" Type="http://schemas.openxmlformats.org/officeDocument/2006/relationships/slide" Target="slides/slide8.xml"/><Relationship Id="rId68" Type="http://schemas.openxmlformats.org/officeDocument/2006/relationships/slide" Target="slides/slide9.xml"/><Relationship Id="rId69" Type="http://schemas.openxmlformats.org/officeDocument/2006/relationships/slide" Target="slides/slide10.xml"/><Relationship Id="rId70" Type="http://schemas.openxmlformats.org/officeDocument/2006/relationships/slide" Target="slides/slide11.xml"/><Relationship Id="rId71" Type="http://schemas.openxmlformats.org/officeDocument/2006/relationships/slide" Target="slides/slide12.xml"/><Relationship Id="rId72" Type="http://schemas.openxmlformats.org/officeDocument/2006/relationships/slide" Target="slides/slide13.xml"/><Relationship Id="rId73" Type="http://schemas.openxmlformats.org/officeDocument/2006/relationships/slide" Target="slides/slide14.xml"/><Relationship Id="rId74" Type="http://schemas.openxmlformats.org/officeDocument/2006/relationships/slide" Target="slides/slide15.xml"/><Relationship Id="rId75" Type="http://schemas.openxmlformats.org/officeDocument/2006/relationships/slide" Target="slides/slide16.xml"/><Relationship Id="rId76" Type="http://schemas.openxmlformats.org/officeDocument/2006/relationships/slide" Target="slides/slide17.xml"/><Relationship Id="rId77" Type="http://schemas.openxmlformats.org/officeDocument/2006/relationships/slide" Target="slides/slide18.xml"/><Relationship Id="rId78" Type="http://schemas.openxmlformats.org/officeDocument/2006/relationships/slide" Target="slides/slide19.xml"/><Relationship Id="rId79" Type="http://schemas.openxmlformats.org/officeDocument/2006/relationships/slide" Target="slides/slide20.xml"/><Relationship Id="rId80" Type="http://schemas.openxmlformats.org/officeDocument/2006/relationships/slide" Target="slides/slide21.xml"/><Relationship Id="rId81" Type="http://schemas.openxmlformats.org/officeDocument/2006/relationships/slide" Target="slides/slide22.xml"/><Relationship Id="rId82" Type="http://schemas.openxmlformats.org/officeDocument/2006/relationships/slide" Target="slides/slide23.xml"/><Relationship Id="rId83" Type="http://schemas.openxmlformats.org/officeDocument/2006/relationships/slide" Target="slides/slide24.xml"/><Relationship Id="rId84" Type="http://schemas.openxmlformats.org/officeDocument/2006/relationships/slide" Target="slides/slide25.xml"/><Relationship Id="rId85" Type="http://schemas.openxmlformats.org/officeDocument/2006/relationships/slide" Target="slides/slide26.xml"/><Relationship Id="rId86" Type="http://schemas.openxmlformats.org/officeDocument/2006/relationships/slide" Target="slides/slide27.xml"/><Relationship Id="rId87" Type="http://schemas.openxmlformats.org/officeDocument/2006/relationships/slide" Target="slides/slide28.xml"/><Relationship Id="rId88" Type="http://schemas.openxmlformats.org/officeDocument/2006/relationships/slide" Target="slides/slide29.xml"/><Relationship Id="rId89" Type="http://schemas.openxmlformats.org/officeDocument/2006/relationships/slide" Target="slides/slide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vis LEE (IRAS)" userId="S::jervis_lee@iras.gov.sg::f5b4a8ae-594f-49a5-9990-0eb6ae48a4f9" providerId="AD" clId="Web-{0B714B6D-7D31-5D5F-6DC9-45D3A173C2C8}"/>
    <pc:docChg chg="delSld modSld">
      <pc:chgData name="Jervis LEE (IRAS)" userId="S::jervis_lee@iras.gov.sg::f5b4a8ae-594f-49a5-9990-0eb6ae48a4f9" providerId="AD" clId="Web-{0B714B6D-7D31-5D5F-6DC9-45D3A173C2C8}" dt="2026-04-30T07:18:17.894" v="440" actId="14100"/>
      <pc:docMkLst>
        <pc:docMk/>
      </pc:docMkLst>
      <pc:sldChg chg="modSp">
        <pc:chgData name="Jervis LEE (IRAS)" userId="S::jervis_lee@iras.gov.sg::f5b4a8ae-594f-49a5-9990-0eb6ae48a4f9" providerId="AD" clId="Web-{0B714B6D-7D31-5D5F-6DC9-45D3A173C2C8}" dt="2026-04-30T07:14:44.723" v="42"/>
        <pc:sldMkLst>
          <pc:docMk/>
          <pc:sldMk cId="2842716539" sldId="258"/>
        </pc:sldMkLst>
        <pc:graphicFrameChg chg="mod modGraphic">
          <ac:chgData name="Jervis LEE (IRAS)" userId="S::jervis_lee@iras.gov.sg::f5b4a8ae-594f-49a5-9990-0eb6ae48a4f9" providerId="AD" clId="Web-{0B714B6D-7D31-5D5F-6DC9-45D3A173C2C8}" dt="2026-04-30T07:14:44.723" v="42"/>
          <ac:graphicFrameMkLst>
            <pc:docMk/>
            <pc:sldMk cId="2842716539" sldId="258"/>
            <ac:graphicFrameMk id="3" creationId="{19436A60-F6FD-1EB7-FE1B-442EF748A08B}"/>
          </ac:graphicFrameMkLst>
        </pc:graphicFrameChg>
      </pc:sldChg>
    </pc:docChg>
  </pc:docChgLst>
  <pc:docChgLst>
    <pc:chgData name="Yonglin WANG (IRAS)" userId="S::wang_yonglin@iras.gov.sg::78b5ee63-81fa-4439-846b-44410085a436" providerId="AD" clId="Web-{B9DCCA58-7C7E-2A56-A5DC-B3F8681B7718}"/>
    <pc:docChg chg="modSld">
      <pc:chgData name="Yonglin WANG (IRAS)" userId="S::wang_yonglin@iras.gov.sg::78b5ee63-81fa-4439-846b-44410085a436" providerId="AD" clId="Web-{B9DCCA58-7C7E-2A56-A5DC-B3F8681B7718}" dt="2026-05-07T08:56:09.992" v="1" actId="1076"/>
      <pc:docMkLst>
        <pc:docMk/>
      </pc:docMkLst>
      <pc:sldChg chg="modSp">
        <pc:chgData name="Yonglin WANG (IRAS)" userId="S::wang_yonglin@iras.gov.sg::78b5ee63-81fa-4439-846b-44410085a436" providerId="AD" clId="Web-{B9DCCA58-7C7E-2A56-A5DC-B3F8681B7718}" dt="2026-05-07T08:56:09.992" v="1" actId="1076"/>
        <pc:sldMkLst>
          <pc:docMk/>
          <pc:sldMk cId="2131955838" sldId="285"/>
        </pc:sldMkLst>
        <pc:spChg chg="mod">
          <ac:chgData name="Yonglin WANG (IRAS)" userId="S::wang_yonglin@iras.gov.sg::78b5ee63-81fa-4439-846b-44410085a436" providerId="AD" clId="Web-{B9DCCA58-7C7E-2A56-A5DC-B3F8681B7718}" dt="2026-05-07T08:56:09.992" v="1" actId="1076"/>
          <ac:spMkLst>
            <pc:docMk/>
            <pc:sldMk cId="2131955838" sldId="285"/>
            <ac:spMk id="54" creationId="{1034A79A-E241-BF3E-84F6-2ABCF0674A44}"/>
          </ac:spMkLst>
        </pc:spChg>
        <pc:cxnChg chg="mod">
          <ac:chgData name="Yonglin WANG (IRAS)" userId="S::wang_yonglin@iras.gov.sg::78b5ee63-81fa-4439-846b-44410085a436" providerId="AD" clId="Web-{B9DCCA58-7C7E-2A56-A5DC-B3F8681B7718}" dt="2026-05-07T08:56:09.992" v="1" actId="1076"/>
          <ac:cxnSpMkLst>
            <pc:docMk/>
            <pc:sldMk cId="2131955838" sldId="285"/>
            <ac:cxnSpMk id="1024" creationId="{DD563C77-F191-2C99-F676-36F3A4C62D90}"/>
          </ac:cxnSpMkLst>
        </pc:cxnChg>
      </pc:sldChg>
    </pc:docChg>
  </pc:docChgLst>
  <pc:docChgLst>
    <pc:chgData name="David (IRAS)" userId="S::david@iras.gov.sg::cba023da-de4e-4c7e-b9e9-0f22bd746fec" providerId="AD" clId="Web-{9AF08A1D-EBB0-F4D7-F524-DC55AA27E7D0}"/>
    <pc:docChg chg="modSld">
      <pc:chgData name="David (IRAS)" userId="S::david@iras.gov.sg::cba023da-de4e-4c7e-b9e9-0f22bd746fec" providerId="AD" clId="Web-{9AF08A1D-EBB0-F4D7-F524-DC55AA27E7D0}" dt="2026-04-30T09:17:21.267" v="3" actId="1076"/>
      <pc:docMkLst>
        <pc:docMk/>
      </pc:docMkLst>
      <pc:sldChg chg="modSp">
        <pc:chgData name="David (IRAS)" userId="S::david@iras.gov.sg::cba023da-de4e-4c7e-b9e9-0f22bd746fec" providerId="AD" clId="Web-{9AF08A1D-EBB0-F4D7-F524-DC55AA27E7D0}" dt="2026-04-30T09:17:21.267" v="3" actId="1076"/>
        <pc:sldMkLst>
          <pc:docMk/>
          <pc:sldMk cId="2477311426" sldId="259"/>
        </pc:sldMkLst>
        <pc:spChg chg="mod">
          <ac:chgData name="David (IRAS)" userId="S::david@iras.gov.sg::cba023da-de4e-4c7e-b9e9-0f22bd746fec" providerId="AD" clId="Web-{9AF08A1D-EBB0-F4D7-F524-DC55AA27E7D0}" dt="2026-04-30T09:17:21.267" v="3" actId="1076"/>
          <ac:spMkLst>
            <pc:docMk/>
            <pc:sldMk cId="2477311426" sldId="259"/>
            <ac:spMk id="4" creationId="{5C519D79-AB36-6310-D04C-4083DEC5029B}"/>
          </ac:spMkLst>
        </pc:spChg>
        <pc:spChg chg="mod">
          <ac:chgData name="David (IRAS)" userId="S::david@iras.gov.sg::cba023da-de4e-4c7e-b9e9-0f22bd746fec" providerId="AD" clId="Web-{9AF08A1D-EBB0-F4D7-F524-DC55AA27E7D0}" dt="2026-04-30T09:17:20.658" v="1" actId="1076"/>
          <ac:spMkLst>
            <pc:docMk/>
            <pc:sldMk cId="2477311426" sldId="259"/>
            <ac:spMk id="30" creationId="{CE1050A2-A0E6-96A4-4D5B-C5DA479772EE}"/>
          </ac:spMkLst>
        </pc:spChg>
      </pc:sldChg>
    </pc:docChg>
  </pc:docChgLst>
  <pc:docChgLst>
    <pc:chgData name="Jervis LEE (IRAS)" userId="f5b4a8ae-594f-49a5-9990-0eb6ae48a4f9" providerId="ADAL" clId="{5BC9F464-DC04-46F4-8DA6-256EAADECE55}"/>
    <pc:docChg chg="undo redo custSel addSld delSld modSld sldOrd">
      <pc:chgData name="Jervis LEE (IRAS)" userId="f5b4a8ae-594f-49a5-9990-0eb6ae48a4f9" providerId="ADAL" clId="{5BC9F464-DC04-46F4-8DA6-256EAADECE55}" dt="2026-05-08T10:10:46.680" v="29190" actId="20577"/>
      <pc:docMkLst>
        <pc:docMk/>
      </pc:docMkLst>
      <pc:sldChg chg="addSp modSp mod modShow">
        <pc:chgData name="Jervis LEE (IRAS)" userId="f5b4a8ae-594f-49a5-9990-0eb6ae48a4f9" providerId="ADAL" clId="{5BC9F464-DC04-46F4-8DA6-256EAADECE55}" dt="2026-05-08T08:31:02.709" v="24255"/>
        <pc:sldMkLst>
          <pc:docMk/>
          <pc:sldMk cId="2842716539" sldId="258"/>
        </pc:sldMkLst>
        <pc:spChg chg="add mod">
          <ac:chgData name="Jervis LEE (IRAS)" userId="f5b4a8ae-594f-49a5-9990-0eb6ae48a4f9" providerId="ADAL" clId="{5BC9F464-DC04-46F4-8DA6-256EAADECE55}" dt="2026-05-08T08:31:02.709" v="24255"/>
          <ac:spMkLst>
            <pc:docMk/>
            <pc:sldMk cId="2842716539" sldId="258"/>
            <ac:spMk id="7" creationId="{DC702769-1B30-E516-A1A7-52F7A63767B9}"/>
          </ac:spMkLst>
        </pc:spChg>
        <pc:picChg chg="add mod">
          <ac:chgData name="Jervis LEE (IRAS)" userId="f5b4a8ae-594f-49a5-9990-0eb6ae48a4f9" providerId="ADAL" clId="{5BC9F464-DC04-46F4-8DA6-256EAADECE55}" dt="2026-05-04T10:05:03.435" v="4945" actId="1076"/>
          <ac:picMkLst>
            <pc:docMk/>
            <pc:sldMk cId="2842716539" sldId="258"/>
            <ac:picMk id="4" creationId="{013EA924-64EA-3893-136B-FEBC819A70A9}"/>
          </ac:picMkLst>
        </pc:picChg>
        <pc:picChg chg="add mod">
          <ac:chgData name="Jervis LEE (IRAS)" userId="f5b4a8ae-594f-49a5-9990-0eb6ae48a4f9" providerId="ADAL" clId="{5BC9F464-DC04-46F4-8DA6-256EAADECE55}" dt="2026-05-06T11:42:50.919" v="14455"/>
          <ac:picMkLst>
            <pc:docMk/>
            <pc:sldMk cId="2842716539" sldId="258"/>
            <ac:picMk id="6" creationId="{8C29DF2B-5C6B-12D9-A103-DDDDE99B2EF4}"/>
          </ac:picMkLst>
        </pc:picChg>
      </pc:sldChg>
      <pc:sldChg chg="addSp delSp modSp new mod ord modShow modNotesTx">
        <pc:chgData name="Jervis LEE (IRAS)" userId="f5b4a8ae-594f-49a5-9990-0eb6ae48a4f9" providerId="ADAL" clId="{5BC9F464-DC04-46F4-8DA6-256EAADECE55}" dt="2026-05-04T10:40:52.543" v="5685"/>
        <pc:sldMkLst>
          <pc:docMk/>
          <pc:sldMk cId="2477311426" sldId="259"/>
        </pc:sldMkLst>
        <pc:spChg chg="add mod">
          <ac:chgData name="Jervis LEE (IRAS)" userId="f5b4a8ae-594f-49a5-9990-0eb6ae48a4f9" providerId="ADAL" clId="{5BC9F464-DC04-46F4-8DA6-256EAADECE55}" dt="2026-04-28T04:25:01.953" v="1110" actId="208"/>
          <ac:spMkLst>
            <pc:docMk/>
            <pc:sldMk cId="2477311426" sldId="259"/>
            <ac:spMk id="2" creationId="{F110B6BF-B3A4-038F-A5D0-57835FCC2F1A}"/>
          </ac:spMkLst>
        </pc:spChg>
        <pc:spChg chg="add mod">
          <ac:chgData name="Jervis LEE (IRAS)" userId="f5b4a8ae-594f-49a5-9990-0eb6ae48a4f9" providerId="ADAL" clId="{5BC9F464-DC04-46F4-8DA6-256EAADECE55}" dt="2026-04-28T04:25:03.822" v="1111" actId="207"/>
          <ac:spMkLst>
            <pc:docMk/>
            <pc:sldMk cId="2477311426" sldId="259"/>
            <ac:spMk id="3" creationId="{F76EBE78-BF4D-B9C3-AB23-00BC051979C5}"/>
          </ac:spMkLst>
        </pc:spChg>
        <pc:spChg chg="add mod">
          <ac:chgData name="Jervis LEE (IRAS)" userId="f5b4a8ae-594f-49a5-9990-0eb6ae48a4f9" providerId="ADAL" clId="{5BC9F464-DC04-46F4-8DA6-256EAADECE55}" dt="2026-04-28T04:20:36.022" v="1048" actId="1076"/>
          <ac:spMkLst>
            <pc:docMk/>
            <pc:sldMk cId="2477311426" sldId="259"/>
            <ac:spMk id="4" creationId="{5C519D79-AB36-6310-D04C-4083DEC5029B}"/>
          </ac:spMkLst>
        </pc:spChg>
        <pc:spChg chg="add mod">
          <ac:chgData name="Jervis LEE (IRAS)" userId="f5b4a8ae-594f-49a5-9990-0eb6ae48a4f9" providerId="ADAL" clId="{5BC9F464-DC04-46F4-8DA6-256EAADECE55}" dt="2026-04-28T03:11:11.935" v="437" actId="1582"/>
          <ac:spMkLst>
            <pc:docMk/>
            <pc:sldMk cId="2477311426" sldId="259"/>
            <ac:spMk id="5" creationId="{A053B3F5-E63C-1C43-5392-BA93C996D84C}"/>
          </ac:spMkLst>
        </pc:spChg>
        <pc:spChg chg="add mod">
          <ac:chgData name="Jervis LEE (IRAS)" userId="f5b4a8ae-594f-49a5-9990-0eb6ae48a4f9" providerId="ADAL" clId="{5BC9F464-DC04-46F4-8DA6-256EAADECE55}" dt="2026-04-28T03:11:54.505" v="440" actId="1582"/>
          <ac:spMkLst>
            <pc:docMk/>
            <pc:sldMk cId="2477311426" sldId="259"/>
            <ac:spMk id="6" creationId="{2D6421BB-D94E-0951-7C15-F3E1371BD4EF}"/>
          </ac:spMkLst>
        </pc:spChg>
        <pc:spChg chg="add mod">
          <ac:chgData name="Jervis LEE (IRAS)" userId="f5b4a8ae-594f-49a5-9990-0eb6ae48a4f9" providerId="ADAL" clId="{5BC9F464-DC04-46F4-8DA6-256EAADECE55}" dt="2026-04-28T02:57:22.327" v="264" actId="1036"/>
          <ac:spMkLst>
            <pc:docMk/>
            <pc:sldMk cId="2477311426" sldId="259"/>
            <ac:spMk id="7" creationId="{2EB48851-A27B-C5CF-58D8-4A1278616AD3}"/>
          </ac:spMkLst>
        </pc:spChg>
        <pc:spChg chg="add mod">
          <ac:chgData name="Jervis LEE (IRAS)" userId="f5b4a8ae-594f-49a5-9990-0eb6ae48a4f9" providerId="ADAL" clId="{5BC9F464-DC04-46F4-8DA6-256EAADECE55}" dt="2026-04-28T03:11:54.505" v="440" actId="1582"/>
          <ac:spMkLst>
            <pc:docMk/>
            <pc:sldMk cId="2477311426" sldId="259"/>
            <ac:spMk id="8" creationId="{2ADC6C15-2C46-53DD-04D8-9D663B37747C}"/>
          </ac:spMkLst>
        </pc:spChg>
        <pc:spChg chg="add mod">
          <ac:chgData name="Jervis LEE (IRAS)" userId="f5b4a8ae-594f-49a5-9990-0eb6ae48a4f9" providerId="ADAL" clId="{5BC9F464-DC04-46F4-8DA6-256EAADECE55}" dt="2026-04-28T03:07:34.823" v="401" actId="1076"/>
          <ac:spMkLst>
            <pc:docMk/>
            <pc:sldMk cId="2477311426" sldId="259"/>
            <ac:spMk id="9" creationId="{723D04A0-C114-5535-7836-26A21517F1B7}"/>
          </ac:spMkLst>
        </pc:spChg>
        <pc:spChg chg="add mod">
          <ac:chgData name="Jervis LEE (IRAS)" userId="f5b4a8ae-594f-49a5-9990-0eb6ae48a4f9" providerId="ADAL" clId="{5BC9F464-DC04-46F4-8DA6-256EAADECE55}" dt="2026-04-28T03:11:11.935" v="437" actId="1582"/>
          <ac:spMkLst>
            <pc:docMk/>
            <pc:sldMk cId="2477311426" sldId="259"/>
            <ac:spMk id="10" creationId="{A3AA63DE-7707-F377-69B5-65CE7A2CDB19}"/>
          </ac:spMkLst>
        </pc:spChg>
        <pc:spChg chg="add mod">
          <ac:chgData name="Jervis LEE (IRAS)" userId="f5b4a8ae-594f-49a5-9990-0eb6ae48a4f9" providerId="ADAL" clId="{5BC9F464-DC04-46F4-8DA6-256EAADECE55}" dt="2026-04-28T02:14:56.123" v="69" actId="1076"/>
          <ac:spMkLst>
            <pc:docMk/>
            <pc:sldMk cId="2477311426" sldId="259"/>
            <ac:spMk id="11" creationId="{1EC24CD3-60EF-B8A8-9249-E4A3D305158C}"/>
          </ac:spMkLst>
        </pc:spChg>
        <pc:spChg chg="add mod">
          <ac:chgData name="Jervis LEE (IRAS)" userId="f5b4a8ae-594f-49a5-9990-0eb6ae48a4f9" providerId="ADAL" clId="{5BC9F464-DC04-46F4-8DA6-256EAADECE55}" dt="2026-04-28T02:14:59.526" v="71" actId="1076"/>
          <ac:spMkLst>
            <pc:docMk/>
            <pc:sldMk cId="2477311426" sldId="259"/>
            <ac:spMk id="12" creationId="{C8ADBB27-FD28-2DE8-8C02-1CC547022102}"/>
          </ac:spMkLst>
        </pc:spChg>
        <pc:spChg chg="add mod">
          <ac:chgData name="Jervis LEE (IRAS)" userId="f5b4a8ae-594f-49a5-9990-0eb6ae48a4f9" providerId="ADAL" clId="{5BC9F464-DC04-46F4-8DA6-256EAADECE55}" dt="2026-04-28T03:11:11.935" v="437" actId="1582"/>
          <ac:spMkLst>
            <pc:docMk/>
            <pc:sldMk cId="2477311426" sldId="259"/>
            <ac:spMk id="13" creationId="{356EDDDC-C9A9-D092-C7A4-6D3B4FEF01EF}"/>
          </ac:spMkLst>
        </pc:spChg>
        <pc:spChg chg="add mod">
          <ac:chgData name="Jervis LEE (IRAS)" userId="f5b4a8ae-594f-49a5-9990-0eb6ae48a4f9" providerId="ADAL" clId="{5BC9F464-DC04-46F4-8DA6-256EAADECE55}" dt="2026-04-28T03:11:11.935" v="437" actId="1582"/>
          <ac:spMkLst>
            <pc:docMk/>
            <pc:sldMk cId="2477311426" sldId="259"/>
            <ac:spMk id="16" creationId="{619B54AA-940B-C9E1-C622-9BE188EB3CCC}"/>
          </ac:spMkLst>
        </pc:spChg>
        <pc:spChg chg="add mod">
          <ac:chgData name="Jervis LEE (IRAS)" userId="f5b4a8ae-594f-49a5-9990-0eb6ae48a4f9" providerId="ADAL" clId="{5BC9F464-DC04-46F4-8DA6-256EAADECE55}" dt="2026-04-28T03:11:11.935" v="437" actId="1582"/>
          <ac:spMkLst>
            <pc:docMk/>
            <pc:sldMk cId="2477311426" sldId="259"/>
            <ac:spMk id="17" creationId="{54DA12C3-9220-9E58-A7F8-15DDF303854E}"/>
          </ac:spMkLst>
        </pc:spChg>
        <pc:spChg chg="add mod">
          <ac:chgData name="Jervis LEE (IRAS)" userId="f5b4a8ae-594f-49a5-9990-0eb6ae48a4f9" providerId="ADAL" clId="{5BC9F464-DC04-46F4-8DA6-256EAADECE55}" dt="2026-04-28T02:27:30.700" v="107" actId="1076"/>
          <ac:spMkLst>
            <pc:docMk/>
            <pc:sldMk cId="2477311426" sldId="259"/>
            <ac:spMk id="18" creationId="{A3C4797E-A662-AF37-39CF-2641033D302A}"/>
          </ac:spMkLst>
        </pc:spChg>
        <pc:spChg chg="add mod">
          <ac:chgData name="Jervis LEE (IRAS)" userId="f5b4a8ae-594f-49a5-9990-0eb6ae48a4f9" providerId="ADAL" clId="{5BC9F464-DC04-46F4-8DA6-256EAADECE55}" dt="2026-04-28T03:08:48.547" v="406" actId="1076"/>
          <ac:spMkLst>
            <pc:docMk/>
            <pc:sldMk cId="2477311426" sldId="259"/>
            <ac:spMk id="19" creationId="{187DAC11-AB3F-CC1F-C5B2-CEE49B4BFFCA}"/>
          </ac:spMkLst>
        </pc:spChg>
        <pc:spChg chg="add mod">
          <ac:chgData name="Jervis LEE (IRAS)" userId="f5b4a8ae-594f-49a5-9990-0eb6ae48a4f9" providerId="ADAL" clId="{5BC9F464-DC04-46F4-8DA6-256EAADECE55}" dt="2026-04-28T03:33:30.286" v="480" actId="14100"/>
          <ac:spMkLst>
            <pc:docMk/>
            <pc:sldMk cId="2477311426" sldId="259"/>
            <ac:spMk id="21" creationId="{53C4BA32-A035-4E15-D4F3-5C26AB1C4128}"/>
          </ac:spMkLst>
        </pc:spChg>
        <pc:spChg chg="add mod">
          <ac:chgData name="Jervis LEE (IRAS)" userId="f5b4a8ae-594f-49a5-9990-0eb6ae48a4f9" providerId="ADAL" clId="{5BC9F464-DC04-46F4-8DA6-256EAADECE55}" dt="2026-04-28T03:34:15.242" v="507" actId="1076"/>
          <ac:spMkLst>
            <pc:docMk/>
            <pc:sldMk cId="2477311426" sldId="259"/>
            <ac:spMk id="22" creationId="{84D48B4F-A41C-69F5-DA61-07121D0066A8}"/>
          </ac:spMkLst>
        </pc:spChg>
        <pc:spChg chg="add mod">
          <ac:chgData name="Jervis LEE (IRAS)" userId="f5b4a8ae-594f-49a5-9990-0eb6ae48a4f9" providerId="ADAL" clId="{5BC9F464-DC04-46F4-8DA6-256EAADECE55}" dt="2026-04-28T03:34:23.552" v="509" actId="1076"/>
          <ac:spMkLst>
            <pc:docMk/>
            <pc:sldMk cId="2477311426" sldId="259"/>
            <ac:spMk id="23" creationId="{EF0456E3-78E3-CA03-DCC4-71D837EF36AC}"/>
          </ac:spMkLst>
        </pc:spChg>
        <pc:spChg chg="add mod">
          <ac:chgData name="Jervis LEE (IRAS)" userId="f5b4a8ae-594f-49a5-9990-0eb6ae48a4f9" providerId="ADAL" clId="{5BC9F464-DC04-46F4-8DA6-256EAADECE55}" dt="2026-04-28T03:11:54.505" v="440" actId="1582"/>
          <ac:spMkLst>
            <pc:docMk/>
            <pc:sldMk cId="2477311426" sldId="259"/>
            <ac:spMk id="25" creationId="{82D55D8D-8DC8-A042-36FD-33E4C86512C5}"/>
          </ac:spMkLst>
        </pc:spChg>
        <pc:spChg chg="add mod">
          <ac:chgData name="Jervis LEE (IRAS)" userId="f5b4a8ae-594f-49a5-9990-0eb6ae48a4f9" providerId="ADAL" clId="{5BC9F464-DC04-46F4-8DA6-256EAADECE55}" dt="2026-04-28T02:57:31.452" v="271" actId="20577"/>
          <ac:spMkLst>
            <pc:docMk/>
            <pc:sldMk cId="2477311426" sldId="259"/>
            <ac:spMk id="26" creationId="{11243526-D107-9566-A3BE-16FC128EE8C0}"/>
          </ac:spMkLst>
        </pc:spChg>
        <pc:spChg chg="add mod">
          <ac:chgData name="Jervis LEE (IRAS)" userId="f5b4a8ae-594f-49a5-9990-0eb6ae48a4f9" providerId="ADAL" clId="{5BC9F464-DC04-46F4-8DA6-256EAADECE55}" dt="2026-04-28T03:08:48.547" v="406" actId="1076"/>
          <ac:spMkLst>
            <pc:docMk/>
            <pc:sldMk cId="2477311426" sldId="259"/>
            <ac:spMk id="27" creationId="{916F0540-87B6-7BD4-917C-A0B34EC3F17C}"/>
          </ac:spMkLst>
        </pc:spChg>
        <pc:spChg chg="add mod">
          <ac:chgData name="Jervis LEE (IRAS)" userId="f5b4a8ae-594f-49a5-9990-0eb6ae48a4f9" providerId="ADAL" clId="{5BC9F464-DC04-46F4-8DA6-256EAADECE55}" dt="2026-04-28T03:11:11.935" v="437" actId="1582"/>
          <ac:spMkLst>
            <pc:docMk/>
            <pc:sldMk cId="2477311426" sldId="259"/>
            <ac:spMk id="28" creationId="{EA22E379-A7D4-0991-CBE5-F4414C7543B3}"/>
          </ac:spMkLst>
        </pc:spChg>
        <pc:spChg chg="add mod">
          <ac:chgData name="Jervis LEE (IRAS)" userId="f5b4a8ae-594f-49a5-9990-0eb6ae48a4f9" providerId="ADAL" clId="{5BC9F464-DC04-46F4-8DA6-256EAADECE55}" dt="2026-04-28T03:11:11.935" v="437" actId="1582"/>
          <ac:spMkLst>
            <pc:docMk/>
            <pc:sldMk cId="2477311426" sldId="259"/>
            <ac:spMk id="29" creationId="{B3A9AE6E-DB0D-1B80-027A-879864E30C13}"/>
          </ac:spMkLst>
        </pc:spChg>
        <pc:spChg chg="add mod">
          <ac:chgData name="Jervis LEE (IRAS)" userId="f5b4a8ae-594f-49a5-9990-0eb6ae48a4f9" providerId="ADAL" clId="{5BC9F464-DC04-46F4-8DA6-256EAADECE55}" dt="2026-04-28T03:08:48.547" v="406" actId="1076"/>
          <ac:spMkLst>
            <pc:docMk/>
            <pc:sldMk cId="2477311426" sldId="259"/>
            <ac:spMk id="30" creationId="{CE1050A2-A0E6-96A4-4D5B-C5DA479772EE}"/>
          </ac:spMkLst>
        </pc:spChg>
        <pc:spChg chg="add mod">
          <ac:chgData name="Jervis LEE (IRAS)" userId="f5b4a8ae-594f-49a5-9990-0eb6ae48a4f9" providerId="ADAL" clId="{5BC9F464-DC04-46F4-8DA6-256EAADECE55}" dt="2026-04-28T03:11:30.318" v="438" actId="1582"/>
          <ac:spMkLst>
            <pc:docMk/>
            <pc:sldMk cId="2477311426" sldId="259"/>
            <ac:spMk id="32" creationId="{B41D5515-29A1-6013-0245-AF74954DC637}"/>
          </ac:spMkLst>
        </pc:spChg>
        <pc:spChg chg="add mod">
          <ac:chgData name="Jervis LEE (IRAS)" userId="f5b4a8ae-594f-49a5-9990-0eb6ae48a4f9" providerId="ADAL" clId="{5BC9F464-DC04-46F4-8DA6-256EAADECE55}" dt="2026-04-28T03:50:04.968" v="657" actId="14100"/>
          <ac:spMkLst>
            <pc:docMk/>
            <pc:sldMk cId="2477311426" sldId="259"/>
            <ac:spMk id="34" creationId="{2E1CA6FD-FBBE-85A0-D278-0F0A54C5963A}"/>
          </ac:spMkLst>
        </pc:spChg>
        <pc:spChg chg="add mod">
          <ac:chgData name="Jervis LEE (IRAS)" userId="f5b4a8ae-594f-49a5-9990-0eb6ae48a4f9" providerId="ADAL" clId="{5BC9F464-DC04-46F4-8DA6-256EAADECE55}" dt="2026-04-28T03:09:10.503" v="408" actId="1076"/>
          <ac:spMkLst>
            <pc:docMk/>
            <pc:sldMk cId="2477311426" sldId="259"/>
            <ac:spMk id="35" creationId="{57E5831C-0FB4-39A5-E0A8-584B72658897}"/>
          </ac:spMkLst>
        </pc:spChg>
        <pc:spChg chg="add mod">
          <ac:chgData name="Jervis LEE (IRAS)" userId="f5b4a8ae-594f-49a5-9990-0eb6ae48a4f9" providerId="ADAL" clId="{5BC9F464-DC04-46F4-8DA6-256EAADECE55}" dt="2026-04-28T03:54:14.569" v="735" actId="1035"/>
          <ac:spMkLst>
            <pc:docMk/>
            <pc:sldMk cId="2477311426" sldId="259"/>
            <ac:spMk id="41" creationId="{58C2E137-7610-1130-DCE8-C693060FBF3C}"/>
          </ac:spMkLst>
        </pc:spChg>
        <pc:spChg chg="add mod">
          <ac:chgData name="Jervis LEE (IRAS)" userId="f5b4a8ae-594f-49a5-9990-0eb6ae48a4f9" providerId="ADAL" clId="{5BC9F464-DC04-46F4-8DA6-256EAADECE55}" dt="2026-04-28T03:55:21.735" v="838" actId="1076"/>
          <ac:spMkLst>
            <pc:docMk/>
            <pc:sldMk cId="2477311426" sldId="259"/>
            <ac:spMk id="42" creationId="{16F1D551-1B09-E188-2A46-4C4C8C76B283}"/>
          </ac:spMkLst>
        </pc:spChg>
        <pc:spChg chg="add mod">
          <ac:chgData name="Jervis LEE (IRAS)" userId="f5b4a8ae-594f-49a5-9990-0eb6ae48a4f9" providerId="ADAL" clId="{5BC9F464-DC04-46F4-8DA6-256EAADECE55}" dt="2026-04-28T03:49:53.434" v="653" actId="14100"/>
          <ac:spMkLst>
            <pc:docMk/>
            <pc:sldMk cId="2477311426" sldId="259"/>
            <ac:spMk id="63" creationId="{A2CDBB8C-2979-16DE-213F-ABD8EB6F9BCC}"/>
          </ac:spMkLst>
        </pc:spChg>
        <pc:spChg chg="add mod">
          <ac:chgData name="Jervis LEE (IRAS)" userId="f5b4a8ae-594f-49a5-9990-0eb6ae48a4f9" providerId="ADAL" clId="{5BC9F464-DC04-46F4-8DA6-256EAADECE55}" dt="2026-04-28T03:34:58.600" v="532" actId="1038"/>
          <ac:spMkLst>
            <pc:docMk/>
            <pc:sldMk cId="2477311426" sldId="259"/>
            <ac:spMk id="1024" creationId="{F3B8675D-A8F6-6C29-59B7-5B5B5526CA0A}"/>
          </ac:spMkLst>
        </pc:spChg>
        <pc:spChg chg="add mod">
          <ac:chgData name="Jervis LEE (IRAS)" userId="f5b4a8ae-594f-49a5-9990-0eb6ae48a4f9" providerId="ADAL" clId="{5BC9F464-DC04-46F4-8DA6-256EAADECE55}" dt="2026-04-28T06:23:39.158" v="2430" actId="1038"/>
          <ac:spMkLst>
            <pc:docMk/>
            <pc:sldMk cId="2477311426" sldId="259"/>
            <ac:spMk id="1047" creationId="{2EE8FA9C-5250-B214-BAF3-97F1566C8A20}"/>
          </ac:spMkLst>
        </pc:spChg>
        <pc:spChg chg="add mod">
          <ac:chgData name="Jervis LEE (IRAS)" userId="f5b4a8ae-594f-49a5-9990-0eb6ae48a4f9" providerId="ADAL" clId="{5BC9F464-DC04-46F4-8DA6-256EAADECE55}" dt="2026-04-28T05:46:37.534" v="2052" actId="1076"/>
          <ac:spMkLst>
            <pc:docMk/>
            <pc:sldMk cId="2477311426" sldId="259"/>
            <ac:spMk id="1050" creationId="{60ED5E5A-DD1C-939A-2064-E45988C16342}"/>
          </ac:spMkLst>
        </pc:spChg>
        <pc:spChg chg="add mod">
          <ac:chgData name="Jervis LEE (IRAS)" userId="f5b4a8ae-594f-49a5-9990-0eb6ae48a4f9" providerId="ADAL" clId="{5BC9F464-DC04-46F4-8DA6-256EAADECE55}" dt="2026-04-28T05:46:37.534" v="2052" actId="1076"/>
          <ac:spMkLst>
            <pc:docMk/>
            <pc:sldMk cId="2477311426" sldId="259"/>
            <ac:spMk id="1051" creationId="{66BFAF6D-DF37-61DF-DBC7-FDC456F70BB5}"/>
          </ac:spMkLst>
        </pc:spChg>
        <pc:spChg chg="add mod">
          <ac:chgData name="Jervis LEE (IRAS)" userId="f5b4a8ae-594f-49a5-9990-0eb6ae48a4f9" providerId="ADAL" clId="{5BC9F464-DC04-46F4-8DA6-256EAADECE55}" dt="2026-04-28T03:53:20.031" v="676" actId="1076"/>
          <ac:spMkLst>
            <pc:docMk/>
            <pc:sldMk cId="2477311426" sldId="259"/>
            <ac:spMk id="1056" creationId="{05EF6458-91F5-A460-7010-EBDFF75EE654}"/>
          </ac:spMkLst>
        </pc:spChg>
        <pc:spChg chg="add mod">
          <ac:chgData name="Jervis LEE (IRAS)" userId="f5b4a8ae-594f-49a5-9990-0eb6ae48a4f9" providerId="ADAL" clId="{5BC9F464-DC04-46F4-8DA6-256EAADECE55}" dt="2026-04-28T03:53:20.031" v="676" actId="1076"/>
          <ac:spMkLst>
            <pc:docMk/>
            <pc:sldMk cId="2477311426" sldId="259"/>
            <ac:spMk id="1057" creationId="{BB90E9D4-D2F9-BEA6-F914-B23AB40626DF}"/>
          </ac:spMkLst>
        </pc:spChg>
        <pc:spChg chg="add mod">
          <ac:chgData name="Jervis LEE (IRAS)" userId="f5b4a8ae-594f-49a5-9990-0eb6ae48a4f9" providerId="ADAL" clId="{5BC9F464-DC04-46F4-8DA6-256EAADECE55}" dt="2026-04-28T04:16:48.443" v="930" actId="207"/>
          <ac:spMkLst>
            <pc:docMk/>
            <pc:sldMk cId="2477311426" sldId="259"/>
            <ac:spMk id="1097" creationId="{402CFD93-FDD6-3FB4-12B4-4907D32008FE}"/>
          </ac:spMkLst>
        </pc:spChg>
        <pc:spChg chg="add mod">
          <ac:chgData name="Jervis LEE (IRAS)" userId="f5b4a8ae-594f-49a5-9990-0eb6ae48a4f9" providerId="ADAL" clId="{5BC9F464-DC04-46F4-8DA6-256EAADECE55}" dt="2026-04-28T04:16:27.746" v="927" actId="1038"/>
          <ac:spMkLst>
            <pc:docMk/>
            <pc:sldMk cId="2477311426" sldId="259"/>
            <ac:spMk id="1098" creationId="{21D8BF96-DDE8-3A1F-96DB-2D0ECFAF0AE4}"/>
          </ac:spMkLst>
        </pc:spChg>
        <pc:spChg chg="add mod">
          <ac:chgData name="Jervis LEE (IRAS)" userId="f5b4a8ae-594f-49a5-9990-0eb6ae48a4f9" providerId="ADAL" clId="{5BC9F464-DC04-46F4-8DA6-256EAADECE55}" dt="2026-04-28T04:17:02.865" v="936" actId="1076"/>
          <ac:spMkLst>
            <pc:docMk/>
            <pc:sldMk cId="2477311426" sldId="259"/>
            <ac:spMk id="1102" creationId="{0CA8EDAE-A72D-67A8-A7A6-AAC906603C45}"/>
          </ac:spMkLst>
        </pc:spChg>
        <pc:spChg chg="add mod">
          <ac:chgData name="Jervis LEE (IRAS)" userId="f5b4a8ae-594f-49a5-9990-0eb6ae48a4f9" providerId="ADAL" clId="{5BC9F464-DC04-46F4-8DA6-256EAADECE55}" dt="2026-04-28T05:43:31.253" v="1797" actId="1035"/>
          <ac:spMkLst>
            <pc:docMk/>
            <pc:sldMk cId="2477311426" sldId="259"/>
            <ac:spMk id="1103" creationId="{016210DA-6C10-643F-8887-4CD1041BF75D}"/>
          </ac:spMkLst>
        </pc:spChg>
        <pc:spChg chg="add mod">
          <ac:chgData name="Jervis LEE (IRAS)" userId="f5b4a8ae-594f-49a5-9990-0eb6ae48a4f9" providerId="ADAL" clId="{5BC9F464-DC04-46F4-8DA6-256EAADECE55}" dt="2026-04-28T04:29:37.640" v="1285" actId="207"/>
          <ac:spMkLst>
            <pc:docMk/>
            <pc:sldMk cId="2477311426" sldId="259"/>
            <ac:spMk id="1104" creationId="{65CB0B39-CCDB-D43E-1E89-60FE0B275DE0}"/>
          </ac:spMkLst>
        </pc:spChg>
        <pc:spChg chg="add mod">
          <ac:chgData name="Jervis LEE (IRAS)" userId="f5b4a8ae-594f-49a5-9990-0eb6ae48a4f9" providerId="ADAL" clId="{5BC9F464-DC04-46F4-8DA6-256EAADECE55}" dt="2026-04-28T04:21:38.458" v="1057" actId="1076"/>
          <ac:spMkLst>
            <pc:docMk/>
            <pc:sldMk cId="2477311426" sldId="259"/>
            <ac:spMk id="1106" creationId="{BD39BBDD-14B7-795E-F7A9-A13AF222D2B0}"/>
          </ac:spMkLst>
        </pc:spChg>
        <pc:spChg chg="add mod">
          <ac:chgData name="Jervis LEE (IRAS)" userId="f5b4a8ae-594f-49a5-9990-0eb6ae48a4f9" providerId="ADAL" clId="{5BC9F464-DC04-46F4-8DA6-256EAADECE55}" dt="2026-04-28T04:21:38.458" v="1057" actId="1076"/>
          <ac:spMkLst>
            <pc:docMk/>
            <pc:sldMk cId="2477311426" sldId="259"/>
            <ac:spMk id="1107" creationId="{1BEC53DF-63A2-59F5-9A19-2CB4A20E9701}"/>
          </ac:spMkLst>
        </pc:spChg>
        <pc:spChg chg="add mod">
          <ac:chgData name="Jervis LEE (IRAS)" userId="f5b4a8ae-594f-49a5-9990-0eb6ae48a4f9" providerId="ADAL" clId="{5BC9F464-DC04-46F4-8DA6-256EAADECE55}" dt="2026-04-28T05:51:23.160" v="2327" actId="1036"/>
          <ac:spMkLst>
            <pc:docMk/>
            <pc:sldMk cId="2477311426" sldId="259"/>
            <ac:spMk id="1112" creationId="{69386C90-88F4-3FC0-2F10-1C6C008D6FAB}"/>
          </ac:spMkLst>
        </pc:spChg>
        <pc:spChg chg="add mod">
          <ac:chgData name="Jervis LEE (IRAS)" userId="f5b4a8ae-594f-49a5-9990-0eb6ae48a4f9" providerId="ADAL" clId="{5BC9F464-DC04-46F4-8DA6-256EAADECE55}" dt="2026-04-28T05:51:23.160" v="2327" actId="1036"/>
          <ac:spMkLst>
            <pc:docMk/>
            <pc:sldMk cId="2477311426" sldId="259"/>
            <ac:spMk id="1113" creationId="{5C4964EA-78D0-2B4F-38BF-3FA463E3818B}"/>
          </ac:spMkLst>
        </pc:spChg>
        <pc:spChg chg="add mod">
          <ac:chgData name="Jervis LEE (IRAS)" userId="f5b4a8ae-594f-49a5-9990-0eb6ae48a4f9" providerId="ADAL" clId="{5BC9F464-DC04-46F4-8DA6-256EAADECE55}" dt="2026-04-28T05:33:21.533" v="1456" actId="1036"/>
          <ac:spMkLst>
            <pc:docMk/>
            <pc:sldMk cId="2477311426" sldId="259"/>
            <ac:spMk id="1114" creationId="{0348D6D4-88A6-D271-79B4-98693412B4F1}"/>
          </ac:spMkLst>
        </pc:spChg>
        <pc:spChg chg="add mod">
          <ac:chgData name="Jervis LEE (IRAS)" userId="f5b4a8ae-594f-49a5-9990-0eb6ae48a4f9" providerId="ADAL" clId="{5BC9F464-DC04-46F4-8DA6-256EAADECE55}" dt="2026-04-28T05:35:01.598" v="1480" actId="1076"/>
          <ac:spMkLst>
            <pc:docMk/>
            <pc:sldMk cId="2477311426" sldId="259"/>
            <ac:spMk id="1115" creationId="{5F1F2864-D13F-EA0B-61EA-A3DB2105A507}"/>
          </ac:spMkLst>
        </pc:spChg>
        <pc:spChg chg="add mod">
          <ac:chgData name="Jervis LEE (IRAS)" userId="f5b4a8ae-594f-49a5-9990-0eb6ae48a4f9" providerId="ADAL" clId="{5BC9F464-DC04-46F4-8DA6-256EAADECE55}" dt="2026-04-28T05:35:06.323" v="1481" actId="1076"/>
          <ac:spMkLst>
            <pc:docMk/>
            <pc:sldMk cId="2477311426" sldId="259"/>
            <ac:spMk id="1116" creationId="{3A1F12E5-5BBB-F8A0-A1DB-0C3A3FCFDD08}"/>
          </ac:spMkLst>
        </pc:spChg>
        <pc:spChg chg="add mod">
          <ac:chgData name="Jervis LEE (IRAS)" userId="f5b4a8ae-594f-49a5-9990-0eb6ae48a4f9" providerId="ADAL" clId="{5BC9F464-DC04-46F4-8DA6-256EAADECE55}" dt="2026-04-28T06:23:39.158" v="2430" actId="1038"/>
          <ac:spMkLst>
            <pc:docMk/>
            <pc:sldMk cId="2477311426" sldId="259"/>
            <ac:spMk id="1120" creationId="{2CC8F5B7-3646-86AB-FBD6-13BEA908C6EA}"/>
          </ac:spMkLst>
        </pc:spChg>
        <pc:spChg chg="add mod">
          <ac:chgData name="Jervis LEE (IRAS)" userId="f5b4a8ae-594f-49a5-9990-0eb6ae48a4f9" providerId="ADAL" clId="{5BC9F464-DC04-46F4-8DA6-256EAADECE55}" dt="2026-04-28T05:31:26.190" v="1421" actId="20577"/>
          <ac:spMkLst>
            <pc:docMk/>
            <pc:sldMk cId="2477311426" sldId="259"/>
            <ac:spMk id="1127" creationId="{9D25AD68-14CF-D7E2-6FC1-B63F7BC06F6B}"/>
          </ac:spMkLst>
        </pc:spChg>
        <pc:spChg chg="add mod">
          <ac:chgData name="Jervis LEE (IRAS)" userId="f5b4a8ae-594f-49a5-9990-0eb6ae48a4f9" providerId="ADAL" clId="{5BC9F464-DC04-46F4-8DA6-256EAADECE55}" dt="2026-04-28T05:37:19.978" v="1634" actId="1035"/>
          <ac:spMkLst>
            <pc:docMk/>
            <pc:sldMk cId="2477311426" sldId="259"/>
            <ac:spMk id="1128" creationId="{B5C10318-969D-9761-EA7F-6913CF26ACEA}"/>
          </ac:spMkLst>
        </pc:spChg>
        <pc:spChg chg="add mod">
          <ac:chgData name="Jervis LEE (IRAS)" userId="f5b4a8ae-594f-49a5-9990-0eb6ae48a4f9" providerId="ADAL" clId="{5BC9F464-DC04-46F4-8DA6-256EAADECE55}" dt="2026-04-28T05:37:25.321" v="1643" actId="1036"/>
          <ac:spMkLst>
            <pc:docMk/>
            <pc:sldMk cId="2477311426" sldId="259"/>
            <ac:spMk id="1140" creationId="{C2C22502-C298-B553-1ED9-590EB83793EB}"/>
          </ac:spMkLst>
        </pc:spChg>
        <pc:spChg chg="add mod">
          <ac:chgData name="Jervis LEE (IRAS)" userId="f5b4a8ae-594f-49a5-9990-0eb6ae48a4f9" providerId="ADAL" clId="{5BC9F464-DC04-46F4-8DA6-256EAADECE55}" dt="2026-04-28T05:37:19.978" v="1634" actId="1035"/>
          <ac:spMkLst>
            <pc:docMk/>
            <pc:sldMk cId="2477311426" sldId="259"/>
            <ac:spMk id="1141" creationId="{0FC480E6-8B04-1970-6800-7B9F4A9FF8EE}"/>
          </ac:spMkLst>
        </pc:spChg>
        <pc:spChg chg="add mod">
          <ac:chgData name="Jervis LEE (IRAS)" userId="f5b4a8ae-594f-49a5-9990-0eb6ae48a4f9" providerId="ADAL" clId="{5BC9F464-DC04-46F4-8DA6-256EAADECE55}" dt="2026-04-28T05:58:16.742" v="2422" actId="20577"/>
          <ac:spMkLst>
            <pc:docMk/>
            <pc:sldMk cId="2477311426" sldId="259"/>
            <ac:spMk id="1142" creationId="{940A7298-2CDF-6A4A-4AB2-21EF8E8BF39B}"/>
          </ac:spMkLst>
        </pc:spChg>
        <pc:spChg chg="add mod">
          <ac:chgData name="Jervis LEE (IRAS)" userId="f5b4a8ae-594f-49a5-9990-0eb6ae48a4f9" providerId="ADAL" clId="{5BC9F464-DC04-46F4-8DA6-256EAADECE55}" dt="2026-04-28T05:40:04.700" v="1740" actId="20577"/>
          <ac:spMkLst>
            <pc:docMk/>
            <pc:sldMk cId="2477311426" sldId="259"/>
            <ac:spMk id="1143" creationId="{961B3CC0-19DC-7A18-9473-492D9B87D1D5}"/>
          </ac:spMkLst>
        </pc:spChg>
        <pc:spChg chg="add mod">
          <ac:chgData name="Jervis LEE (IRAS)" userId="f5b4a8ae-594f-49a5-9990-0eb6ae48a4f9" providerId="ADAL" clId="{5BC9F464-DC04-46F4-8DA6-256EAADECE55}" dt="2026-04-28T05:48:05.940" v="2131" actId="20577"/>
          <ac:spMkLst>
            <pc:docMk/>
            <pc:sldMk cId="2477311426" sldId="259"/>
            <ac:spMk id="1145" creationId="{26DAA4D2-4E34-2796-DE55-552198817936}"/>
          </ac:spMkLst>
        </pc:spChg>
        <pc:spChg chg="add mod">
          <ac:chgData name="Jervis LEE (IRAS)" userId="f5b4a8ae-594f-49a5-9990-0eb6ae48a4f9" providerId="ADAL" clId="{5BC9F464-DC04-46F4-8DA6-256EAADECE55}" dt="2026-04-28T05:45:35.721" v="2036" actId="1035"/>
          <ac:spMkLst>
            <pc:docMk/>
            <pc:sldMk cId="2477311426" sldId="259"/>
            <ac:spMk id="1146" creationId="{5DF47168-2CC5-5BF4-6293-12CBAA2C5D3B}"/>
          </ac:spMkLst>
        </pc:spChg>
        <pc:spChg chg="add mod">
          <ac:chgData name="Jervis LEE (IRAS)" userId="f5b4a8ae-594f-49a5-9990-0eb6ae48a4f9" providerId="ADAL" clId="{5BC9F464-DC04-46F4-8DA6-256EAADECE55}" dt="2026-04-28T05:45:35.721" v="2036" actId="1035"/>
          <ac:spMkLst>
            <pc:docMk/>
            <pc:sldMk cId="2477311426" sldId="259"/>
            <ac:spMk id="1147" creationId="{1353D583-A30D-86B1-3A5A-8D552FA13FD4}"/>
          </ac:spMkLst>
        </pc:spChg>
        <pc:spChg chg="add mod">
          <ac:chgData name="Jervis LEE (IRAS)" userId="f5b4a8ae-594f-49a5-9990-0eb6ae48a4f9" providerId="ADAL" clId="{5BC9F464-DC04-46F4-8DA6-256EAADECE55}" dt="2026-04-28T05:53:30.637" v="2395" actId="1076"/>
          <ac:spMkLst>
            <pc:docMk/>
            <pc:sldMk cId="2477311426" sldId="259"/>
            <ac:spMk id="1157" creationId="{9A531E13-4E6D-F9A2-80B4-5707137BB939}"/>
          </ac:spMkLst>
        </pc:spChg>
        <pc:spChg chg="add mod">
          <ac:chgData name="Jervis LEE (IRAS)" userId="f5b4a8ae-594f-49a5-9990-0eb6ae48a4f9" providerId="ADAL" clId="{5BC9F464-DC04-46F4-8DA6-256EAADECE55}" dt="2026-04-28T05:53:30.637" v="2395" actId="1076"/>
          <ac:spMkLst>
            <pc:docMk/>
            <pc:sldMk cId="2477311426" sldId="259"/>
            <ac:spMk id="1158" creationId="{21292213-4BD9-4DF4-6E60-0628B88717AB}"/>
          </ac:spMkLst>
        </pc:spChg>
        <pc:spChg chg="add mod">
          <ac:chgData name="Jervis LEE (IRAS)" userId="f5b4a8ae-594f-49a5-9990-0eb6ae48a4f9" providerId="ADAL" clId="{5BC9F464-DC04-46F4-8DA6-256EAADECE55}" dt="2026-04-28T05:53:37.210" v="2407" actId="20577"/>
          <ac:spMkLst>
            <pc:docMk/>
            <pc:sldMk cId="2477311426" sldId="259"/>
            <ac:spMk id="1159" creationId="{7C800D56-6358-09FD-B673-D371C8BB686C}"/>
          </ac:spMkLst>
        </pc:spChg>
        <pc:spChg chg="add mod">
          <ac:chgData name="Jervis LEE (IRAS)" userId="f5b4a8ae-594f-49a5-9990-0eb6ae48a4f9" providerId="ADAL" clId="{5BC9F464-DC04-46F4-8DA6-256EAADECE55}" dt="2026-04-28T05:50:00.170" v="2222" actId="1038"/>
          <ac:spMkLst>
            <pc:docMk/>
            <pc:sldMk cId="2477311426" sldId="259"/>
            <ac:spMk id="1162" creationId="{4975EFAA-7E09-9208-A62B-5E247FDD785E}"/>
          </ac:spMkLst>
        </pc:spChg>
        <pc:spChg chg="add mod">
          <ac:chgData name="Jervis LEE (IRAS)" userId="f5b4a8ae-594f-49a5-9990-0eb6ae48a4f9" providerId="ADAL" clId="{5BC9F464-DC04-46F4-8DA6-256EAADECE55}" dt="2026-04-28T05:50:11.286" v="2261" actId="20577"/>
          <ac:spMkLst>
            <pc:docMk/>
            <pc:sldMk cId="2477311426" sldId="259"/>
            <ac:spMk id="1164" creationId="{8BA7C978-A84C-ACBD-4A91-7E5D5E7044EF}"/>
          </ac:spMkLst>
        </pc:spChg>
        <pc:spChg chg="add mod">
          <ac:chgData name="Jervis LEE (IRAS)" userId="f5b4a8ae-594f-49a5-9990-0eb6ae48a4f9" providerId="ADAL" clId="{5BC9F464-DC04-46F4-8DA6-256EAADECE55}" dt="2026-04-28T05:52:35.554" v="2394" actId="20577"/>
          <ac:spMkLst>
            <pc:docMk/>
            <pc:sldMk cId="2477311426" sldId="259"/>
            <ac:spMk id="1165" creationId="{7BF57473-40B8-FC8D-3A14-7A64B7160EB7}"/>
          </ac:spMkLst>
        </pc:spChg>
        <pc:picChg chg="add mod">
          <ac:chgData name="Jervis LEE (IRAS)" userId="f5b4a8ae-594f-49a5-9990-0eb6ae48a4f9" providerId="ADAL" clId="{5BC9F464-DC04-46F4-8DA6-256EAADECE55}" dt="2026-04-28T03:08:55.735" v="407" actId="1076"/>
          <ac:picMkLst>
            <pc:docMk/>
            <pc:sldMk cId="2477311426" sldId="259"/>
            <ac:picMk id="20" creationId="{43077C6C-AA2E-0895-4D87-CAF828D2370A}"/>
          </ac:picMkLst>
        </pc:picChg>
        <pc:picChg chg="add mod">
          <ac:chgData name="Jervis LEE (IRAS)" userId="f5b4a8ae-594f-49a5-9990-0eb6ae48a4f9" providerId="ADAL" clId="{5BC9F464-DC04-46F4-8DA6-256EAADECE55}" dt="2026-04-28T03:34:58.600" v="532" actId="1038"/>
          <ac:picMkLst>
            <pc:docMk/>
            <pc:sldMk cId="2477311426" sldId="259"/>
            <ac:picMk id="62" creationId="{52CCDC5F-4766-6324-5C82-2E8E43745408}"/>
          </ac:picMkLst>
        </pc:picChg>
        <pc:picChg chg="add mod">
          <ac:chgData name="Jervis LEE (IRAS)" userId="f5b4a8ae-594f-49a5-9990-0eb6ae48a4f9" providerId="ADAL" clId="{5BC9F464-DC04-46F4-8DA6-256EAADECE55}" dt="2026-04-28T02:27:30.700" v="107" actId="1076"/>
          <ac:picMkLst>
            <pc:docMk/>
            <pc:sldMk cId="2477311426" sldId="259"/>
            <ac:picMk id="1026" creationId="{E6726AA0-5DD1-9C36-AA54-7377194862FC}"/>
          </ac:picMkLst>
        </pc:picChg>
        <pc:picChg chg="add mod">
          <ac:chgData name="Jervis LEE (IRAS)" userId="f5b4a8ae-594f-49a5-9990-0eb6ae48a4f9" providerId="ADAL" clId="{5BC9F464-DC04-46F4-8DA6-256EAADECE55}" dt="2026-04-28T03:08:48.547" v="406" actId="1076"/>
          <ac:picMkLst>
            <pc:docMk/>
            <pc:sldMk cId="2477311426" sldId="259"/>
            <ac:picMk id="1028" creationId="{21725DFD-4DE8-23EF-662B-3E4F8ED5AE6F}"/>
          </ac:picMkLst>
        </pc:picChg>
        <pc:picChg chg="add mod">
          <ac:chgData name="Jervis LEE (IRAS)" userId="f5b4a8ae-594f-49a5-9990-0eb6ae48a4f9" providerId="ADAL" clId="{5BC9F464-DC04-46F4-8DA6-256EAADECE55}" dt="2026-04-28T03:09:10.503" v="408" actId="1076"/>
          <ac:picMkLst>
            <pc:docMk/>
            <pc:sldMk cId="2477311426" sldId="259"/>
            <ac:picMk id="1032" creationId="{6F584C1D-C78C-FC4B-0767-FF32EF72E6D7}"/>
          </ac:picMkLst>
        </pc:picChg>
        <pc:picChg chg="add mod">
          <ac:chgData name="Jervis LEE (IRAS)" userId="f5b4a8ae-594f-49a5-9990-0eb6ae48a4f9" providerId="ADAL" clId="{5BC9F464-DC04-46F4-8DA6-256EAADECE55}" dt="2026-04-28T06:23:39.158" v="2430" actId="1038"/>
          <ac:picMkLst>
            <pc:docMk/>
            <pc:sldMk cId="2477311426" sldId="259"/>
            <ac:picMk id="1046" creationId="{1F3B9A09-C22F-E677-B8AA-B6B3F5BE9C2F}"/>
          </ac:picMkLst>
        </pc:picChg>
        <pc:cxnChg chg="add mod">
          <ac:chgData name="Jervis LEE (IRAS)" userId="f5b4a8ae-594f-49a5-9990-0eb6ae48a4f9" providerId="ADAL" clId="{5BC9F464-DC04-46F4-8DA6-256EAADECE55}" dt="2026-04-28T04:21:03.330" v="1052" actId="208"/>
          <ac:cxnSpMkLst>
            <pc:docMk/>
            <pc:sldMk cId="2477311426" sldId="259"/>
            <ac:cxnSpMk id="37" creationId="{87590034-4F70-265E-9AC7-DEBECF4CD4FB}"/>
          </ac:cxnSpMkLst>
        </pc:cxnChg>
        <pc:cxnChg chg="add mod">
          <ac:chgData name="Jervis LEE (IRAS)" userId="f5b4a8ae-594f-49a5-9990-0eb6ae48a4f9" providerId="ADAL" clId="{5BC9F464-DC04-46F4-8DA6-256EAADECE55}" dt="2026-04-28T04:20:59.956" v="1051" actId="208"/>
          <ac:cxnSpMkLst>
            <pc:docMk/>
            <pc:sldMk cId="2477311426" sldId="259"/>
            <ac:cxnSpMk id="38" creationId="{D844EE1D-9742-236B-D975-329DD331F40F}"/>
          </ac:cxnSpMkLst>
        </pc:cxnChg>
        <pc:cxnChg chg="add mod">
          <ac:chgData name="Jervis LEE (IRAS)" userId="f5b4a8ae-594f-49a5-9990-0eb6ae48a4f9" providerId="ADAL" clId="{5BC9F464-DC04-46F4-8DA6-256EAADECE55}" dt="2026-04-28T03:11:30.318" v="438" actId="1582"/>
          <ac:cxnSpMkLst>
            <pc:docMk/>
            <pc:sldMk cId="2477311426" sldId="259"/>
            <ac:cxnSpMk id="48" creationId="{74CCDC97-E536-B989-B1CF-445A2B79E110}"/>
          </ac:cxnSpMkLst>
        </pc:cxnChg>
        <pc:cxnChg chg="add mod">
          <ac:chgData name="Jervis LEE (IRAS)" userId="f5b4a8ae-594f-49a5-9990-0eb6ae48a4f9" providerId="ADAL" clId="{5BC9F464-DC04-46F4-8DA6-256EAADECE55}" dt="2026-04-28T03:54:14.569" v="735" actId="1035"/>
          <ac:cxnSpMkLst>
            <pc:docMk/>
            <pc:sldMk cId="2477311426" sldId="259"/>
            <ac:cxnSpMk id="50" creationId="{5CF6175F-264C-72CD-F184-7D58F4F56E3E}"/>
          </ac:cxnSpMkLst>
        </pc:cxnChg>
        <pc:cxnChg chg="add mod">
          <ac:chgData name="Jervis LEE (IRAS)" userId="f5b4a8ae-594f-49a5-9990-0eb6ae48a4f9" providerId="ADAL" clId="{5BC9F464-DC04-46F4-8DA6-256EAADECE55}" dt="2026-04-28T04:20:54.947" v="1050" actId="208"/>
          <ac:cxnSpMkLst>
            <pc:docMk/>
            <pc:sldMk cId="2477311426" sldId="259"/>
            <ac:cxnSpMk id="1040" creationId="{2817EBBB-4B9D-5F53-D759-FFF12631222C}"/>
          </ac:cxnSpMkLst>
        </pc:cxnChg>
        <pc:cxnChg chg="add mod">
          <ac:chgData name="Jervis LEE (IRAS)" userId="f5b4a8ae-594f-49a5-9990-0eb6ae48a4f9" providerId="ADAL" clId="{5BC9F464-DC04-46F4-8DA6-256EAADECE55}" dt="2026-04-28T05:46:37.534" v="2052" actId="1076"/>
          <ac:cxnSpMkLst>
            <pc:docMk/>
            <pc:sldMk cId="2477311426" sldId="259"/>
            <ac:cxnSpMk id="1052" creationId="{FB7CE48B-D5D2-1082-CC47-088ACED1CCD7}"/>
          </ac:cxnSpMkLst>
        </pc:cxnChg>
        <pc:cxnChg chg="add mod">
          <ac:chgData name="Jervis LEE (IRAS)" userId="f5b4a8ae-594f-49a5-9990-0eb6ae48a4f9" providerId="ADAL" clId="{5BC9F464-DC04-46F4-8DA6-256EAADECE55}" dt="2026-04-28T06:23:29.179" v="2424" actId="1076"/>
          <ac:cxnSpMkLst>
            <pc:docMk/>
            <pc:sldMk cId="2477311426" sldId="259"/>
            <ac:cxnSpMk id="1058" creationId="{2B4B7FDF-9CAD-1F75-638A-47E2F675A4CC}"/>
          </ac:cxnSpMkLst>
        </pc:cxnChg>
        <pc:cxnChg chg="add mod">
          <ac:chgData name="Jervis LEE (IRAS)" userId="f5b4a8ae-594f-49a5-9990-0eb6ae48a4f9" providerId="ADAL" clId="{5BC9F464-DC04-46F4-8DA6-256EAADECE55}" dt="2026-04-28T05:31:05.620" v="1402" actId="1037"/>
          <ac:cxnSpMkLst>
            <pc:docMk/>
            <pc:sldMk cId="2477311426" sldId="259"/>
            <ac:cxnSpMk id="1077" creationId="{A1D2BA84-0834-461D-D57B-55EBB79D099D}"/>
          </ac:cxnSpMkLst>
        </pc:cxnChg>
        <pc:cxnChg chg="add mod">
          <ac:chgData name="Jervis LEE (IRAS)" userId="f5b4a8ae-594f-49a5-9990-0eb6ae48a4f9" providerId="ADAL" clId="{5BC9F464-DC04-46F4-8DA6-256EAADECE55}" dt="2026-04-28T04:12:01.911" v="853" actId="14100"/>
          <ac:cxnSpMkLst>
            <pc:docMk/>
            <pc:sldMk cId="2477311426" sldId="259"/>
            <ac:cxnSpMk id="1088" creationId="{81ABA780-9672-2D3D-E999-AF600D8747EE}"/>
          </ac:cxnSpMkLst>
        </pc:cxnChg>
        <pc:cxnChg chg="add mod">
          <ac:chgData name="Jervis LEE (IRAS)" userId="f5b4a8ae-594f-49a5-9990-0eb6ae48a4f9" providerId="ADAL" clId="{5BC9F464-DC04-46F4-8DA6-256EAADECE55}" dt="2026-04-28T05:33:27.532" v="1457" actId="14100"/>
          <ac:cxnSpMkLst>
            <pc:docMk/>
            <pc:sldMk cId="2477311426" sldId="259"/>
            <ac:cxnSpMk id="1092" creationId="{6BAEAD2E-E427-5E8D-683E-999BE2494BF7}"/>
          </ac:cxnSpMkLst>
        </pc:cxnChg>
        <pc:cxnChg chg="add mod">
          <ac:chgData name="Jervis LEE (IRAS)" userId="f5b4a8ae-594f-49a5-9990-0eb6ae48a4f9" providerId="ADAL" clId="{5BC9F464-DC04-46F4-8DA6-256EAADECE55}" dt="2026-04-28T04:16:23.520" v="924" actId="208"/>
          <ac:cxnSpMkLst>
            <pc:docMk/>
            <pc:sldMk cId="2477311426" sldId="259"/>
            <ac:cxnSpMk id="1099" creationId="{97E4AF23-0904-9998-6F8A-C85B7FD7EEC0}"/>
          </ac:cxnSpMkLst>
        </pc:cxnChg>
        <pc:cxnChg chg="add mod">
          <ac:chgData name="Jervis LEE (IRAS)" userId="f5b4a8ae-594f-49a5-9990-0eb6ae48a4f9" providerId="ADAL" clId="{5BC9F464-DC04-46F4-8DA6-256EAADECE55}" dt="2026-04-28T04:21:32.697" v="1056" actId="14100"/>
          <ac:cxnSpMkLst>
            <pc:docMk/>
            <pc:sldMk cId="2477311426" sldId="259"/>
            <ac:cxnSpMk id="1108" creationId="{205EC065-1B52-526F-E8BA-561F12B6A9EC}"/>
          </ac:cxnSpMkLst>
        </pc:cxnChg>
        <pc:cxnChg chg="add mod">
          <ac:chgData name="Jervis LEE (IRAS)" userId="f5b4a8ae-594f-49a5-9990-0eb6ae48a4f9" providerId="ADAL" clId="{5BC9F464-DC04-46F4-8DA6-256EAADECE55}" dt="2026-04-28T06:23:39.158" v="2430" actId="1038"/>
          <ac:cxnSpMkLst>
            <pc:docMk/>
            <pc:sldMk cId="2477311426" sldId="259"/>
            <ac:cxnSpMk id="1117" creationId="{D27D5831-A280-7808-88EA-20C9008FC008}"/>
          </ac:cxnSpMkLst>
        </pc:cxnChg>
        <pc:cxnChg chg="add mod">
          <ac:chgData name="Jervis LEE (IRAS)" userId="f5b4a8ae-594f-49a5-9990-0eb6ae48a4f9" providerId="ADAL" clId="{5BC9F464-DC04-46F4-8DA6-256EAADECE55}" dt="2026-04-28T05:31:17.131" v="1414" actId="1037"/>
          <ac:cxnSpMkLst>
            <pc:docMk/>
            <pc:sldMk cId="2477311426" sldId="259"/>
            <ac:cxnSpMk id="1124" creationId="{A99D3462-B510-70DA-0073-6254DA140DAD}"/>
          </ac:cxnSpMkLst>
        </pc:cxnChg>
        <pc:cxnChg chg="add mod">
          <ac:chgData name="Jervis LEE (IRAS)" userId="f5b4a8ae-594f-49a5-9990-0eb6ae48a4f9" providerId="ADAL" clId="{5BC9F464-DC04-46F4-8DA6-256EAADECE55}" dt="2026-04-28T05:30:54.891" v="1378" actId="14100"/>
          <ac:cxnSpMkLst>
            <pc:docMk/>
            <pc:sldMk cId="2477311426" sldId="259"/>
            <ac:cxnSpMk id="1132" creationId="{01CF06DE-6EE6-3B1A-E115-5AA4E9C473CE}"/>
          </ac:cxnSpMkLst>
        </pc:cxnChg>
        <pc:cxnChg chg="add mod">
          <ac:chgData name="Jervis LEE (IRAS)" userId="f5b4a8ae-594f-49a5-9990-0eb6ae48a4f9" providerId="ADAL" clId="{5BC9F464-DC04-46F4-8DA6-256EAADECE55}" dt="2026-04-28T05:50:08.744" v="2260" actId="1038"/>
          <ac:cxnSpMkLst>
            <pc:docMk/>
            <pc:sldMk cId="2477311426" sldId="259"/>
            <ac:cxnSpMk id="1160" creationId="{D457277D-FEA7-A38A-9A10-394B63680FA4}"/>
          </ac:cxnSpMkLst>
        </pc:cxnChg>
        <pc:cxnChg chg="add mod">
          <ac:chgData name="Jervis LEE (IRAS)" userId="f5b4a8ae-594f-49a5-9990-0eb6ae48a4f9" providerId="ADAL" clId="{5BC9F464-DC04-46F4-8DA6-256EAADECE55}" dt="2026-04-28T05:50:00.170" v="2222" actId="1038"/>
          <ac:cxnSpMkLst>
            <pc:docMk/>
            <pc:sldMk cId="2477311426" sldId="259"/>
            <ac:cxnSpMk id="1163" creationId="{1AC4C69D-3306-6075-82BE-3CE3CFA68E3B}"/>
          </ac:cxnSpMkLst>
        </pc:cxnChg>
      </pc:sldChg>
      <pc:sldChg chg="addSp delSp modSp add mod">
        <pc:chgData name="Jervis LEE (IRAS)" userId="f5b4a8ae-594f-49a5-9990-0eb6ae48a4f9" providerId="ADAL" clId="{5BC9F464-DC04-46F4-8DA6-256EAADECE55}" dt="2026-05-08T05:39:13.988" v="19399" actId="20577"/>
        <pc:sldMkLst>
          <pc:docMk/>
          <pc:sldMk cId="526911526" sldId="273"/>
        </pc:sldMkLst>
        <pc:spChg chg="mod">
          <ac:chgData name="Jervis LEE (IRAS)" userId="f5b4a8ae-594f-49a5-9990-0eb6ae48a4f9" providerId="ADAL" clId="{5BC9F464-DC04-46F4-8DA6-256EAADECE55}" dt="2026-05-04T11:15:30.085" v="5792"/>
          <ac:spMkLst>
            <pc:docMk/>
            <pc:sldMk cId="526911526" sldId="273"/>
            <ac:spMk id="2" creationId="{0214C1A7-A0AB-23D3-BC2F-CDF95BEDE307}"/>
          </ac:spMkLst>
        </pc:spChg>
        <pc:spChg chg="add mod">
          <ac:chgData name="Jervis LEE (IRAS)" userId="f5b4a8ae-594f-49a5-9990-0eb6ae48a4f9" providerId="ADAL" clId="{5BC9F464-DC04-46F4-8DA6-256EAADECE55}" dt="2026-05-08T05:39:13.988" v="19399" actId="20577"/>
          <ac:spMkLst>
            <pc:docMk/>
            <pc:sldMk cId="526911526" sldId="273"/>
            <ac:spMk id="8" creationId="{F21FC275-42C0-0FB3-D8AB-D9CB1CFEF0AD}"/>
          </ac:spMkLst>
        </pc:spChg>
        <pc:spChg chg="add mod">
          <ac:chgData name="Jervis LEE (IRAS)" userId="f5b4a8ae-594f-49a5-9990-0eb6ae48a4f9" providerId="ADAL" clId="{5BC9F464-DC04-46F4-8DA6-256EAADECE55}" dt="2026-05-04T11:27:32.206" v="6108"/>
          <ac:spMkLst>
            <pc:docMk/>
            <pc:sldMk cId="526911526" sldId="273"/>
            <ac:spMk id="11" creationId="{A60813CA-894F-FFB5-CA05-93163F9A1DD9}"/>
          </ac:spMkLst>
        </pc:spChg>
        <pc:spChg chg="add mod">
          <ac:chgData name="Jervis LEE (IRAS)" userId="f5b4a8ae-594f-49a5-9990-0eb6ae48a4f9" providerId="ADAL" clId="{5BC9F464-DC04-46F4-8DA6-256EAADECE55}" dt="2026-05-05T07:33:54.016" v="7122" actId="208"/>
          <ac:spMkLst>
            <pc:docMk/>
            <pc:sldMk cId="526911526" sldId="273"/>
            <ac:spMk id="12" creationId="{CA47F018-0600-5B22-AF33-609B16E70533}"/>
          </ac:spMkLst>
        </pc:spChg>
        <pc:graphicFrameChg chg="add mod modGraphic">
          <ac:chgData name="Jervis LEE (IRAS)" userId="f5b4a8ae-594f-49a5-9990-0eb6ae48a4f9" providerId="ADAL" clId="{5BC9F464-DC04-46F4-8DA6-256EAADECE55}" dt="2026-05-05T08:57:42.586" v="7924" actId="20577"/>
          <ac:graphicFrameMkLst>
            <pc:docMk/>
            <pc:sldMk cId="526911526" sldId="273"/>
            <ac:graphicFrameMk id="6" creationId="{043A1B82-8CF8-D0FE-754F-6AF38A434434}"/>
          </ac:graphicFrameMkLst>
        </pc:graphicFrameChg>
        <pc:picChg chg="add mod">
          <ac:chgData name="Jervis LEE (IRAS)" userId="f5b4a8ae-594f-49a5-9990-0eb6ae48a4f9" providerId="ADAL" clId="{5BC9F464-DC04-46F4-8DA6-256EAADECE55}" dt="2026-05-04T11:24:45.814" v="6015" actId="1076"/>
          <ac:picMkLst>
            <pc:docMk/>
            <pc:sldMk cId="526911526" sldId="273"/>
            <ac:picMk id="10" creationId="{6631CD85-C545-9023-5E59-0F9273D8B3CF}"/>
          </ac:picMkLst>
        </pc:picChg>
      </pc:sldChg>
      <pc:sldChg chg="addSp delSp modSp add mod">
        <pc:chgData name="Jervis LEE (IRAS)" userId="f5b4a8ae-594f-49a5-9990-0eb6ae48a4f9" providerId="ADAL" clId="{5BC9F464-DC04-46F4-8DA6-256EAADECE55}" dt="2026-05-08T09:44:01.717" v="28242" actId="14100"/>
        <pc:sldMkLst>
          <pc:docMk/>
          <pc:sldMk cId="911620904" sldId="274"/>
        </pc:sldMkLst>
        <pc:spChg chg="mod">
          <ac:chgData name="Jervis LEE (IRAS)" userId="f5b4a8ae-594f-49a5-9990-0eb6ae48a4f9" providerId="ADAL" clId="{5BC9F464-DC04-46F4-8DA6-256EAADECE55}" dt="2026-05-06T09:35:15.434" v="12170" actId="20577"/>
          <ac:spMkLst>
            <pc:docMk/>
            <pc:sldMk cId="911620904" sldId="274"/>
            <ac:spMk id="2" creationId="{D30C1EAE-14FC-7B3B-A6CE-5E8675D174B8}"/>
          </ac:spMkLst>
        </pc:spChg>
        <pc:spChg chg="add mod">
          <ac:chgData name="Jervis LEE (IRAS)" userId="f5b4a8ae-594f-49a5-9990-0eb6ae48a4f9" providerId="ADAL" clId="{5BC9F464-DC04-46F4-8DA6-256EAADECE55}" dt="2026-05-08T09:44:01.717" v="28242" actId="14100"/>
          <ac:spMkLst>
            <pc:docMk/>
            <pc:sldMk cId="911620904" sldId="274"/>
            <ac:spMk id="5" creationId="{90DEF11B-E368-66DF-44C5-F8FD616F7C7E}"/>
          </ac:spMkLst>
        </pc:spChg>
        <pc:graphicFrameChg chg="add mod modGraphic">
          <ac:chgData name="Jervis LEE (IRAS)" userId="f5b4a8ae-594f-49a5-9990-0eb6ae48a4f9" providerId="ADAL" clId="{5BC9F464-DC04-46F4-8DA6-256EAADECE55}" dt="2026-05-08T09:42:40.078" v="28056" actId="1036"/>
          <ac:graphicFrameMkLst>
            <pc:docMk/>
            <pc:sldMk cId="911620904" sldId="274"/>
            <ac:graphicFrameMk id="3" creationId="{0B7DC063-82E3-740C-9425-AC842E49139A}"/>
          </ac:graphicFrameMkLst>
        </pc:graphicFrameChg>
      </pc:sldChg>
      <pc:sldChg chg="addSp delSp modSp add mod">
        <pc:chgData name="Jervis LEE (IRAS)" userId="f5b4a8ae-594f-49a5-9990-0eb6ae48a4f9" providerId="ADAL" clId="{5BC9F464-DC04-46F4-8DA6-256EAADECE55}" dt="2026-05-08T07:33:57.016" v="23137" actId="20577"/>
        <pc:sldMkLst>
          <pc:docMk/>
          <pc:sldMk cId="1815683938" sldId="275"/>
        </pc:sldMkLst>
        <pc:spChg chg="mod">
          <ac:chgData name="Jervis LEE (IRAS)" userId="f5b4a8ae-594f-49a5-9990-0eb6ae48a4f9" providerId="ADAL" clId="{5BC9F464-DC04-46F4-8DA6-256EAADECE55}" dt="2026-05-07T06:11:23.821" v="15401" actId="20577"/>
          <ac:spMkLst>
            <pc:docMk/>
            <pc:sldMk cId="1815683938" sldId="275"/>
            <ac:spMk id="2" creationId="{92AA8EA7-45D2-EA60-53A8-8F46C8137B51}"/>
          </ac:spMkLst>
        </pc:spChg>
        <pc:spChg chg="add mod">
          <ac:chgData name="Jervis LEE (IRAS)" userId="f5b4a8ae-594f-49a5-9990-0eb6ae48a4f9" providerId="ADAL" clId="{5BC9F464-DC04-46F4-8DA6-256EAADECE55}" dt="2026-05-08T07:33:57.016" v="23137" actId="20577"/>
          <ac:spMkLst>
            <pc:docMk/>
            <pc:sldMk cId="1815683938" sldId="275"/>
            <ac:spMk id="6" creationId="{B15F4B43-F71D-6B61-C8E2-B78652E0FB80}"/>
          </ac:spMkLst>
        </pc:spChg>
        <pc:graphicFrameChg chg="add mod">
          <ac:chgData name="Jervis LEE (IRAS)" userId="f5b4a8ae-594f-49a5-9990-0eb6ae48a4f9" providerId="ADAL" clId="{5BC9F464-DC04-46F4-8DA6-256EAADECE55}" dt="2026-05-07T06:11:44.592" v="15450"/>
          <ac:graphicFrameMkLst>
            <pc:docMk/>
            <pc:sldMk cId="1815683938" sldId="275"/>
            <ac:graphicFrameMk id="3" creationId="{EF4C097E-D09A-045A-5C2B-952D5D7BBE7A}"/>
          </ac:graphicFrameMkLst>
        </pc:graphicFrameChg>
        <pc:graphicFrameChg chg="add mod modGraphic">
          <ac:chgData name="Jervis LEE (IRAS)" userId="f5b4a8ae-594f-49a5-9990-0eb6ae48a4f9" providerId="ADAL" clId="{5BC9F464-DC04-46F4-8DA6-256EAADECE55}" dt="2026-05-08T05:55:35.768" v="19779" actId="20577"/>
          <ac:graphicFrameMkLst>
            <pc:docMk/>
            <pc:sldMk cId="1815683938" sldId="275"/>
            <ac:graphicFrameMk id="5" creationId="{B5371B82-6BDA-E622-ED5B-20B2A5C6A339}"/>
          </ac:graphicFrameMkLst>
        </pc:graphicFrameChg>
        <pc:cxnChg chg="add mod">
          <ac:chgData name="Jervis LEE (IRAS)" userId="f5b4a8ae-594f-49a5-9990-0eb6ae48a4f9" providerId="ADAL" clId="{5BC9F464-DC04-46F4-8DA6-256EAADECE55}" dt="2026-05-08T07:33:56.804" v="23136" actId="20577"/>
          <ac:cxnSpMkLst>
            <pc:docMk/>
            <pc:sldMk cId="1815683938" sldId="275"/>
            <ac:cxnSpMk id="7" creationId="{5B9B73FA-B921-BBE8-A032-C7ECCF8530FA}"/>
          </ac:cxnSpMkLst>
        </pc:cxnChg>
      </pc:sldChg>
      <pc:sldChg chg="addSp modSp add del mod">
        <pc:chgData name="Jervis LEE (IRAS)" userId="f5b4a8ae-594f-49a5-9990-0eb6ae48a4f9" providerId="ADAL" clId="{5BC9F464-DC04-46F4-8DA6-256EAADECE55}" dt="2026-05-08T06:46:32.469" v="21913" actId="20577"/>
        <pc:sldMkLst>
          <pc:docMk/>
          <pc:sldMk cId="266111016" sldId="276"/>
        </pc:sldMkLst>
        <pc:spChg chg="mod">
          <ac:chgData name="Jervis LEE (IRAS)" userId="f5b4a8ae-594f-49a5-9990-0eb6ae48a4f9" providerId="ADAL" clId="{5BC9F464-DC04-46F4-8DA6-256EAADECE55}" dt="2026-05-04T10:14:37.547" v="5045"/>
          <ac:spMkLst>
            <pc:docMk/>
            <pc:sldMk cId="266111016" sldId="276"/>
            <ac:spMk id="2" creationId="{2095CCD6-04A4-8C53-1494-DA0D7707F4FD}"/>
          </ac:spMkLst>
        </pc:spChg>
        <pc:spChg chg="mod">
          <ac:chgData name="Jervis LEE (IRAS)" userId="f5b4a8ae-594f-49a5-9990-0eb6ae48a4f9" providerId="ADAL" clId="{5BC9F464-DC04-46F4-8DA6-256EAADECE55}" dt="2026-05-08T06:46:32.469" v="21913" actId="20577"/>
          <ac:spMkLst>
            <pc:docMk/>
            <pc:sldMk cId="266111016" sldId="276"/>
            <ac:spMk id="3" creationId="{C29EEA22-F71C-B7C4-48EB-7FE6D930F47A}"/>
          </ac:spMkLst>
        </pc:spChg>
        <pc:spChg chg="add mod">
          <ac:chgData name="Jervis LEE (IRAS)" userId="f5b4a8ae-594f-49a5-9990-0eb6ae48a4f9" providerId="ADAL" clId="{5BC9F464-DC04-46F4-8DA6-256EAADECE55}" dt="2026-05-04T10:14:52.326" v="5048"/>
          <ac:spMkLst>
            <pc:docMk/>
            <pc:sldMk cId="266111016" sldId="276"/>
            <ac:spMk id="4" creationId="{8C134BB0-1CEF-A60F-25F9-C795E4176039}"/>
          </ac:spMkLst>
        </pc:spChg>
      </pc:sldChg>
      <pc:sldChg chg="addSp delSp modSp add mod modCm">
        <pc:chgData name="Jervis LEE (IRAS)" userId="f5b4a8ae-594f-49a5-9990-0eb6ae48a4f9" providerId="ADAL" clId="{5BC9F464-DC04-46F4-8DA6-256EAADECE55}" dt="2026-05-08T10:10:46.680" v="29190" actId="20577"/>
        <pc:sldMkLst>
          <pc:docMk/>
          <pc:sldMk cId="2145482424" sldId="278"/>
        </pc:sldMkLst>
        <pc:spChg chg="mod">
          <ac:chgData name="Jervis LEE (IRAS)" userId="f5b4a8ae-594f-49a5-9990-0eb6ae48a4f9" providerId="ADAL" clId="{5BC9F464-DC04-46F4-8DA6-256EAADECE55}" dt="2026-05-08T10:10:46.680" v="29190" actId="20577"/>
          <ac:spMkLst>
            <pc:docMk/>
            <pc:sldMk cId="2145482424" sldId="278"/>
            <ac:spMk id="2" creationId="{08415531-03F3-6520-506E-4D1EF639B95D}"/>
          </ac:spMkLst>
        </pc:spChg>
        <pc:spChg chg="add mod">
          <ac:chgData name="Jervis LEE (IRAS)" userId="f5b4a8ae-594f-49a5-9990-0eb6ae48a4f9" providerId="ADAL" clId="{5BC9F464-DC04-46F4-8DA6-256EAADECE55}" dt="2026-05-05T09:13:12.745" v="8521" actId="1036"/>
          <ac:spMkLst>
            <pc:docMk/>
            <pc:sldMk cId="2145482424" sldId="278"/>
            <ac:spMk id="7" creationId="{DB09AD43-93DF-0044-4309-8204D23C1D36}"/>
          </ac:spMkLst>
        </pc:spChg>
        <pc:spChg chg="add mod">
          <ac:chgData name="Jervis LEE (IRAS)" userId="f5b4a8ae-594f-49a5-9990-0eb6ae48a4f9" providerId="ADAL" clId="{5BC9F464-DC04-46F4-8DA6-256EAADECE55}" dt="2026-05-05T09:17:26.712" v="8549" actId="1076"/>
          <ac:spMkLst>
            <pc:docMk/>
            <pc:sldMk cId="2145482424" sldId="278"/>
            <ac:spMk id="8" creationId="{A84C315D-DF61-906F-24ED-861AA0FA5D3C}"/>
          </ac:spMkLst>
        </pc:spChg>
        <pc:spChg chg="add mod">
          <ac:chgData name="Jervis LEE (IRAS)" userId="f5b4a8ae-594f-49a5-9990-0eb6ae48a4f9" providerId="ADAL" clId="{5BC9F464-DC04-46F4-8DA6-256EAADECE55}" dt="2026-05-04T11:26:25.156" v="6040"/>
          <ac:spMkLst>
            <pc:docMk/>
            <pc:sldMk cId="2145482424" sldId="278"/>
            <ac:spMk id="9" creationId="{7FD9303C-7F69-D2F2-7945-28F45DF379B8}"/>
          </ac:spMkLst>
        </pc:spChg>
        <pc:spChg chg="add mod">
          <ac:chgData name="Jervis LEE (IRAS)" userId="f5b4a8ae-594f-49a5-9990-0eb6ae48a4f9" providerId="ADAL" clId="{5BC9F464-DC04-46F4-8DA6-256EAADECE55}" dt="2026-05-04T11:26:25.156" v="6040"/>
          <ac:spMkLst>
            <pc:docMk/>
            <pc:sldMk cId="2145482424" sldId="278"/>
            <ac:spMk id="10" creationId="{F60972E9-2962-3D58-0DE5-168A2EB6298F}"/>
          </ac:spMkLst>
        </pc:spChg>
        <pc:graphicFrameChg chg="add mod modGraphic">
          <ac:chgData name="Jervis LEE (IRAS)" userId="f5b4a8ae-594f-49a5-9990-0eb6ae48a4f9" providerId="ADAL" clId="{5BC9F464-DC04-46F4-8DA6-256EAADECE55}" dt="2026-05-07T08:42:53.926" v="16000" actId="20577"/>
          <ac:graphicFrameMkLst>
            <pc:docMk/>
            <pc:sldMk cId="2145482424" sldId="278"/>
            <ac:graphicFrameMk id="3" creationId="{739E263B-D138-EC40-DD76-B2896D6459AD}"/>
          </ac:graphicFrameMkLst>
        </pc:graphicFrameChg>
        <pc:extLst>
          <p:ext xmlns:p="http://schemas.openxmlformats.org/presentationml/2006/main" uri="{D6D511B9-2390-475A-947B-AFAB55BFBCF1}">
            <pc226:cmChg xmlns:pc226="http://schemas.microsoft.com/office/powerpoint/2022/06/main/command" chg="mod">
              <pc226:chgData name="Jervis LEE (IRAS)" userId="f5b4a8ae-594f-49a5-9990-0eb6ae48a4f9" providerId="ADAL" clId="{5BC9F464-DC04-46F4-8DA6-256EAADECE55}" dt="2026-05-07T08:42:53.926" v="16000" actId="20577"/>
              <pc2:cmMkLst xmlns:pc2="http://schemas.microsoft.com/office/powerpoint/2019/9/main/command">
                <pc:docMk/>
                <pc:sldMk cId="2145482424" sldId="278"/>
                <pc2:cmMk id="{0548A9EA-9232-4C7C-AECD-2BFB428DCCE3}"/>
              </pc2:cmMkLst>
            </pc226:cmChg>
          </p:ext>
        </pc:extLst>
      </pc:sldChg>
      <pc:sldChg chg="addSp delSp modSp add mod ord modShow">
        <pc:chgData name="Jervis LEE (IRAS)" userId="f5b4a8ae-594f-49a5-9990-0eb6ae48a4f9" providerId="ADAL" clId="{5BC9F464-DC04-46F4-8DA6-256EAADECE55}" dt="2026-05-05T07:41:58.172" v="7142"/>
        <pc:sldMkLst>
          <pc:docMk/>
          <pc:sldMk cId="1025952898" sldId="279"/>
        </pc:sldMkLst>
        <pc:spChg chg="mod">
          <ac:chgData name="Jervis LEE (IRAS)" userId="f5b4a8ae-594f-49a5-9990-0eb6ae48a4f9" providerId="ADAL" clId="{5BC9F464-DC04-46F4-8DA6-256EAADECE55}" dt="2026-05-04T11:28:34.600" v="6120" actId="20577"/>
          <ac:spMkLst>
            <pc:docMk/>
            <pc:sldMk cId="1025952898" sldId="279"/>
            <ac:spMk id="2" creationId="{ADDC0C29-83CA-0C6F-0E7D-97C989BE9DC7}"/>
          </ac:spMkLst>
        </pc:spChg>
        <pc:spChg chg="add mod">
          <ac:chgData name="Jervis LEE (IRAS)" userId="f5b4a8ae-594f-49a5-9990-0eb6ae48a4f9" providerId="ADAL" clId="{5BC9F464-DC04-46F4-8DA6-256EAADECE55}" dt="2026-05-04T11:26:13.955" v="6036" actId="1037"/>
          <ac:spMkLst>
            <pc:docMk/>
            <pc:sldMk cId="1025952898" sldId="279"/>
            <ac:spMk id="3" creationId="{C944B739-8751-0377-FCC5-0D0B0C016199}"/>
          </ac:spMkLst>
        </pc:spChg>
        <pc:spChg chg="add mod">
          <ac:chgData name="Jervis LEE (IRAS)" userId="f5b4a8ae-594f-49a5-9990-0eb6ae48a4f9" providerId="ADAL" clId="{5BC9F464-DC04-46F4-8DA6-256EAADECE55}" dt="2026-05-04T11:25:31.751" v="6024" actId="208"/>
          <ac:spMkLst>
            <pc:docMk/>
            <pc:sldMk cId="1025952898" sldId="279"/>
            <ac:spMk id="5" creationId="{5EADD723-3A28-BD2E-CED1-A2B295FA1F4D}"/>
          </ac:spMkLst>
        </pc:spChg>
        <pc:spChg chg="add mod">
          <ac:chgData name="Jervis LEE (IRAS)" userId="f5b4a8ae-594f-49a5-9990-0eb6ae48a4f9" providerId="ADAL" clId="{5BC9F464-DC04-46F4-8DA6-256EAADECE55}" dt="2026-05-04T10:22:14.939" v="5314" actId="255"/>
          <ac:spMkLst>
            <pc:docMk/>
            <pc:sldMk cId="1025952898" sldId="279"/>
            <ac:spMk id="6" creationId="{238ABC1C-D1EC-C160-2AFE-C8E818C19303}"/>
          </ac:spMkLst>
        </pc:spChg>
        <pc:spChg chg="add mod">
          <ac:chgData name="Jervis LEE (IRAS)" userId="f5b4a8ae-594f-49a5-9990-0eb6ae48a4f9" providerId="ADAL" clId="{5BC9F464-DC04-46F4-8DA6-256EAADECE55}" dt="2026-05-04T10:22:24.147" v="5316"/>
          <ac:spMkLst>
            <pc:docMk/>
            <pc:sldMk cId="1025952898" sldId="279"/>
            <ac:spMk id="9" creationId="{D6F7CEF0-8228-FBF5-27EE-D6FA97F77F68}"/>
          </ac:spMkLst>
        </pc:spChg>
        <pc:graphicFrameChg chg="add mod modGraphic">
          <ac:chgData name="Jervis LEE (IRAS)" userId="f5b4a8ae-594f-49a5-9990-0eb6ae48a4f9" providerId="ADAL" clId="{5BC9F464-DC04-46F4-8DA6-256EAADECE55}" dt="2026-05-04T10:22:28.446" v="5317" actId="207"/>
          <ac:graphicFrameMkLst>
            <pc:docMk/>
            <pc:sldMk cId="1025952898" sldId="279"/>
            <ac:graphicFrameMk id="7" creationId="{9122BE71-9A0D-FC5C-DAC8-D84C177F99E4}"/>
          </ac:graphicFrameMkLst>
        </pc:graphicFrameChg>
      </pc:sldChg>
      <pc:sldChg chg="addSp delSp modSp add mod modShow">
        <pc:chgData name="Jervis LEE (IRAS)" userId="f5b4a8ae-594f-49a5-9990-0eb6ae48a4f9" providerId="ADAL" clId="{5BC9F464-DC04-46F4-8DA6-256EAADECE55}" dt="2026-05-06T09:34:57.648" v="12158" actId="729"/>
        <pc:sldMkLst>
          <pc:docMk/>
          <pc:sldMk cId="614267132" sldId="280"/>
        </pc:sldMkLst>
        <pc:spChg chg="mod">
          <ac:chgData name="Jervis LEE (IRAS)" userId="f5b4a8ae-594f-49a5-9990-0eb6ae48a4f9" providerId="ADAL" clId="{5BC9F464-DC04-46F4-8DA6-256EAADECE55}" dt="2026-05-04T11:28:49.269" v="6133" actId="20577"/>
          <ac:spMkLst>
            <pc:docMk/>
            <pc:sldMk cId="614267132" sldId="280"/>
            <ac:spMk id="2" creationId="{BA70E9D4-620D-C6E0-7920-6E476D7CBC51}"/>
          </ac:spMkLst>
        </pc:spChg>
        <pc:spChg chg="mod">
          <ac:chgData name="Jervis LEE (IRAS)" userId="f5b4a8ae-594f-49a5-9990-0eb6ae48a4f9" providerId="ADAL" clId="{5BC9F464-DC04-46F4-8DA6-256EAADECE55}" dt="2026-05-04T10:25:29.439" v="5337"/>
          <ac:spMkLst>
            <pc:docMk/>
            <pc:sldMk cId="614267132" sldId="280"/>
            <ac:spMk id="6" creationId="{66D38FAA-7DAB-AA5F-3C97-81D9521A39EC}"/>
          </ac:spMkLst>
        </pc:spChg>
        <pc:spChg chg="add mod">
          <ac:chgData name="Jervis LEE (IRAS)" userId="f5b4a8ae-594f-49a5-9990-0eb6ae48a4f9" providerId="ADAL" clId="{5BC9F464-DC04-46F4-8DA6-256EAADECE55}" dt="2026-05-04T11:26:21.011" v="6038"/>
          <ac:spMkLst>
            <pc:docMk/>
            <pc:sldMk cId="614267132" sldId="280"/>
            <ac:spMk id="11" creationId="{51BCDC33-E0D3-0AAD-4DD1-D3F00E732382}"/>
          </ac:spMkLst>
        </pc:spChg>
        <pc:spChg chg="add mod">
          <ac:chgData name="Jervis LEE (IRAS)" userId="f5b4a8ae-594f-49a5-9990-0eb6ae48a4f9" providerId="ADAL" clId="{5BC9F464-DC04-46F4-8DA6-256EAADECE55}" dt="2026-05-04T11:26:21.011" v="6038"/>
          <ac:spMkLst>
            <pc:docMk/>
            <pc:sldMk cId="614267132" sldId="280"/>
            <ac:spMk id="12" creationId="{6279FB0D-A491-9274-AA57-C837DE439E7C}"/>
          </ac:spMkLst>
        </pc:spChg>
        <pc:graphicFrameChg chg="add mod modGraphic">
          <ac:chgData name="Jervis LEE (IRAS)" userId="f5b4a8ae-594f-49a5-9990-0eb6ae48a4f9" providerId="ADAL" clId="{5BC9F464-DC04-46F4-8DA6-256EAADECE55}" dt="2026-05-04T10:39:46.441" v="5661" actId="1035"/>
          <ac:graphicFrameMkLst>
            <pc:docMk/>
            <pc:sldMk cId="614267132" sldId="280"/>
            <ac:graphicFrameMk id="5" creationId="{8F1322A0-1D4E-EE04-7064-84528A8D5C81}"/>
          </ac:graphicFrameMkLst>
        </pc:graphicFrameChg>
        <pc:graphicFrameChg chg="mod modGraphic">
          <ac:chgData name="Jervis LEE (IRAS)" userId="f5b4a8ae-594f-49a5-9990-0eb6ae48a4f9" providerId="ADAL" clId="{5BC9F464-DC04-46F4-8DA6-256EAADECE55}" dt="2026-05-04T10:39:46.441" v="5661" actId="1035"/>
          <ac:graphicFrameMkLst>
            <pc:docMk/>
            <pc:sldMk cId="614267132" sldId="280"/>
            <ac:graphicFrameMk id="7" creationId="{3D70D69D-1B6C-7C69-3B70-E7AF6035802E}"/>
          </ac:graphicFrameMkLst>
        </pc:graphicFrameChg>
      </pc:sldChg>
      <pc:sldChg chg="addSp delSp modSp add mod ord">
        <pc:chgData name="Jervis LEE (IRAS)" userId="f5b4a8ae-594f-49a5-9990-0eb6ae48a4f9" providerId="ADAL" clId="{5BC9F464-DC04-46F4-8DA6-256EAADECE55}" dt="2026-05-08T09:41:16.868" v="27890"/>
        <pc:sldMkLst>
          <pc:docMk/>
          <pc:sldMk cId="220455675" sldId="281"/>
        </pc:sldMkLst>
        <pc:spChg chg="mod">
          <ac:chgData name="Jervis LEE (IRAS)" userId="f5b4a8ae-594f-49a5-9990-0eb6ae48a4f9" providerId="ADAL" clId="{5BC9F464-DC04-46F4-8DA6-256EAADECE55}" dt="2026-05-06T11:27:14.572" v="13747" actId="20577"/>
          <ac:spMkLst>
            <pc:docMk/>
            <pc:sldMk cId="220455675" sldId="281"/>
            <ac:spMk id="2" creationId="{1001F80D-2481-0E76-F42D-22894E72398A}"/>
          </ac:spMkLst>
        </pc:spChg>
        <pc:spChg chg="add mod">
          <ac:chgData name="Jervis LEE (IRAS)" userId="f5b4a8ae-594f-49a5-9990-0eb6ae48a4f9" providerId="ADAL" clId="{5BC9F464-DC04-46F4-8DA6-256EAADECE55}" dt="2026-05-08T09:02:37.312" v="26244" actId="20577"/>
          <ac:spMkLst>
            <pc:docMk/>
            <pc:sldMk cId="220455675" sldId="281"/>
            <ac:spMk id="3" creationId="{26F2A0E7-FDA8-4BE8-8656-9A38F3530244}"/>
          </ac:spMkLst>
        </pc:spChg>
        <pc:graphicFrameChg chg="del mod modGraphic">
          <ac:chgData name="Jervis LEE (IRAS)" userId="f5b4a8ae-594f-49a5-9990-0eb6ae48a4f9" providerId="ADAL" clId="{5BC9F464-DC04-46F4-8DA6-256EAADECE55}" dt="2026-05-08T09:39:48.092" v="27845" actId="478"/>
          <ac:graphicFrameMkLst>
            <pc:docMk/>
            <pc:sldMk cId="220455675" sldId="281"/>
            <ac:graphicFrameMk id="9" creationId="{7F49E906-4AE9-0A4A-8B2F-D889A011662F}"/>
          </ac:graphicFrameMkLst>
        </pc:graphicFrameChg>
      </pc:sldChg>
      <pc:sldChg chg="addSp delSp modSp new mod">
        <pc:chgData name="Jervis LEE (IRAS)" userId="f5b4a8ae-594f-49a5-9990-0eb6ae48a4f9" providerId="ADAL" clId="{5BC9F464-DC04-46F4-8DA6-256EAADECE55}" dt="2026-05-06T11:43:47.928" v="14502" actId="20577"/>
        <pc:sldMkLst>
          <pc:docMk/>
          <pc:sldMk cId="1651131625" sldId="282"/>
        </pc:sldMkLst>
        <pc:spChg chg="mod">
          <ac:chgData name="Jervis LEE (IRAS)" userId="f5b4a8ae-594f-49a5-9990-0eb6ae48a4f9" providerId="ADAL" clId="{5BC9F464-DC04-46F4-8DA6-256EAADECE55}" dt="2026-05-05T07:06:53.714" v="6716" actId="1076"/>
          <ac:spMkLst>
            <pc:docMk/>
            <pc:sldMk cId="1651131625" sldId="282"/>
            <ac:spMk id="4" creationId="{18AC32F2-8778-9076-4967-9D5E4F576153}"/>
          </ac:spMkLst>
        </pc:spChg>
        <pc:spChg chg="add mod">
          <ac:chgData name="Jervis LEE (IRAS)" userId="f5b4a8ae-594f-49a5-9990-0eb6ae48a4f9" providerId="ADAL" clId="{5BC9F464-DC04-46F4-8DA6-256EAADECE55}" dt="2026-05-05T07:06:53.714" v="6716" actId="1076"/>
          <ac:spMkLst>
            <pc:docMk/>
            <pc:sldMk cId="1651131625" sldId="282"/>
            <ac:spMk id="5" creationId="{72C6D2EF-076A-8746-A181-FF4F1BB77BDB}"/>
          </ac:spMkLst>
        </pc:spChg>
        <pc:spChg chg="add mod">
          <ac:chgData name="Jervis LEE (IRAS)" userId="f5b4a8ae-594f-49a5-9990-0eb6ae48a4f9" providerId="ADAL" clId="{5BC9F464-DC04-46F4-8DA6-256EAADECE55}" dt="2026-05-06T11:43:47.928" v="14502" actId="20577"/>
          <ac:spMkLst>
            <pc:docMk/>
            <pc:sldMk cId="1651131625" sldId="282"/>
            <ac:spMk id="6" creationId="{1C7F3BE6-AEE5-49CA-E5D2-821458A0AC7D}"/>
          </ac:spMkLst>
        </pc:spChg>
        <pc:spChg chg="add mod">
          <ac:chgData name="Jervis LEE (IRAS)" userId="f5b4a8ae-594f-49a5-9990-0eb6ae48a4f9" providerId="ADAL" clId="{5BC9F464-DC04-46F4-8DA6-256EAADECE55}" dt="2026-05-05T07:41:17.207" v="7128" actId="207"/>
          <ac:spMkLst>
            <pc:docMk/>
            <pc:sldMk cId="1651131625" sldId="282"/>
            <ac:spMk id="10" creationId="{483BD5F6-AB3B-ED7A-8AC2-2609F49EC5DD}"/>
          </ac:spMkLst>
        </pc:spChg>
        <pc:spChg chg="add mod">
          <ac:chgData name="Jervis LEE (IRAS)" userId="f5b4a8ae-594f-49a5-9990-0eb6ae48a4f9" providerId="ADAL" clId="{5BC9F464-DC04-46F4-8DA6-256EAADECE55}" dt="2026-05-05T07:34:42.666" v="7127" actId="1582"/>
          <ac:spMkLst>
            <pc:docMk/>
            <pc:sldMk cId="1651131625" sldId="282"/>
            <ac:spMk id="11" creationId="{B587F5BD-E46A-CE70-AB6E-C0011BD3C43A}"/>
          </ac:spMkLst>
        </pc:spChg>
        <pc:spChg chg="add mod">
          <ac:chgData name="Jervis LEE (IRAS)" userId="f5b4a8ae-594f-49a5-9990-0eb6ae48a4f9" providerId="ADAL" clId="{5BC9F464-DC04-46F4-8DA6-256EAADECE55}" dt="2026-05-05T07:43:08.951" v="7259" actId="1076"/>
          <ac:spMkLst>
            <pc:docMk/>
            <pc:sldMk cId="1651131625" sldId="282"/>
            <ac:spMk id="13" creationId="{C95EEB4B-6C99-67FC-DA31-6A8BE47AC45B}"/>
          </ac:spMkLst>
        </pc:spChg>
      </pc:sldChg>
      <pc:sldChg chg="delSp modSp add mod">
        <pc:chgData name="Jervis LEE (IRAS)" userId="f5b4a8ae-594f-49a5-9990-0eb6ae48a4f9" providerId="ADAL" clId="{5BC9F464-DC04-46F4-8DA6-256EAADECE55}" dt="2026-05-06T11:27:29.845" v="13748" actId="478"/>
        <pc:sldMkLst>
          <pc:docMk/>
          <pc:sldMk cId="915557508" sldId="283"/>
        </pc:sldMkLst>
        <pc:spChg chg="mod">
          <ac:chgData name="Jervis LEE (IRAS)" userId="f5b4a8ae-594f-49a5-9990-0eb6ae48a4f9" providerId="ADAL" clId="{5BC9F464-DC04-46F4-8DA6-256EAADECE55}" dt="2026-05-05T09:19:56.310" v="8630" actId="20577"/>
          <ac:spMkLst>
            <pc:docMk/>
            <pc:sldMk cId="915557508" sldId="283"/>
            <ac:spMk id="2" creationId="{AF5196F5-2EB5-E920-527C-26C535BE655A}"/>
          </ac:spMkLst>
        </pc:spChg>
        <pc:graphicFrameChg chg="modGraphic">
          <ac:chgData name="Jervis LEE (IRAS)" userId="f5b4a8ae-594f-49a5-9990-0eb6ae48a4f9" providerId="ADAL" clId="{5BC9F464-DC04-46F4-8DA6-256EAADECE55}" dt="2026-05-05T09:28:51.303" v="8631" actId="14734"/>
          <ac:graphicFrameMkLst>
            <pc:docMk/>
            <pc:sldMk cId="915557508" sldId="283"/>
            <ac:graphicFrameMk id="6" creationId="{59A4363B-813A-7225-7631-67BED3912E4D}"/>
          </ac:graphicFrameMkLst>
        </pc:graphicFrameChg>
        <pc:picChg chg="mod">
          <ac:chgData name="Jervis LEE (IRAS)" userId="f5b4a8ae-594f-49a5-9990-0eb6ae48a4f9" providerId="ADAL" clId="{5BC9F464-DC04-46F4-8DA6-256EAADECE55}" dt="2026-05-05T09:18:35.621" v="8616" actId="1076"/>
          <ac:picMkLst>
            <pc:docMk/>
            <pc:sldMk cId="915557508" sldId="283"/>
            <ac:picMk id="10" creationId="{9BF2F5D5-A9E8-8CA5-D996-4D138FFB6BCF}"/>
          </ac:picMkLst>
        </pc:picChg>
      </pc:sldChg>
      <pc:sldChg chg="addSp delSp modSp add mod">
        <pc:chgData name="Jervis LEE (IRAS)" userId="f5b4a8ae-594f-49a5-9990-0eb6ae48a4f9" providerId="ADAL" clId="{5BC9F464-DC04-46F4-8DA6-256EAADECE55}" dt="2026-05-08T07:25:59.814" v="23024" actId="1038"/>
        <pc:sldMkLst>
          <pc:docMk/>
          <pc:sldMk cId="2131955838" sldId="285"/>
        </pc:sldMkLst>
        <pc:spChg chg="mod">
          <ac:chgData name="Jervis LEE (IRAS)" userId="f5b4a8ae-594f-49a5-9990-0eb6ae48a4f9" providerId="ADAL" clId="{5BC9F464-DC04-46F4-8DA6-256EAADECE55}" dt="2026-05-06T09:29:33.680" v="11771" actId="1076"/>
          <ac:spMkLst>
            <pc:docMk/>
            <pc:sldMk cId="2131955838" sldId="285"/>
            <ac:spMk id="2" creationId="{B8978EE3-E107-30E6-CF45-AB1EAB2843E6}"/>
          </ac:spMkLst>
        </pc:spChg>
        <pc:spChg chg="mod">
          <ac:chgData name="Jervis LEE (IRAS)" userId="f5b4a8ae-594f-49a5-9990-0eb6ae48a4f9" providerId="ADAL" clId="{5BC9F464-DC04-46F4-8DA6-256EAADECE55}" dt="2026-05-06T09:40:53.903" v="12341" actId="14100"/>
          <ac:spMkLst>
            <pc:docMk/>
            <pc:sldMk cId="2131955838" sldId="285"/>
            <ac:spMk id="24" creationId="{90498CA1-EF69-6372-1A63-2A46B2990EE9}"/>
          </ac:spMkLst>
        </pc:spChg>
        <pc:spChg chg="mod">
          <ac:chgData name="Jervis LEE (IRAS)" userId="f5b4a8ae-594f-49a5-9990-0eb6ae48a4f9" providerId="ADAL" clId="{5BC9F464-DC04-46F4-8DA6-256EAADECE55}" dt="2026-05-06T09:36:21.763" v="12229" actId="20577"/>
          <ac:spMkLst>
            <pc:docMk/>
            <pc:sldMk cId="2131955838" sldId="285"/>
            <ac:spMk id="25" creationId="{81CAF875-110E-C70B-0046-D8857D60036C}"/>
          </ac:spMkLst>
        </pc:spChg>
        <pc:spChg chg="mod">
          <ac:chgData name="Jervis LEE (IRAS)" userId="f5b4a8ae-594f-49a5-9990-0eb6ae48a4f9" providerId="ADAL" clId="{5BC9F464-DC04-46F4-8DA6-256EAADECE55}" dt="2026-05-06T09:38:33.040" v="12279" actId="1076"/>
          <ac:spMkLst>
            <pc:docMk/>
            <pc:sldMk cId="2131955838" sldId="285"/>
            <ac:spMk id="27" creationId="{E535B909-78F0-38D1-83B2-9551DA17F1F0}"/>
          </ac:spMkLst>
        </pc:spChg>
        <pc:spChg chg="add mod">
          <ac:chgData name="Jervis LEE (IRAS)" userId="f5b4a8ae-594f-49a5-9990-0eb6ae48a4f9" providerId="ADAL" clId="{5BC9F464-DC04-46F4-8DA6-256EAADECE55}" dt="2026-05-07T07:11:20.572" v="15997" actId="1037"/>
          <ac:spMkLst>
            <pc:docMk/>
            <pc:sldMk cId="2131955838" sldId="285"/>
            <ac:spMk id="45" creationId="{0C715944-CE90-34F9-C131-3BE5019A0586}"/>
          </ac:spMkLst>
        </pc:spChg>
        <pc:spChg chg="mod">
          <ac:chgData name="Jervis LEE (IRAS)" userId="f5b4a8ae-594f-49a5-9990-0eb6ae48a4f9" providerId="ADAL" clId="{5BC9F464-DC04-46F4-8DA6-256EAADECE55}" dt="2026-05-06T09:40:50.971" v="12340" actId="14100"/>
          <ac:spMkLst>
            <pc:docMk/>
            <pc:sldMk cId="2131955838" sldId="285"/>
            <ac:spMk id="47" creationId="{8BDF5180-3E7F-DD55-1F53-DE9ED46C386B}"/>
          </ac:spMkLst>
        </pc:spChg>
        <pc:spChg chg="add mod">
          <ac:chgData name="Jervis LEE (IRAS)" userId="f5b4a8ae-594f-49a5-9990-0eb6ae48a4f9" providerId="ADAL" clId="{5BC9F464-DC04-46F4-8DA6-256EAADECE55}" dt="2026-05-06T09:30:04.495" v="11822" actId="1076"/>
          <ac:spMkLst>
            <pc:docMk/>
            <pc:sldMk cId="2131955838" sldId="285"/>
            <ac:spMk id="57" creationId="{A0CC8D29-B891-9E80-6754-E7C16634168A}"/>
          </ac:spMkLst>
        </pc:spChg>
        <pc:spChg chg="add mod">
          <ac:chgData name="Jervis LEE (IRAS)" userId="f5b4a8ae-594f-49a5-9990-0eb6ae48a4f9" providerId="ADAL" clId="{5BC9F464-DC04-46F4-8DA6-256EAADECE55}" dt="2026-05-06T09:30:37.437" v="11924" actId="1037"/>
          <ac:spMkLst>
            <pc:docMk/>
            <pc:sldMk cId="2131955838" sldId="285"/>
            <ac:spMk id="58" creationId="{DAC3474C-B19A-5212-F5D2-19683E8C061C}"/>
          </ac:spMkLst>
        </pc:spChg>
        <pc:spChg chg="add mod">
          <ac:chgData name="Jervis LEE (IRAS)" userId="f5b4a8ae-594f-49a5-9990-0eb6ae48a4f9" providerId="ADAL" clId="{5BC9F464-DC04-46F4-8DA6-256EAADECE55}" dt="2026-05-06T09:30:31.701" v="11917" actId="14100"/>
          <ac:spMkLst>
            <pc:docMk/>
            <pc:sldMk cId="2131955838" sldId="285"/>
            <ac:spMk id="59" creationId="{75416484-EA03-9EF4-D95D-344B24772D26}"/>
          </ac:spMkLst>
        </pc:spChg>
        <pc:spChg chg="mod">
          <ac:chgData name="Jervis LEE (IRAS)" userId="f5b4a8ae-594f-49a5-9990-0eb6ae48a4f9" providerId="ADAL" clId="{5BC9F464-DC04-46F4-8DA6-256EAADECE55}" dt="2026-05-06T09:40:48.492" v="12339" actId="1076"/>
          <ac:spMkLst>
            <pc:docMk/>
            <pc:sldMk cId="2131955838" sldId="285"/>
            <ac:spMk id="63" creationId="{71FA8287-4B5D-AA15-0E72-63BA5CD4111E}"/>
          </ac:spMkLst>
        </pc:spChg>
        <pc:spChg chg="mod">
          <ac:chgData name="Jervis LEE (IRAS)" userId="f5b4a8ae-594f-49a5-9990-0eb6ae48a4f9" providerId="ADAL" clId="{5BC9F464-DC04-46F4-8DA6-256EAADECE55}" dt="2026-05-06T09:40:48.492" v="12339" actId="1076"/>
          <ac:spMkLst>
            <pc:docMk/>
            <pc:sldMk cId="2131955838" sldId="285"/>
            <ac:spMk id="64" creationId="{18D4316E-BF59-7FC0-DA66-700105E69591}"/>
          </ac:spMkLst>
        </pc:spChg>
        <pc:spChg chg="mod">
          <ac:chgData name="Jervis LEE (IRAS)" userId="f5b4a8ae-594f-49a5-9990-0eb6ae48a4f9" providerId="ADAL" clId="{5BC9F464-DC04-46F4-8DA6-256EAADECE55}" dt="2026-05-06T09:21:05.980" v="11398" actId="20577"/>
          <ac:spMkLst>
            <pc:docMk/>
            <pc:sldMk cId="2131955838" sldId="285"/>
            <ac:spMk id="65" creationId="{C1D7F95A-442C-2A77-8CD6-39132E791A2A}"/>
          </ac:spMkLst>
        </pc:spChg>
        <pc:spChg chg="mod">
          <ac:chgData name="Jervis LEE (IRAS)" userId="f5b4a8ae-594f-49a5-9990-0eb6ae48a4f9" providerId="ADAL" clId="{5BC9F464-DC04-46F4-8DA6-256EAADECE55}" dt="2026-05-07T07:10:20.243" v="15876" actId="1076"/>
          <ac:spMkLst>
            <pc:docMk/>
            <pc:sldMk cId="2131955838" sldId="285"/>
            <ac:spMk id="75" creationId="{7B0A09AA-52B0-D8E2-0895-787C91F2E6BA}"/>
          </ac:spMkLst>
        </pc:spChg>
        <pc:spChg chg="mod">
          <ac:chgData name="Jervis LEE (IRAS)" userId="f5b4a8ae-594f-49a5-9990-0eb6ae48a4f9" providerId="ADAL" clId="{5BC9F464-DC04-46F4-8DA6-256EAADECE55}" dt="2026-05-06T09:40:58.746" v="12342" actId="14100"/>
          <ac:spMkLst>
            <pc:docMk/>
            <pc:sldMk cId="2131955838" sldId="285"/>
            <ac:spMk id="82" creationId="{8CD72A42-8856-CC33-E6AE-520B8F211F78}"/>
          </ac:spMkLst>
        </pc:spChg>
        <pc:spChg chg="add mod">
          <ac:chgData name="Jervis LEE (IRAS)" userId="f5b4a8ae-594f-49a5-9990-0eb6ae48a4f9" providerId="ADAL" clId="{5BC9F464-DC04-46F4-8DA6-256EAADECE55}" dt="2026-05-06T11:44:04.401" v="14507" actId="1038"/>
          <ac:spMkLst>
            <pc:docMk/>
            <pc:sldMk cId="2131955838" sldId="285"/>
            <ac:spMk id="86" creationId="{FCFF7507-8B7F-147E-BE74-12B05572F6FB}"/>
          </ac:spMkLst>
        </pc:spChg>
        <pc:spChg chg="add mod">
          <ac:chgData name="Jervis LEE (IRAS)" userId="f5b4a8ae-594f-49a5-9990-0eb6ae48a4f9" providerId="ADAL" clId="{5BC9F464-DC04-46F4-8DA6-256EAADECE55}" dt="2026-05-06T11:44:04.401" v="14507" actId="1038"/>
          <ac:spMkLst>
            <pc:docMk/>
            <pc:sldMk cId="2131955838" sldId="285"/>
            <ac:spMk id="87" creationId="{9908629D-2E0A-5CC8-0C7E-EB9FC506E243}"/>
          </ac:spMkLst>
        </pc:spChg>
        <pc:spChg chg="add mod">
          <ac:chgData name="Jervis LEE (IRAS)" userId="f5b4a8ae-594f-49a5-9990-0eb6ae48a4f9" providerId="ADAL" clId="{5BC9F464-DC04-46F4-8DA6-256EAADECE55}" dt="2026-05-06T11:46:10.343" v="14657" actId="1036"/>
          <ac:spMkLst>
            <pc:docMk/>
            <pc:sldMk cId="2131955838" sldId="285"/>
            <ac:spMk id="95" creationId="{48884EAC-CDD3-3DB6-45D4-172418DA96CD}"/>
          </ac:spMkLst>
        </pc:spChg>
        <pc:spChg chg="mod">
          <ac:chgData name="Jervis LEE (IRAS)" userId="f5b4a8ae-594f-49a5-9990-0eb6ae48a4f9" providerId="ADAL" clId="{5BC9F464-DC04-46F4-8DA6-256EAADECE55}" dt="2026-05-06T11:44:39.117" v="14527" actId="1076"/>
          <ac:spMkLst>
            <pc:docMk/>
            <pc:sldMk cId="2131955838" sldId="285"/>
            <ac:spMk id="112" creationId="{EEB2BA83-B289-B25F-1516-45F1B85DE9BC}"/>
          </ac:spMkLst>
        </pc:spChg>
        <pc:spChg chg="mod">
          <ac:chgData name="Jervis LEE (IRAS)" userId="f5b4a8ae-594f-49a5-9990-0eb6ae48a4f9" providerId="ADAL" clId="{5BC9F464-DC04-46F4-8DA6-256EAADECE55}" dt="2026-05-06T11:44:32.191" v="14525" actId="1076"/>
          <ac:spMkLst>
            <pc:docMk/>
            <pc:sldMk cId="2131955838" sldId="285"/>
            <ac:spMk id="113" creationId="{DA6E2A47-9236-2320-759A-48A830DDF662}"/>
          </ac:spMkLst>
        </pc:spChg>
        <pc:spChg chg="mod">
          <ac:chgData name="Jervis LEE (IRAS)" userId="f5b4a8ae-594f-49a5-9990-0eb6ae48a4f9" providerId="ADAL" clId="{5BC9F464-DC04-46F4-8DA6-256EAADECE55}" dt="2026-05-06T11:44:34.894" v="14526" actId="1076"/>
          <ac:spMkLst>
            <pc:docMk/>
            <pc:sldMk cId="2131955838" sldId="285"/>
            <ac:spMk id="114" creationId="{643475E5-B9F7-7AE6-2078-391FE6EDE101}"/>
          </ac:spMkLst>
        </pc:spChg>
        <pc:spChg chg="mod">
          <ac:chgData name="Jervis LEE (IRAS)" userId="f5b4a8ae-594f-49a5-9990-0eb6ae48a4f9" providerId="ADAL" clId="{5BC9F464-DC04-46F4-8DA6-256EAADECE55}" dt="2026-05-06T09:38:14.081" v="12277" actId="14100"/>
          <ac:spMkLst>
            <pc:docMk/>
            <pc:sldMk cId="2131955838" sldId="285"/>
            <ac:spMk id="122" creationId="{C24D694B-BDC3-1937-1E55-34DFEAC27A1A}"/>
          </ac:spMkLst>
        </pc:spChg>
        <pc:spChg chg="mod">
          <ac:chgData name="Jervis LEE (IRAS)" userId="f5b4a8ae-594f-49a5-9990-0eb6ae48a4f9" providerId="ADAL" clId="{5BC9F464-DC04-46F4-8DA6-256EAADECE55}" dt="2026-05-06T09:38:11.881" v="12276" actId="1076"/>
          <ac:spMkLst>
            <pc:docMk/>
            <pc:sldMk cId="2131955838" sldId="285"/>
            <ac:spMk id="123" creationId="{356E66F4-CA1C-945B-1972-8580D7D2BCA1}"/>
          </ac:spMkLst>
        </pc:spChg>
        <pc:spChg chg="mod">
          <ac:chgData name="Jervis LEE (IRAS)" userId="f5b4a8ae-594f-49a5-9990-0eb6ae48a4f9" providerId="ADAL" clId="{5BC9F464-DC04-46F4-8DA6-256EAADECE55}" dt="2026-05-06T11:46:35.914" v="14835" actId="1035"/>
          <ac:spMkLst>
            <pc:docMk/>
            <pc:sldMk cId="2131955838" sldId="285"/>
            <ac:spMk id="1029" creationId="{263952AE-D8DD-F967-FAAF-BE45221D0D20}"/>
          </ac:spMkLst>
        </pc:spChg>
        <pc:spChg chg="mod">
          <ac:chgData name="Jervis LEE (IRAS)" userId="f5b4a8ae-594f-49a5-9990-0eb6ae48a4f9" providerId="ADAL" clId="{5BC9F464-DC04-46F4-8DA6-256EAADECE55}" dt="2026-05-08T07:25:59.814" v="23024" actId="1038"/>
          <ac:spMkLst>
            <pc:docMk/>
            <pc:sldMk cId="2131955838" sldId="285"/>
            <ac:spMk id="1048" creationId="{11ABE031-69AA-354F-9362-BB995758B967}"/>
          </ac:spMkLst>
        </pc:spChg>
        <pc:picChg chg="add mod">
          <ac:chgData name="Jervis LEE (IRAS)" userId="f5b4a8ae-594f-49a5-9990-0eb6ae48a4f9" providerId="ADAL" clId="{5BC9F464-DC04-46F4-8DA6-256EAADECE55}" dt="2026-05-06T09:29:16.959" v="11768" actId="1076"/>
          <ac:picMkLst>
            <pc:docMk/>
            <pc:sldMk cId="2131955838" sldId="285"/>
            <ac:picMk id="33" creationId="{430D5A76-5DCC-60FF-6023-8F9E0CDEA213}"/>
          </ac:picMkLst>
        </pc:picChg>
        <pc:cxnChg chg="add mod">
          <ac:chgData name="Jervis LEE (IRAS)" userId="f5b4a8ae-594f-49a5-9990-0eb6ae48a4f9" providerId="ADAL" clId="{5BC9F464-DC04-46F4-8DA6-256EAADECE55}" dt="2026-05-06T09:38:14.081" v="12277" actId="14100"/>
          <ac:cxnSpMkLst>
            <pc:docMk/>
            <pc:sldMk cId="2131955838" sldId="285"/>
            <ac:cxnSpMk id="72" creationId="{025DF2AC-97CA-AB3B-48D5-00C66EA16051}"/>
          </ac:cxnSpMkLst>
        </pc:cxnChg>
        <pc:cxnChg chg="add mod">
          <ac:chgData name="Jervis LEE (IRAS)" userId="f5b4a8ae-594f-49a5-9990-0eb6ae48a4f9" providerId="ADAL" clId="{5BC9F464-DC04-46F4-8DA6-256EAADECE55}" dt="2026-05-06T11:44:04.401" v="14507" actId="1038"/>
          <ac:cxnSpMkLst>
            <pc:docMk/>
            <pc:sldMk cId="2131955838" sldId="285"/>
            <ac:cxnSpMk id="92" creationId="{0C1EE644-8109-B1FF-BB51-F08207873B0B}"/>
          </ac:cxnSpMkLst>
        </pc:cxnChg>
        <pc:cxnChg chg="mod">
          <ac:chgData name="Jervis LEE (IRAS)" userId="f5b4a8ae-594f-49a5-9990-0eb6ae48a4f9" providerId="ADAL" clId="{5BC9F464-DC04-46F4-8DA6-256EAADECE55}" dt="2026-05-06T09:29:21.844" v="11769" actId="14100"/>
          <ac:cxnSpMkLst>
            <pc:docMk/>
            <pc:sldMk cId="2131955838" sldId="285"/>
            <ac:cxnSpMk id="116" creationId="{CCEE3124-601B-F849-AB59-048C125E3A6F}"/>
          </ac:cxnSpMkLst>
        </pc:cxnChg>
        <pc:cxnChg chg="mod">
          <ac:chgData name="Jervis LEE (IRAS)" userId="f5b4a8ae-594f-49a5-9990-0eb6ae48a4f9" providerId="ADAL" clId="{5BC9F464-DC04-46F4-8DA6-256EAADECE55}" dt="2026-05-06T09:29:16.959" v="11768" actId="1076"/>
          <ac:cxnSpMkLst>
            <pc:docMk/>
            <pc:sldMk cId="2131955838" sldId="285"/>
            <ac:cxnSpMk id="1057" creationId="{D68D837D-AF32-9CE2-3DA8-B6CC54CACF5C}"/>
          </ac:cxnSpMkLst>
        </pc:cxnChg>
      </pc:sldChg>
      <pc:sldChg chg="addSp delSp modSp new del mod">
        <pc:chgData name="Jervis LEE (IRAS)" userId="f5b4a8ae-594f-49a5-9990-0eb6ae48a4f9" providerId="ADAL" clId="{5BC9F464-DC04-46F4-8DA6-256EAADECE55}" dt="2026-05-08T07:32:51.360" v="23086" actId="47"/>
        <pc:sldMkLst>
          <pc:docMk/>
          <pc:sldMk cId="1807887488" sldId="286"/>
        </pc:sldMkLst>
      </pc:sldChg>
      <pc:sldChg chg="addSp delSp modSp add mod">
        <pc:chgData name="Jervis LEE (IRAS)" userId="f5b4a8ae-594f-49a5-9990-0eb6ae48a4f9" providerId="ADAL" clId="{5BC9F464-DC04-46F4-8DA6-256EAADECE55}" dt="2026-05-08T07:04:05.918" v="22012" actId="20577"/>
        <pc:sldMkLst>
          <pc:docMk/>
          <pc:sldMk cId="596029215" sldId="287"/>
        </pc:sldMkLst>
        <pc:spChg chg="mod">
          <ac:chgData name="Jervis LEE (IRAS)" userId="f5b4a8ae-594f-49a5-9990-0eb6ae48a4f9" providerId="ADAL" clId="{5BC9F464-DC04-46F4-8DA6-256EAADECE55}" dt="2026-05-08T05:40:05.589" v="19418" actId="20577"/>
          <ac:spMkLst>
            <pc:docMk/>
            <pc:sldMk cId="596029215" sldId="287"/>
            <ac:spMk id="2" creationId="{F850C2DD-0636-4CD3-FE15-EC6B8A92C1BC}"/>
          </ac:spMkLst>
        </pc:spChg>
        <pc:spChg chg="add mod">
          <ac:chgData name="Jervis LEE (IRAS)" userId="f5b4a8ae-594f-49a5-9990-0eb6ae48a4f9" providerId="ADAL" clId="{5BC9F464-DC04-46F4-8DA6-256EAADECE55}" dt="2026-05-08T07:04:05.918" v="22012" actId="20577"/>
          <ac:spMkLst>
            <pc:docMk/>
            <pc:sldMk cId="596029215" sldId="287"/>
            <ac:spMk id="3" creationId="{3ABD18A6-D6D9-A502-344E-A44D21A95F65}"/>
          </ac:spMkLst>
        </pc:spChg>
        <pc:spChg chg="mod">
          <ac:chgData name="Jervis LEE (IRAS)" userId="f5b4a8ae-594f-49a5-9990-0eb6ae48a4f9" providerId="ADAL" clId="{5BC9F464-DC04-46F4-8DA6-256EAADECE55}" dt="2026-05-08T04:56:34.682" v="17620" actId="207"/>
          <ac:spMkLst>
            <pc:docMk/>
            <pc:sldMk cId="596029215" sldId="287"/>
            <ac:spMk id="7" creationId="{6DAF69A6-F769-34AE-491A-DD5DC73B457C}"/>
          </ac:spMkLst>
        </pc:spChg>
        <pc:spChg chg="add mod">
          <ac:chgData name="Jervis LEE (IRAS)" userId="f5b4a8ae-594f-49a5-9990-0eb6ae48a4f9" providerId="ADAL" clId="{5BC9F464-DC04-46F4-8DA6-256EAADECE55}" dt="2026-05-06T11:37:31.439" v="14233" actId="1076"/>
          <ac:spMkLst>
            <pc:docMk/>
            <pc:sldMk cId="596029215" sldId="287"/>
            <ac:spMk id="13" creationId="{1221F4BB-763E-830F-C07C-AB14DAF2A756}"/>
          </ac:spMkLst>
        </pc:spChg>
        <pc:spChg chg="add mod">
          <ac:chgData name="Jervis LEE (IRAS)" userId="f5b4a8ae-594f-49a5-9990-0eb6ae48a4f9" providerId="ADAL" clId="{5BC9F464-DC04-46F4-8DA6-256EAADECE55}" dt="2026-05-06T10:40:26.996" v="12429" actId="14100"/>
          <ac:spMkLst>
            <pc:docMk/>
            <pc:sldMk cId="596029215" sldId="287"/>
            <ac:spMk id="16" creationId="{546FBB88-0412-AB7E-4EC2-E1DB270D7A85}"/>
          </ac:spMkLst>
        </pc:spChg>
        <pc:spChg chg="add mod">
          <ac:chgData name="Jervis LEE (IRAS)" userId="f5b4a8ae-594f-49a5-9990-0eb6ae48a4f9" providerId="ADAL" clId="{5BC9F464-DC04-46F4-8DA6-256EAADECE55}" dt="2026-05-06T10:59:09.666" v="12594" actId="14100"/>
          <ac:spMkLst>
            <pc:docMk/>
            <pc:sldMk cId="596029215" sldId="287"/>
            <ac:spMk id="17" creationId="{A9C1E300-F808-C63F-E0E0-D39578AEA513}"/>
          </ac:spMkLst>
        </pc:spChg>
        <pc:spChg chg="add mod">
          <ac:chgData name="Jervis LEE (IRAS)" userId="f5b4a8ae-594f-49a5-9990-0eb6ae48a4f9" providerId="ADAL" clId="{5BC9F464-DC04-46F4-8DA6-256EAADECE55}" dt="2026-05-08T05:06:55.813" v="17630" actId="113"/>
          <ac:spMkLst>
            <pc:docMk/>
            <pc:sldMk cId="596029215" sldId="287"/>
            <ac:spMk id="18" creationId="{1237E208-F94C-E9D4-138B-15546CF30E9C}"/>
          </ac:spMkLst>
        </pc:spChg>
        <pc:spChg chg="add mod">
          <ac:chgData name="Jervis LEE (IRAS)" userId="f5b4a8ae-594f-49a5-9990-0eb6ae48a4f9" providerId="ADAL" clId="{5BC9F464-DC04-46F4-8DA6-256EAADECE55}" dt="2026-05-08T04:57:22.176" v="17624" actId="208"/>
          <ac:spMkLst>
            <pc:docMk/>
            <pc:sldMk cId="596029215" sldId="287"/>
            <ac:spMk id="21" creationId="{65275D27-49FB-34DD-65CB-B139162E2C8E}"/>
          </ac:spMkLst>
        </pc:spChg>
        <pc:spChg chg="add mod">
          <ac:chgData name="Jervis LEE (IRAS)" userId="f5b4a8ae-594f-49a5-9990-0eb6ae48a4f9" providerId="ADAL" clId="{5BC9F464-DC04-46F4-8DA6-256EAADECE55}" dt="2026-05-08T04:57:09.356" v="17621" actId="207"/>
          <ac:spMkLst>
            <pc:docMk/>
            <pc:sldMk cId="596029215" sldId="287"/>
            <ac:spMk id="22" creationId="{97BB3547-4F83-5350-F668-F4994CD519F5}"/>
          </ac:spMkLst>
        </pc:spChg>
        <pc:spChg chg="add mod">
          <ac:chgData name="Jervis LEE (IRAS)" userId="f5b4a8ae-594f-49a5-9990-0eb6ae48a4f9" providerId="ADAL" clId="{5BC9F464-DC04-46F4-8DA6-256EAADECE55}" dt="2026-05-08T04:57:16.987" v="17623" actId="208"/>
          <ac:spMkLst>
            <pc:docMk/>
            <pc:sldMk cId="596029215" sldId="287"/>
            <ac:spMk id="23" creationId="{4A8304A2-F562-7A91-8499-70539C163D80}"/>
          </ac:spMkLst>
        </pc:spChg>
        <pc:spChg chg="add mod">
          <ac:chgData name="Jervis LEE (IRAS)" userId="f5b4a8ae-594f-49a5-9990-0eb6ae48a4f9" providerId="ADAL" clId="{5BC9F464-DC04-46F4-8DA6-256EAADECE55}" dt="2026-05-08T04:57:11.180" v="17622" actId="207"/>
          <ac:spMkLst>
            <pc:docMk/>
            <pc:sldMk cId="596029215" sldId="287"/>
            <ac:spMk id="24" creationId="{A2C49318-3195-57B3-151C-E4DBABF7B8C7}"/>
          </ac:spMkLst>
        </pc:spChg>
        <pc:spChg chg="add mod">
          <ac:chgData name="Jervis LEE (IRAS)" userId="f5b4a8ae-594f-49a5-9990-0eb6ae48a4f9" providerId="ADAL" clId="{5BC9F464-DC04-46F4-8DA6-256EAADECE55}" dt="2026-05-08T04:57:38.887" v="17628" actId="207"/>
          <ac:spMkLst>
            <pc:docMk/>
            <pc:sldMk cId="596029215" sldId="287"/>
            <ac:spMk id="25" creationId="{4F55522A-7030-92B7-5410-1127CD6A1590}"/>
          </ac:spMkLst>
        </pc:spChg>
        <pc:spChg chg="add mod">
          <ac:chgData name="Jervis LEE (IRAS)" userId="f5b4a8ae-594f-49a5-9990-0eb6ae48a4f9" providerId="ADAL" clId="{5BC9F464-DC04-46F4-8DA6-256EAADECE55}" dt="2026-05-08T04:57:35.038" v="17627" actId="207"/>
          <ac:spMkLst>
            <pc:docMk/>
            <pc:sldMk cId="596029215" sldId="287"/>
            <ac:spMk id="26" creationId="{2E1275BB-661B-0040-B6AF-CE683B95266A}"/>
          </ac:spMkLst>
        </pc:spChg>
        <pc:spChg chg="add mod">
          <ac:chgData name="Jervis LEE (IRAS)" userId="f5b4a8ae-594f-49a5-9990-0eb6ae48a4f9" providerId="ADAL" clId="{5BC9F464-DC04-46F4-8DA6-256EAADECE55}" dt="2026-05-08T04:57:43.064" v="17629" actId="207"/>
          <ac:spMkLst>
            <pc:docMk/>
            <pc:sldMk cId="596029215" sldId="287"/>
            <ac:spMk id="41" creationId="{41762909-738C-F51A-BD34-5EB0554A774D}"/>
          </ac:spMkLst>
        </pc:spChg>
        <pc:picChg chg="add mod">
          <ac:chgData name="Jervis LEE (IRAS)" userId="f5b4a8ae-594f-49a5-9990-0eb6ae48a4f9" providerId="ADAL" clId="{5BC9F464-DC04-46F4-8DA6-256EAADECE55}" dt="2026-05-06T11:40:11.407" v="14346" actId="1038"/>
          <ac:picMkLst>
            <pc:docMk/>
            <pc:sldMk cId="596029215" sldId="287"/>
            <ac:picMk id="4098" creationId="{D2AE326F-92E3-8438-0866-F440C4FA6C93}"/>
          </ac:picMkLst>
        </pc:picChg>
        <pc:picChg chg="add mod">
          <ac:chgData name="Jervis LEE (IRAS)" userId="f5b4a8ae-594f-49a5-9990-0eb6ae48a4f9" providerId="ADAL" clId="{5BC9F464-DC04-46F4-8DA6-256EAADECE55}" dt="2026-05-06T11:40:11.407" v="14346" actId="1038"/>
          <ac:picMkLst>
            <pc:docMk/>
            <pc:sldMk cId="596029215" sldId="287"/>
            <ac:picMk id="4100" creationId="{909F950C-75B2-AF2B-DE58-00FEAF21C78C}"/>
          </ac:picMkLst>
        </pc:picChg>
        <pc:picChg chg="add mod">
          <ac:chgData name="Jervis LEE (IRAS)" userId="f5b4a8ae-594f-49a5-9990-0eb6ae48a4f9" providerId="ADAL" clId="{5BC9F464-DC04-46F4-8DA6-256EAADECE55}" dt="2026-05-06T11:40:21.895" v="14357" actId="1036"/>
          <ac:picMkLst>
            <pc:docMk/>
            <pc:sldMk cId="596029215" sldId="287"/>
            <ac:picMk id="4102" creationId="{C224FC92-312D-B3B5-3589-23E09E2B576B}"/>
          </ac:picMkLst>
        </pc:picChg>
        <pc:cxnChg chg="add mod">
          <ac:chgData name="Jervis LEE (IRAS)" userId="f5b4a8ae-594f-49a5-9990-0eb6ae48a4f9" providerId="ADAL" clId="{5BC9F464-DC04-46F4-8DA6-256EAADECE55}" dt="2026-05-08T04:57:31.847" v="17626" actId="208"/>
          <ac:cxnSpMkLst>
            <pc:docMk/>
            <pc:sldMk cId="596029215" sldId="287"/>
            <ac:cxnSpMk id="31" creationId="{1849C68F-D921-1377-4671-10179B974A05}"/>
          </ac:cxnSpMkLst>
        </pc:cxnChg>
        <pc:cxnChg chg="add mod">
          <ac:chgData name="Jervis LEE (IRAS)" userId="f5b4a8ae-594f-49a5-9990-0eb6ae48a4f9" providerId="ADAL" clId="{5BC9F464-DC04-46F4-8DA6-256EAADECE55}" dt="2026-05-08T04:57:31.847" v="17626" actId="208"/>
          <ac:cxnSpMkLst>
            <pc:docMk/>
            <pc:sldMk cId="596029215" sldId="287"/>
            <ac:cxnSpMk id="51" creationId="{B01FDDC5-E9AF-00D6-7934-9F51E04CA611}"/>
          </ac:cxnSpMkLst>
        </pc:cxnChg>
        <pc:cxnChg chg="add mod">
          <ac:chgData name="Jervis LEE (IRAS)" userId="f5b4a8ae-594f-49a5-9990-0eb6ae48a4f9" providerId="ADAL" clId="{5BC9F464-DC04-46F4-8DA6-256EAADECE55}" dt="2026-05-08T04:57:31.847" v="17626" actId="208"/>
          <ac:cxnSpMkLst>
            <pc:docMk/>
            <pc:sldMk cId="596029215" sldId="287"/>
            <ac:cxnSpMk id="54" creationId="{CCE4B337-DFB8-E35D-845E-102769938A7E}"/>
          </ac:cxnSpMkLst>
        </pc:cxnChg>
        <pc:cxnChg chg="add mod">
          <ac:chgData name="Jervis LEE (IRAS)" userId="f5b4a8ae-594f-49a5-9990-0eb6ae48a4f9" providerId="ADAL" clId="{5BC9F464-DC04-46F4-8DA6-256EAADECE55}" dt="2026-05-08T04:57:26.409" v="17625" actId="208"/>
          <ac:cxnSpMkLst>
            <pc:docMk/>
            <pc:sldMk cId="596029215" sldId="287"/>
            <ac:cxnSpMk id="59" creationId="{C73CAEE0-96D9-D2B8-9784-CDD7993CC988}"/>
          </ac:cxnSpMkLst>
        </pc:cxnChg>
      </pc:sldChg>
      <pc:sldChg chg="addSp delSp modSp add mod">
        <pc:chgData name="Jervis LEE (IRAS)" userId="f5b4a8ae-594f-49a5-9990-0eb6ae48a4f9" providerId="ADAL" clId="{5BC9F464-DC04-46F4-8DA6-256EAADECE55}" dt="2026-05-08T07:44:40.572" v="23391" actId="20577"/>
        <pc:sldMkLst>
          <pc:docMk/>
          <pc:sldMk cId="1723212504" sldId="288"/>
        </pc:sldMkLst>
        <pc:spChg chg="mod">
          <ac:chgData name="Jervis LEE (IRAS)" userId="f5b4a8ae-594f-49a5-9990-0eb6ae48a4f9" providerId="ADAL" clId="{5BC9F464-DC04-46F4-8DA6-256EAADECE55}" dt="2026-05-06T11:10:17.216" v="12988" actId="1076"/>
          <ac:spMkLst>
            <pc:docMk/>
            <pc:sldMk cId="1723212504" sldId="288"/>
            <ac:spMk id="2" creationId="{78F1682B-992C-BBF6-AAA9-4FD265765291}"/>
          </ac:spMkLst>
        </pc:spChg>
        <pc:spChg chg="add mod">
          <ac:chgData name="Jervis LEE (IRAS)" userId="f5b4a8ae-594f-49a5-9990-0eb6ae48a4f9" providerId="ADAL" clId="{5BC9F464-DC04-46F4-8DA6-256EAADECE55}" dt="2026-05-08T07:44:40.572" v="23391" actId="20577"/>
          <ac:spMkLst>
            <pc:docMk/>
            <pc:sldMk cId="1723212504" sldId="288"/>
            <ac:spMk id="3" creationId="{FEB551F0-6CA2-732E-A27B-44B0046EAD8E}"/>
          </ac:spMkLst>
        </pc:spChg>
        <pc:spChg chg="add del">
          <ac:chgData name="Jervis LEE (IRAS)" userId="f5b4a8ae-594f-49a5-9990-0eb6ae48a4f9" providerId="ADAL" clId="{5BC9F464-DC04-46F4-8DA6-256EAADECE55}" dt="2026-05-06T11:02:12.909" v="12626" actId="478"/>
          <ac:spMkLst>
            <pc:docMk/>
            <pc:sldMk cId="1723212504" sldId="288"/>
            <ac:spMk id="4" creationId="{768AB221-F2E9-7DE7-8BFC-B5FDF4BB8416}"/>
          </ac:spMkLst>
        </pc:spChg>
        <pc:spChg chg="add mod">
          <ac:chgData name="Jervis LEE (IRAS)" userId="f5b4a8ae-594f-49a5-9990-0eb6ae48a4f9" providerId="ADAL" clId="{5BC9F464-DC04-46F4-8DA6-256EAADECE55}" dt="2026-05-06T11:17:47.225" v="13455" actId="14100"/>
          <ac:spMkLst>
            <pc:docMk/>
            <pc:sldMk cId="1723212504" sldId="288"/>
            <ac:spMk id="6" creationId="{B4F65A14-C56F-9E6B-5AA7-00046106CDB2}"/>
          </ac:spMkLst>
        </pc:spChg>
        <pc:spChg chg="mod">
          <ac:chgData name="Jervis LEE (IRAS)" userId="f5b4a8ae-594f-49a5-9990-0eb6ae48a4f9" providerId="ADAL" clId="{5BC9F464-DC04-46F4-8DA6-256EAADECE55}" dt="2026-05-06T11:41:06.321" v="14390" actId="20577"/>
          <ac:spMkLst>
            <pc:docMk/>
            <pc:sldMk cId="1723212504" sldId="288"/>
            <ac:spMk id="7" creationId="{14070B2C-9AB1-4D68-F741-171DD8D62442}"/>
          </ac:spMkLst>
        </pc:spChg>
        <pc:spChg chg="add mod">
          <ac:chgData name="Jervis LEE (IRAS)" userId="f5b4a8ae-594f-49a5-9990-0eb6ae48a4f9" providerId="ADAL" clId="{5BC9F464-DC04-46F4-8DA6-256EAADECE55}" dt="2026-05-06T11:04:21.460" v="12637" actId="1076"/>
          <ac:spMkLst>
            <pc:docMk/>
            <pc:sldMk cId="1723212504" sldId="288"/>
            <ac:spMk id="11" creationId="{2D5FE789-5D7F-5C1D-CB91-6C45D309952A}"/>
          </ac:spMkLst>
        </pc:spChg>
        <pc:spChg chg="add mod">
          <ac:chgData name="Jervis LEE (IRAS)" userId="f5b4a8ae-594f-49a5-9990-0eb6ae48a4f9" providerId="ADAL" clId="{5BC9F464-DC04-46F4-8DA6-256EAADECE55}" dt="2026-05-06T11:17:41.669" v="13453" actId="1037"/>
          <ac:spMkLst>
            <pc:docMk/>
            <pc:sldMk cId="1723212504" sldId="288"/>
            <ac:spMk id="16" creationId="{DAFA6B0E-D6D8-97C8-56B9-1418780ED1FA}"/>
          </ac:spMkLst>
        </pc:spChg>
        <pc:spChg chg="add mod">
          <ac:chgData name="Jervis LEE (IRAS)" userId="f5b4a8ae-594f-49a5-9990-0eb6ae48a4f9" providerId="ADAL" clId="{5BC9F464-DC04-46F4-8DA6-256EAADECE55}" dt="2026-05-06T11:23:06.738" v="13597" actId="1035"/>
          <ac:spMkLst>
            <pc:docMk/>
            <pc:sldMk cId="1723212504" sldId="288"/>
            <ac:spMk id="19" creationId="{EA2E0BAC-2518-B18D-3816-6BE900FF2BAC}"/>
          </ac:spMkLst>
        </pc:spChg>
        <pc:spChg chg="add mod">
          <ac:chgData name="Jervis LEE (IRAS)" userId="f5b4a8ae-594f-49a5-9990-0eb6ae48a4f9" providerId="ADAL" clId="{5BC9F464-DC04-46F4-8DA6-256EAADECE55}" dt="2026-05-06T11:17:44.133" v="13454" actId="1076"/>
          <ac:spMkLst>
            <pc:docMk/>
            <pc:sldMk cId="1723212504" sldId="288"/>
            <ac:spMk id="23" creationId="{49DE52A2-01A7-1888-F9E8-64B6B96EF609}"/>
          </ac:spMkLst>
        </pc:spChg>
        <pc:spChg chg="add mod">
          <ac:chgData name="Jervis LEE (IRAS)" userId="f5b4a8ae-594f-49a5-9990-0eb6ae48a4f9" providerId="ADAL" clId="{5BC9F464-DC04-46F4-8DA6-256EAADECE55}" dt="2026-05-06T11:23:51.145" v="13683" actId="1035"/>
          <ac:spMkLst>
            <pc:docMk/>
            <pc:sldMk cId="1723212504" sldId="288"/>
            <ac:spMk id="24" creationId="{C86015BA-235F-5FEA-08AD-4F8D3FCEB60B}"/>
          </ac:spMkLst>
        </pc:spChg>
        <pc:spChg chg="add mod">
          <ac:chgData name="Jervis LEE (IRAS)" userId="f5b4a8ae-594f-49a5-9990-0eb6ae48a4f9" providerId="ADAL" clId="{5BC9F464-DC04-46F4-8DA6-256EAADECE55}" dt="2026-05-06T11:17:35.721" v="13429" actId="1038"/>
          <ac:spMkLst>
            <pc:docMk/>
            <pc:sldMk cId="1723212504" sldId="288"/>
            <ac:spMk id="25" creationId="{46CA9CDE-8F64-D076-B488-D5DBDC4F3543}"/>
          </ac:spMkLst>
        </pc:spChg>
        <pc:spChg chg="add mod">
          <ac:chgData name="Jervis LEE (IRAS)" userId="f5b4a8ae-594f-49a5-9990-0eb6ae48a4f9" providerId="ADAL" clId="{5BC9F464-DC04-46F4-8DA6-256EAADECE55}" dt="2026-05-06T11:17:56.768" v="13477" actId="1037"/>
          <ac:spMkLst>
            <pc:docMk/>
            <pc:sldMk cId="1723212504" sldId="288"/>
            <ac:spMk id="27" creationId="{62EC1AF9-8C18-9E04-BCED-87E76D8624D2}"/>
          </ac:spMkLst>
        </pc:spChg>
        <pc:spChg chg="add mod">
          <ac:chgData name="Jervis LEE (IRAS)" userId="f5b4a8ae-594f-49a5-9990-0eb6ae48a4f9" providerId="ADAL" clId="{5BC9F464-DC04-46F4-8DA6-256EAADECE55}" dt="2026-05-06T11:17:56.768" v="13477" actId="1037"/>
          <ac:spMkLst>
            <pc:docMk/>
            <pc:sldMk cId="1723212504" sldId="288"/>
            <ac:spMk id="28" creationId="{02C65005-C494-F1E2-4161-1C0A5223A6B3}"/>
          </ac:spMkLst>
        </pc:spChg>
        <pc:spChg chg="add mod">
          <ac:chgData name="Jervis LEE (IRAS)" userId="f5b4a8ae-594f-49a5-9990-0eb6ae48a4f9" providerId="ADAL" clId="{5BC9F464-DC04-46F4-8DA6-256EAADECE55}" dt="2026-05-06T11:24:07.337" v="13695" actId="1035"/>
          <ac:spMkLst>
            <pc:docMk/>
            <pc:sldMk cId="1723212504" sldId="288"/>
            <ac:spMk id="32" creationId="{7AB66363-DD35-21B6-FBFA-A931DD747990}"/>
          </ac:spMkLst>
        </pc:spChg>
        <pc:spChg chg="add mod">
          <ac:chgData name="Jervis LEE (IRAS)" userId="f5b4a8ae-594f-49a5-9990-0eb6ae48a4f9" providerId="ADAL" clId="{5BC9F464-DC04-46F4-8DA6-256EAADECE55}" dt="2026-05-06T11:17:50.849" v="13456" actId="1076"/>
          <ac:spMkLst>
            <pc:docMk/>
            <pc:sldMk cId="1723212504" sldId="288"/>
            <ac:spMk id="33" creationId="{A219195D-1B55-EDA8-57E6-291B71F13385}"/>
          </ac:spMkLst>
        </pc:spChg>
        <pc:spChg chg="add mod">
          <ac:chgData name="Jervis LEE (IRAS)" userId="f5b4a8ae-594f-49a5-9990-0eb6ae48a4f9" providerId="ADAL" clId="{5BC9F464-DC04-46F4-8DA6-256EAADECE55}" dt="2026-05-06T11:17:35.721" v="13429" actId="1038"/>
          <ac:spMkLst>
            <pc:docMk/>
            <pc:sldMk cId="1723212504" sldId="288"/>
            <ac:spMk id="34" creationId="{F110130A-6A5A-B96F-3742-1DD093215AE9}"/>
          </ac:spMkLst>
        </pc:spChg>
        <pc:spChg chg="add mod">
          <ac:chgData name="Jervis LEE (IRAS)" userId="f5b4a8ae-594f-49a5-9990-0eb6ae48a4f9" providerId="ADAL" clId="{5BC9F464-DC04-46F4-8DA6-256EAADECE55}" dt="2026-05-06T11:17:59.150" v="13478" actId="1076"/>
          <ac:spMkLst>
            <pc:docMk/>
            <pc:sldMk cId="1723212504" sldId="288"/>
            <ac:spMk id="38" creationId="{0327DA7C-0625-9DC2-7698-F7F1BE343298}"/>
          </ac:spMkLst>
        </pc:spChg>
        <pc:spChg chg="add mod">
          <ac:chgData name="Jervis LEE (IRAS)" userId="f5b4a8ae-594f-49a5-9990-0eb6ae48a4f9" providerId="ADAL" clId="{5BC9F464-DC04-46F4-8DA6-256EAADECE55}" dt="2026-05-06T11:16:55.700" v="13328" actId="1076"/>
          <ac:spMkLst>
            <pc:docMk/>
            <pc:sldMk cId="1723212504" sldId="288"/>
            <ac:spMk id="45" creationId="{0E0EBF4C-C35A-501F-E6B8-7C0A578478CE}"/>
          </ac:spMkLst>
        </pc:spChg>
        <pc:spChg chg="add mod">
          <ac:chgData name="Jervis LEE (IRAS)" userId="f5b4a8ae-594f-49a5-9990-0eb6ae48a4f9" providerId="ADAL" clId="{5BC9F464-DC04-46F4-8DA6-256EAADECE55}" dt="2026-05-06T11:18:28.109" v="13504" actId="20577"/>
          <ac:spMkLst>
            <pc:docMk/>
            <pc:sldMk cId="1723212504" sldId="288"/>
            <ac:spMk id="46" creationId="{E178006E-C00E-0B24-36F7-A35974F48023}"/>
          </ac:spMkLst>
        </pc:spChg>
        <pc:spChg chg="add mod">
          <ac:chgData name="Jervis LEE (IRAS)" userId="f5b4a8ae-594f-49a5-9990-0eb6ae48a4f9" providerId="ADAL" clId="{5BC9F464-DC04-46F4-8DA6-256EAADECE55}" dt="2026-05-06T11:21:39.685" v="13506" actId="1076"/>
          <ac:spMkLst>
            <pc:docMk/>
            <pc:sldMk cId="1723212504" sldId="288"/>
            <ac:spMk id="55" creationId="{75E36094-D4B7-299E-0D96-46C78DD8CD93}"/>
          </ac:spMkLst>
        </pc:spChg>
        <pc:spChg chg="add mod">
          <ac:chgData name="Jervis LEE (IRAS)" userId="f5b4a8ae-594f-49a5-9990-0eb6ae48a4f9" providerId="ADAL" clId="{5BC9F464-DC04-46F4-8DA6-256EAADECE55}" dt="2026-05-06T11:18:14.148" v="13496" actId="20577"/>
          <ac:spMkLst>
            <pc:docMk/>
            <pc:sldMk cId="1723212504" sldId="288"/>
            <ac:spMk id="56" creationId="{FAEFC3C6-B14C-566D-C62F-FE35AD33F618}"/>
          </ac:spMkLst>
        </pc:spChg>
        <pc:spChg chg="add mod">
          <ac:chgData name="Jervis LEE (IRAS)" userId="f5b4a8ae-594f-49a5-9990-0eb6ae48a4f9" providerId="ADAL" clId="{5BC9F464-DC04-46F4-8DA6-256EAADECE55}" dt="2026-05-06T11:18:22.299" v="13498" actId="1076"/>
          <ac:spMkLst>
            <pc:docMk/>
            <pc:sldMk cId="1723212504" sldId="288"/>
            <ac:spMk id="57" creationId="{E2C3DC2F-6111-F65F-5B8D-CD1D227A04FC}"/>
          </ac:spMkLst>
        </pc:spChg>
        <pc:picChg chg="add mod">
          <ac:chgData name="Jervis LEE (IRAS)" userId="f5b4a8ae-594f-49a5-9990-0eb6ae48a4f9" providerId="ADAL" clId="{5BC9F464-DC04-46F4-8DA6-256EAADECE55}" dt="2026-05-06T11:06:42.760" v="12851" actId="1038"/>
          <ac:picMkLst>
            <pc:docMk/>
            <pc:sldMk cId="1723212504" sldId="288"/>
            <ac:picMk id="2050" creationId="{5C786CDF-D322-5FBF-B864-12E70ED0CBCD}"/>
          </ac:picMkLst>
        </pc:picChg>
        <pc:picChg chg="add mod">
          <ac:chgData name="Jervis LEE (IRAS)" userId="f5b4a8ae-594f-49a5-9990-0eb6ae48a4f9" providerId="ADAL" clId="{5BC9F464-DC04-46F4-8DA6-256EAADECE55}" dt="2026-05-06T11:17:41.669" v="13453" actId="1037"/>
          <ac:picMkLst>
            <pc:docMk/>
            <pc:sldMk cId="1723212504" sldId="288"/>
            <ac:picMk id="2052" creationId="{534F7570-0654-471F-4BB3-867911A8568C}"/>
          </ac:picMkLst>
        </pc:picChg>
        <pc:picChg chg="add mod">
          <ac:chgData name="Jervis LEE (IRAS)" userId="f5b4a8ae-594f-49a5-9990-0eb6ae48a4f9" providerId="ADAL" clId="{5BC9F464-DC04-46F4-8DA6-256EAADECE55}" dt="2026-05-06T11:10:30.965" v="12993" actId="1076"/>
          <ac:picMkLst>
            <pc:docMk/>
            <pc:sldMk cId="1723212504" sldId="288"/>
            <ac:picMk id="2054" creationId="{4DB07370-6E3D-D0B4-4E97-53DE94E2D08C}"/>
          </ac:picMkLst>
        </pc:picChg>
        <pc:cxnChg chg="add mod">
          <ac:chgData name="Jervis LEE (IRAS)" userId="f5b4a8ae-594f-49a5-9990-0eb6ae48a4f9" providerId="ADAL" clId="{5BC9F464-DC04-46F4-8DA6-256EAADECE55}" dt="2026-05-06T11:23:06.738" v="13597" actId="1035"/>
          <ac:cxnSpMkLst>
            <pc:docMk/>
            <pc:sldMk cId="1723212504" sldId="288"/>
            <ac:cxnSpMk id="15" creationId="{4CBDC0F5-FEF1-7DB0-AE2F-F6C404043C01}"/>
          </ac:cxnSpMkLst>
        </pc:cxnChg>
        <pc:cxnChg chg="add mod">
          <ac:chgData name="Jervis LEE (IRAS)" userId="f5b4a8ae-594f-49a5-9990-0eb6ae48a4f9" providerId="ADAL" clId="{5BC9F464-DC04-46F4-8DA6-256EAADECE55}" dt="2026-05-06T11:17:41.669" v="13453" actId="1037"/>
          <ac:cxnSpMkLst>
            <pc:docMk/>
            <pc:sldMk cId="1723212504" sldId="288"/>
            <ac:cxnSpMk id="20" creationId="{D69A9A14-98D1-1BB2-2354-3198663FF42F}"/>
          </ac:cxnSpMkLst>
        </pc:cxnChg>
        <pc:cxnChg chg="add mod">
          <ac:chgData name="Jervis LEE (IRAS)" userId="f5b4a8ae-594f-49a5-9990-0eb6ae48a4f9" providerId="ADAL" clId="{5BC9F464-DC04-46F4-8DA6-256EAADECE55}" dt="2026-05-06T11:17:56.768" v="13477" actId="1037"/>
          <ac:cxnSpMkLst>
            <pc:docMk/>
            <pc:sldMk cId="1723212504" sldId="288"/>
            <ac:cxnSpMk id="35" creationId="{054E4A2E-6596-9260-4ED9-1405658FC83B}"/>
          </ac:cxnSpMkLst>
        </pc:cxnChg>
        <pc:cxnChg chg="add mod">
          <ac:chgData name="Jervis LEE (IRAS)" userId="f5b4a8ae-594f-49a5-9990-0eb6ae48a4f9" providerId="ADAL" clId="{5BC9F464-DC04-46F4-8DA6-256EAADECE55}" dt="2026-05-06T11:17:56.768" v="13477" actId="1037"/>
          <ac:cxnSpMkLst>
            <pc:docMk/>
            <pc:sldMk cId="1723212504" sldId="288"/>
            <ac:cxnSpMk id="48" creationId="{81FA4D81-0E4B-9779-F4DA-8F3128BB784F}"/>
          </ac:cxnSpMkLst>
        </pc:cxnChg>
        <pc:cxnChg chg="add mod">
          <ac:chgData name="Jervis LEE (IRAS)" userId="f5b4a8ae-594f-49a5-9990-0eb6ae48a4f9" providerId="ADAL" clId="{5BC9F464-DC04-46F4-8DA6-256EAADECE55}" dt="2026-05-06T11:17:56.768" v="13477" actId="1037"/>
          <ac:cxnSpMkLst>
            <pc:docMk/>
            <pc:sldMk cId="1723212504" sldId="288"/>
            <ac:cxnSpMk id="51" creationId="{7D54ABF5-13A8-6139-3061-47C1FAE5538B}"/>
          </ac:cxnSpMkLst>
        </pc:cxnChg>
        <pc:cxnChg chg="add mod">
          <ac:chgData name="Jervis LEE (IRAS)" userId="f5b4a8ae-594f-49a5-9990-0eb6ae48a4f9" providerId="ADAL" clId="{5BC9F464-DC04-46F4-8DA6-256EAADECE55}" dt="2026-05-06T11:24:04.162" v="13691" actId="1035"/>
          <ac:cxnSpMkLst>
            <pc:docMk/>
            <pc:sldMk cId="1723212504" sldId="288"/>
            <ac:cxnSpMk id="58" creationId="{E5BD664F-798A-45B0-B61C-6F7DEB868832}"/>
          </ac:cxnSpMkLst>
        </pc:cxnChg>
        <pc:cxnChg chg="add mod">
          <ac:chgData name="Jervis LEE (IRAS)" userId="f5b4a8ae-594f-49a5-9990-0eb6ae48a4f9" providerId="ADAL" clId="{5BC9F464-DC04-46F4-8DA6-256EAADECE55}" dt="2026-05-06T11:24:07.337" v="13695" actId="1035"/>
          <ac:cxnSpMkLst>
            <pc:docMk/>
            <pc:sldMk cId="1723212504" sldId="288"/>
            <ac:cxnSpMk id="61" creationId="{AC0B964E-D5A4-4391-A3DC-3446C0995935}"/>
          </ac:cxnSpMkLst>
        </pc:cxnChg>
      </pc:sldChg>
      <pc:sldChg chg="addSp delSp modSp add mod">
        <pc:chgData name="Jervis LEE (IRAS)" userId="f5b4a8ae-594f-49a5-9990-0eb6ae48a4f9" providerId="ADAL" clId="{5BC9F464-DC04-46F4-8DA6-256EAADECE55}" dt="2026-05-06T11:50:53.865" v="14899" actId="2164"/>
        <pc:sldMkLst>
          <pc:docMk/>
          <pc:sldMk cId="1682909970" sldId="289"/>
        </pc:sldMkLst>
        <pc:spChg chg="mod">
          <ac:chgData name="Jervis LEE (IRAS)" userId="f5b4a8ae-594f-49a5-9990-0eb6ae48a4f9" providerId="ADAL" clId="{5BC9F464-DC04-46F4-8DA6-256EAADECE55}" dt="2026-05-06T11:41:21.418" v="14411" actId="20577"/>
          <ac:spMkLst>
            <pc:docMk/>
            <pc:sldMk cId="1682909970" sldId="289"/>
            <ac:spMk id="7" creationId="{33F4A806-7B3F-B7B7-E474-0A9ACC71B44C}"/>
          </ac:spMkLst>
        </pc:spChg>
        <pc:graphicFrameChg chg="add mod modGraphic">
          <ac:chgData name="Jervis LEE (IRAS)" userId="f5b4a8ae-594f-49a5-9990-0eb6ae48a4f9" providerId="ADAL" clId="{5BC9F464-DC04-46F4-8DA6-256EAADECE55}" dt="2026-05-06T11:50:53.865" v="14899" actId="2164"/>
          <ac:graphicFrameMkLst>
            <pc:docMk/>
            <pc:sldMk cId="1682909970" sldId="289"/>
            <ac:graphicFrameMk id="3" creationId="{B5B31789-195B-08A4-0283-CCCFDDC20D9D}"/>
          </ac:graphicFrameMkLst>
        </pc:graphicFrameChg>
        <pc:picChg chg="add mod">
          <ac:chgData name="Jervis LEE (IRAS)" userId="f5b4a8ae-594f-49a5-9990-0eb6ae48a4f9" providerId="ADAL" clId="{5BC9F464-DC04-46F4-8DA6-256EAADECE55}" dt="2026-05-06T11:41:31.781" v="14412"/>
          <ac:picMkLst>
            <pc:docMk/>
            <pc:sldMk cId="1682909970" sldId="289"/>
            <ac:picMk id="5" creationId="{259F3647-74D6-99DF-665A-73887A227012}"/>
          </ac:picMkLst>
        </pc:picChg>
      </pc:sldChg>
      <pc:sldChg chg="delSp modSp add mod ord">
        <pc:chgData name="Jervis LEE (IRAS)" userId="f5b4a8ae-594f-49a5-9990-0eb6ae48a4f9" providerId="ADAL" clId="{5BC9F464-DC04-46F4-8DA6-256EAADECE55}" dt="2026-05-08T09:41:51.094" v="27902" actId="478"/>
        <pc:sldMkLst>
          <pc:docMk/>
          <pc:sldMk cId="3555243701" sldId="290"/>
        </pc:sldMkLst>
        <pc:spChg chg="mod">
          <ac:chgData name="Jervis LEE (IRAS)" userId="f5b4a8ae-594f-49a5-9990-0eb6ae48a4f9" providerId="ADAL" clId="{5BC9F464-DC04-46F4-8DA6-256EAADECE55}" dt="2026-05-06T11:47:08.382" v="14896" actId="20577"/>
          <ac:spMkLst>
            <pc:docMk/>
            <pc:sldMk cId="3555243701" sldId="290"/>
            <ac:spMk id="2" creationId="{8880EE7A-CF9C-A477-A24B-37CEF940F914}"/>
          </ac:spMkLst>
        </pc:spChg>
        <pc:graphicFrameChg chg="del modGraphic">
          <ac:chgData name="Jervis LEE (IRAS)" userId="f5b4a8ae-594f-49a5-9990-0eb6ae48a4f9" providerId="ADAL" clId="{5BC9F464-DC04-46F4-8DA6-256EAADECE55}" dt="2026-05-08T09:41:51.094" v="27902" actId="478"/>
          <ac:graphicFrameMkLst>
            <pc:docMk/>
            <pc:sldMk cId="3555243701" sldId="290"/>
            <ac:graphicFrameMk id="9" creationId="{A90F87E1-E2A1-5B51-4E56-5230D9706CE8}"/>
          </ac:graphicFrameMkLst>
        </pc:graphicFrameChg>
      </pc:sldChg>
      <pc:sldChg chg="delSp modSp add mod">
        <pc:chgData name="Jervis LEE (IRAS)" userId="f5b4a8ae-594f-49a5-9990-0eb6ae48a4f9" providerId="ADAL" clId="{5BC9F464-DC04-46F4-8DA6-256EAADECE55}" dt="2026-05-06T11:59:07.700" v="14931" actId="478"/>
        <pc:sldMkLst>
          <pc:docMk/>
          <pc:sldMk cId="3617017377" sldId="291"/>
        </pc:sldMkLst>
        <pc:spChg chg="mod">
          <ac:chgData name="Jervis LEE (IRAS)" userId="f5b4a8ae-594f-49a5-9990-0eb6ae48a4f9" providerId="ADAL" clId="{5BC9F464-DC04-46F4-8DA6-256EAADECE55}" dt="2026-05-06T11:53:10.891" v="14929" actId="20577"/>
          <ac:spMkLst>
            <pc:docMk/>
            <pc:sldMk cId="3617017377" sldId="291"/>
            <ac:spMk id="2" creationId="{E8AB9A98-75D7-5259-AA7B-5144F825ABFA}"/>
          </ac:spMkLst>
        </pc:spChg>
      </pc:sldChg>
      <pc:sldChg chg="delSp add del mod">
        <pc:chgData name="Jervis LEE (IRAS)" userId="f5b4a8ae-594f-49a5-9990-0eb6ae48a4f9" providerId="ADAL" clId="{5BC9F464-DC04-46F4-8DA6-256EAADECE55}" dt="2026-05-08T03:43:19.184" v="16005" actId="47"/>
        <pc:sldMkLst>
          <pc:docMk/>
          <pc:sldMk cId="1070784092" sldId="292"/>
        </pc:sldMkLst>
        <pc:spChg chg="del">
          <ac:chgData name="Jervis LEE (IRAS)" userId="f5b4a8ae-594f-49a5-9990-0eb6ae48a4f9" providerId="ADAL" clId="{5BC9F464-DC04-46F4-8DA6-256EAADECE55}" dt="2026-05-08T03:43:07.051" v="16003" actId="478"/>
          <ac:spMkLst>
            <pc:docMk/>
            <pc:sldMk cId="1070784092" sldId="292"/>
            <ac:spMk id="3" creationId="{DEC02578-2A64-9E3C-E1C8-22B3047F230D}"/>
          </ac:spMkLst>
        </pc:spChg>
        <pc:spChg chg="del">
          <ac:chgData name="Jervis LEE (IRAS)" userId="f5b4a8ae-594f-49a5-9990-0eb6ae48a4f9" providerId="ADAL" clId="{5BC9F464-DC04-46F4-8DA6-256EAADECE55}" dt="2026-05-08T03:43:07.051" v="16003" actId="478"/>
          <ac:spMkLst>
            <pc:docMk/>
            <pc:sldMk cId="1070784092" sldId="292"/>
            <ac:spMk id="5" creationId="{635B8BD3-984E-E2CA-384E-BD22ECEA8412}"/>
          </ac:spMkLst>
        </pc:spChg>
        <pc:spChg chg="del">
          <ac:chgData name="Jervis LEE (IRAS)" userId="f5b4a8ae-594f-49a5-9990-0eb6ae48a4f9" providerId="ADAL" clId="{5BC9F464-DC04-46F4-8DA6-256EAADECE55}" dt="2026-05-08T03:43:07.051" v="16003" actId="478"/>
          <ac:spMkLst>
            <pc:docMk/>
            <pc:sldMk cId="1070784092" sldId="292"/>
            <ac:spMk id="6" creationId="{506F4224-FB8E-CCA3-77CE-B0DE8C49FDDA}"/>
          </ac:spMkLst>
        </pc:spChg>
        <pc:spChg chg="del">
          <ac:chgData name="Jervis LEE (IRAS)" userId="f5b4a8ae-594f-49a5-9990-0eb6ae48a4f9" providerId="ADAL" clId="{5BC9F464-DC04-46F4-8DA6-256EAADECE55}" dt="2026-05-08T03:43:07.051" v="16003" actId="478"/>
          <ac:spMkLst>
            <pc:docMk/>
            <pc:sldMk cId="1070784092" sldId="292"/>
            <ac:spMk id="7" creationId="{01D0AF67-004F-A5E1-7401-B4A6C7E32F87}"/>
          </ac:spMkLst>
        </pc:spChg>
      </pc:sldChg>
      <pc:sldChg chg="addSp delSp modSp add mod">
        <pc:chgData name="Jervis LEE (IRAS)" userId="f5b4a8ae-594f-49a5-9990-0eb6ae48a4f9" providerId="ADAL" clId="{5BC9F464-DC04-46F4-8DA6-256EAADECE55}" dt="2026-05-08T09:56:56.430" v="28765" actId="20577"/>
        <pc:sldMkLst>
          <pc:docMk/>
          <pc:sldMk cId="1065277902" sldId="293"/>
        </pc:sldMkLst>
        <pc:spChg chg="mod">
          <ac:chgData name="Jervis LEE (IRAS)" userId="f5b4a8ae-594f-49a5-9990-0eb6ae48a4f9" providerId="ADAL" clId="{5BC9F464-DC04-46F4-8DA6-256EAADECE55}" dt="2026-05-08T05:38:06.583" v="19346" actId="20577"/>
          <ac:spMkLst>
            <pc:docMk/>
            <pc:sldMk cId="1065277902" sldId="293"/>
            <ac:spMk id="2" creationId="{8E7FA19E-5E90-89F5-09F3-DE392CDB0758}"/>
          </ac:spMkLst>
        </pc:spChg>
        <pc:spChg chg="add mod">
          <ac:chgData name="Jervis LEE (IRAS)" userId="f5b4a8ae-594f-49a5-9990-0eb6ae48a4f9" providerId="ADAL" clId="{5BC9F464-DC04-46F4-8DA6-256EAADECE55}" dt="2026-05-08T05:32:40.110" v="18930" actId="1038"/>
          <ac:spMkLst>
            <pc:docMk/>
            <pc:sldMk cId="1065277902" sldId="293"/>
            <ac:spMk id="3" creationId="{597AAD61-F4C2-B013-5A5E-E3758A916494}"/>
          </ac:spMkLst>
        </pc:spChg>
        <pc:spChg chg="add mod">
          <ac:chgData name="Jervis LEE (IRAS)" userId="f5b4a8ae-594f-49a5-9990-0eb6ae48a4f9" providerId="ADAL" clId="{5BC9F464-DC04-46F4-8DA6-256EAADECE55}" dt="2026-05-08T04:49:21.932" v="17538" actId="1037"/>
          <ac:spMkLst>
            <pc:docMk/>
            <pc:sldMk cId="1065277902" sldId="293"/>
            <ac:spMk id="5" creationId="{8BE0E446-0A7F-9C14-F5B0-2DEEFB31662A}"/>
          </ac:spMkLst>
        </pc:spChg>
        <pc:spChg chg="add mod">
          <ac:chgData name="Jervis LEE (IRAS)" userId="f5b4a8ae-594f-49a5-9990-0eb6ae48a4f9" providerId="ADAL" clId="{5BC9F464-DC04-46F4-8DA6-256EAADECE55}" dt="2026-05-08T05:32:40.110" v="18930" actId="1038"/>
          <ac:spMkLst>
            <pc:docMk/>
            <pc:sldMk cId="1065277902" sldId="293"/>
            <ac:spMk id="6" creationId="{505BE560-963C-EB24-C771-61AB38F7A9EA}"/>
          </ac:spMkLst>
        </pc:spChg>
        <pc:spChg chg="add mod">
          <ac:chgData name="Jervis LEE (IRAS)" userId="f5b4a8ae-594f-49a5-9990-0eb6ae48a4f9" providerId="ADAL" clId="{5BC9F464-DC04-46F4-8DA6-256EAADECE55}" dt="2026-05-08T05:32:40.110" v="18930" actId="1038"/>
          <ac:spMkLst>
            <pc:docMk/>
            <pc:sldMk cId="1065277902" sldId="293"/>
            <ac:spMk id="7" creationId="{F9BFB6A4-7493-1C0C-675D-C11C6D21B0DC}"/>
          </ac:spMkLst>
        </pc:spChg>
        <pc:spChg chg="add mod">
          <ac:chgData name="Jervis LEE (IRAS)" userId="f5b4a8ae-594f-49a5-9990-0eb6ae48a4f9" providerId="ADAL" clId="{5BC9F464-DC04-46F4-8DA6-256EAADECE55}" dt="2026-05-08T05:32:40.110" v="18930" actId="1038"/>
          <ac:spMkLst>
            <pc:docMk/>
            <pc:sldMk cId="1065277902" sldId="293"/>
            <ac:spMk id="8" creationId="{5B0B6C22-DCBD-901D-72B5-FA2B690244E4}"/>
          </ac:spMkLst>
        </pc:spChg>
        <pc:spChg chg="add mod">
          <ac:chgData name="Jervis LEE (IRAS)" userId="f5b4a8ae-594f-49a5-9990-0eb6ae48a4f9" providerId="ADAL" clId="{5BC9F464-DC04-46F4-8DA6-256EAADECE55}" dt="2026-05-08T05:33:40.264" v="18984" actId="20577"/>
          <ac:spMkLst>
            <pc:docMk/>
            <pc:sldMk cId="1065277902" sldId="293"/>
            <ac:spMk id="9" creationId="{65FA4490-FA07-5EFF-BC1F-3168DCC4B39B}"/>
          </ac:spMkLst>
        </pc:spChg>
        <pc:spChg chg="add mod">
          <ac:chgData name="Jervis LEE (IRAS)" userId="f5b4a8ae-594f-49a5-9990-0eb6ae48a4f9" providerId="ADAL" clId="{5BC9F464-DC04-46F4-8DA6-256EAADECE55}" dt="2026-05-08T05:32:40.110" v="18930" actId="1038"/>
          <ac:spMkLst>
            <pc:docMk/>
            <pc:sldMk cId="1065277902" sldId="293"/>
            <ac:spMk id="10" creationId="{10C57888-3408-1B84-F199-9254867ABD45}"/>
          </ac:spMkLst>
        </pc:spChg>
        <pc:spChg chg="add mod">
          <ac:chgData name="Jervis LEE (IRAS)" userId="f5b4a8ae-594f-49a5-9990-0eb6ae48a4f9" providerId="ADAL" clId="{5BC9F464-DC04-46F4-8DA6-256EAADECE55}" dt="2026-05-08T04:49:21.932" v="17538" actId="1037"/>
          <ac:spMkLst>
            <pc:docMk/>
            <pc:sldMk cId="1065277902" sldId="293"/>
            <ac:spMk id="11" creationId="{3A643BCF-29A0-81F4-500E-2A5ACAC8BD79}"/>
          </ac:spMkLst>
        </pc:spChg>
        <pc:spChg chg="add del mod">
          <ac:chgData name="Jervis LEE (IRAS)" userId="f5b4a8ae-594f-49a5-9990-0eb6ae48a4f9" providerId="ADAL" clId="{5BC9F464-DC04-46F4-8DA6-256EAADECE55}" dt="2026-05-08T03:47:34.856" v="16166" actId="478"/>
          <ac:spMkLst>
            <pc:docMk/>
            <pc:sldMk cId="1065277902" sldId="293"/>
            <ac:spMk id="12" creationId="{1A251EF0-4BDE-2233-C19F-82677A9B6350}"/>
          </ac:spMkLst>
        </pc:spChg>
        <pc:spChg chg="add del mod">
          <ac:chgData name="Jervis LEE (IRAS)" userId="f5b4a8ae-594f-49a5-9990-0eb6ae48a4f9" providerId="ADAL" clId="{5BC9F464-DC04-46F4-8DA6-256EAADECE55}" dt="2026-05-08T03:49:09.608" v="16191" actId="478"/>
          <ac:spMkLst>
            <pc:docMk/>
            <pc:sldMk cId="1065277902" sldId="293"/>
            <ac:spMk id="13" creationId="{2A43A3CA-5270-C660-A4AA-B4C905A27E2B}"/>
          </ac:spMkLst>
        </pc:spChg>
        <pc:spChg chg="add del mod">
          <ac:chgData name="Jervis LEE (IRAS)" userId="f5b4a8ae-594f-49a5-9990-0eb6ae48a4f9" providerId="ADAL" clId="{5BC9F464-DC04-46F4-8DA6-256EAADECE55}" dt="2026-05-08T03:49:09.608" v="16191" actId="478"/>
          <ac:spMkLst>
            <pc:docMk/>
            <pc:sldMk cId="1065277902" sldId="293"/>
            <ac:spMk id="14" creationId="{2EA682EA-F26F-7779-F6F3-B85A1FCCA220}"/>
          </ac:spMkLst>
        </pc:spChg>
        <pc:spChg chg="add del mod">
          <ac:chgData name="Jervis LEE (IRAS)" userId="f5b4a8ae-594f-49a5-9990-0eb6ae48a4f9" providerId="ADAL" clId="{5BC9F464-DC04-46F4-8DA6-256EAADECE55}" dt="2026-05-08T03:49:09.608" v="16191" actId="478"/>
          <ac:spMkLst>
            <pc:docMk/>
            <pc:sldMk cId="1065277902" sldId="293"/>
            <ac:spMk id="15" creationId="{F92B8D99-4552-2FC2-7629-9884BF765DCF}"/>
          </ac:spMkLst>
        </pc:spChg>
        <pc:spChg chg="add mod">
          <ac:chgData name="Jervis LEE (IRAS)" userId="f5b4a8ae-594f-49a5-9990-0eb6ae48a4f9" providerId="ADAL" clId="{5BC9F464-DC04-46F4-8DA6-256EAADECE55}" dt="2026-05-08T04:49:15.482" v="17515" actId="14100"/>
          <ac:spMkLst>
            <pc:docMk/>
            <pc:sldMk cId="1065277902" sldId="293"/>
            <ac:spMk id="16" creationId="{A80DB5B6-B602-42F5-DBCD-197108CE447D}"/>
          </ac:spMkLst>
        </pc:spChg>
        <pc:spChg chg="add mod">
          <ac:chgData name="Jervis LEE (IRAS)" userId="f5b4a8ae-594f-49a5-9990-0eb6ae48a4f9" providerId="ADAL" clId="{5BC9F464-DC04-46F4-8DA6-256EAADECE55}" dt="2026-05-08T05:33:15.953" v="18961" actId="20577"/>
          <ac:spMkLst>
            <pc:docMk/>
            <pc:sldMk cId="1065277902" sldId="293"/>
            <ac:spMk id="17" creationId="{DDE5E7EF-11A0-D9FA-3960-1BDDA12C4EF8}"/>
          </ac:spMkLst>
        </pc:spChg>
        <pc:spChg chg="add del mod">
          <ac:chgData name="Jervis LEE (IRAS)" userId="f5b4a8ae-594f-49a5-9990-0eb6ae48a4f9" providerId="ADAL" clId="{5BC9F464-DC04-46F4-8DA6-256EAADECE55}" dt="2026-05-08T05:37:52.550" v="19336" actId="478"/>
          <ac:spMkLst>
            <pc:docMk/>
            <pc:sldMk cId="1065277902" sldId="293"/>
            <ac:spMk id="18" creationId="{738EFF88-98A5-186C-B70B-8CD52BB68374}"/>
          </ac:spMkLst>
        </pc:spChg>
        <pc:spChg chg="add del mod">
          <ac:chgData name="Jervis LEE (IRAS)" userId="f5b4a8ae-594f-49a5-9990-0eb6ae48a4f9" providerId="ADAL" clId="{5BC9F464-DC04-46F4-8DA6-256EAADECE55}" dt="2026-05-08T03:49:09.608" v="16191" actId="478"/>
          <ac:spMkLst>
            <pc:docMk/>
            <pc:sldMk cId="1065277902" sldId="293"/>
            <ac:spMk id="18" creationId="{904AA256-8523-E1B1-B375-D4F3E9D54703}"/>
          </ac:spMkLst>
        </pc:spChg>
        <pc:spChg chg="add del mod">
          <ac:chgData name="Jervis LEE (IRAS)" userId="f5b4a8ae-594f-49a5-9990-0eb6ae48a4f9" providerId="ADAL" clId="{5BC9F464-DC04-46F4-8DA6-256EAADECE55}" dt="2026-05-08T03:49:09.608" v="16191" actId="478"/>
          <ac:spMkLst>
            <pc:docMk/>
            <pc:sldMk cId="1065277902" sldId="293"/>
            <ac:spMk id="19" creationId="{B7D07594-25B1-D6DF-6CDD-76B4CA58C81B}"/>
          </ac:spMkLst>
        </pc:spChg>
        <pc:spChg chg="add mod">
          <ac:chgData name="Jervis LEE (IRAS)" userId="f5b4a8ae-594f-49a5-9990-0eb6ae48a4f9" providerId="ADAL" clId="{5BC9F464-DC04-46F4-8DA6-256EAADECE55}" dt="2026-05-08T09:15:50.245" v="26503" actId="1076"/>
          <ac:spMkLst>
            <pc:docMk/>
            <pc:sldMk cId="1065277902" sldId="293"/>
            <ac:spMk id="19" creationId="{E5938411-0E46-C75E-975D-82A4A9921F80}"/>
          </ac:spMkLst>
        </pc:spChg>
        <pc:spChg chg="add mod">
          <ac:chgData name="Jervis LEE (IRAS)" userId="f5b4a8ae-594f-49a5-9990-0eb6ae48a4f9" providerId="ADAL" clId="{5BC9F464-DC04-46F4-8DA6-256EAADECE55}" dt="2026-05-08T05:32:40.110" v="18930" actId="1038"/>
          <ac:spMkLst>
            <pc:docMk/>
            <pc:sldMk cId="1065277902" sldId="293"/>
            <ac:spMk id="21" creationId="{F580E3B5-E953-1ED0-4294-970073AE4983}"/>
          </ac:spMkLst>
        </pc:spChg>
        <pc:spChg chg="add del mod">
          <ac:chgData name="Jervis LEE (IRAS)" userId="f5b4a8ae-594f-49a5-9990-0eb6ae48a4f9" providerId="ADAL" clId="{5BC9F464-DC04-46F4-8DA6-256EAADECE55}" dt="2026-05-08T03:49:18.346" v="16194" actId="478"/>
          <ac:spMkLst>
            <pc:docMk/>
            <pc:sldMk cId="1065277902" sldId="293"/>
            <ac:spMk id="22" creationId="{C9C7F85A-5A81-E3E2-AFF8-FBCF5C3E597E}"/>
          </ac:spMkLst>
        </pc:spChg>
        <pc:spChg chg="add mod">
          <ac:chgData name="Jervis LEE (IRAS)" userId="f5b4a8ae-594f-49a5-9990-0eb6ae48a4f9" providerId="ADAL" clId="{5BC9F464-DC04-46F4-8DA6-256EAADECE55}" dt="2026-05-08T09:33:14.449" v="27597" actId="1036"/>
          <ac:spMkLst>
            <pc:docMk/>
            <pc:sldMk cId="1065277902" sldId="293"/>
            <ac:spMk id="29" creationId="{93D41822-06B5-FCFE-8806-A65C3AED21F8}"/>
          </ac:spMkLst>
        </pc:spChg>
        <pc:spChg chg="add mod">
          <ac:chgData name="Jervis LEE (IRAS)" userId="f5b4a8ae-594f-49a5-9990-0eb6ae48a4f9" providerId="ADAL" clId="{5BC9F464-DC04-46F4-8DA6-256EAADECE55}" dt="2026-05-08T09:56:56.430" v="28765" actId="20577"/>
          <ac:spMkLst>
            <pc:docMk/>
            <pc:sldMk cId="1065277902" sldId="293"/>
            <ac:spMk id="30" creationId="{1AA31B98-9077-4C04-A2BF-4AFAD37EB076}"/>
          </ac:spMkLst>
        </pc:spChg>
        <pc:spChg chg="add del mod">
          <ac:chgData name="Jervis LEE (IRAS)" userId="f5b4a8ae-594f-49a5-9990-0eb6ae48a4f9" providerId="ADAL" clId="{5BC9F464-DC04-46F4-8DA6-256EAADECE55}" dt="2026-05-08T04:02:54.954" v="16619" actId="478"/>
          <ac:spMkLst>
            <pc:docMk/>
            <pc:sldMk cId="1065277902" sldId="293"/>
            <ac:spMk id="33" creationId="{B5C91E04-5CFD-5E2C-5301-1CE1BD1DFD8A}"/>
          </ac:spMkLst>
        </pc:spChg>
        <pc:spChg chg="add mod">
          <ac:chgData name="Jervis LEE (IRAS)" userId="f5b4a8ae-594f-49a5-9990-0eb6ae48a4f9" providerId="ADAL" clId="{5BC9F464-DC04-46F4-8DA6-256EAADECE55}" dt="2026-05-08T05:35:00.555" v="19118" actId="255"/>
          <ac:spMkLst>
            <pc:docMk/>
            <pc:sldMk cId="1065277902" sldId="293"/>
            <ac:spMk id="34" creationId="{D99A8C22-E23A-5013-CDEE-342A891DBDC3}"/>
          </ac:spMkLst>
        </pc:spChg>
        <pc:spChg chg="add mod">
          <ac:chgData name="Jervis LEE (IRAS)" userId="f5b4a8ae-594f-49a5-9990-0eb6ae48a4f9" providerId="ADAL" clId="{5BC9F464-DC04-46F4-8DA6-256EAADECE55}" dt="2026-05-08T05:34:59.125" v="19115" actId="255"/>
          <ac:spMkLst>
            <pc:docMk/>
            <pc:sldMk cId="1065277902" sldId="293"/>
            <ac:spMk id="35" creationId="{5835EB5A-F872-318D-6D38-C90C1B7438B0}"/>
          </ac:spMkLst>
        </pc:spChg>
        <pc:spChg chg="add mod">
          <ac:chgData name="Jervis LEE (IRAS)" userId="f5b4a8ae-594f-49a5-9990-0eb6ae48a4f9" providerId="ADAL" clId="{5BC9F464-DC04-46F4-8DA6-256EAADECE55}" dt="2026-05-08T05:34:59.721" v="19116" actId="255"/>
          <ac:spMkLst>
            <pc:docMk/>
            <pc:sldMk cId="1065277902" sldId="293"/>
            <ac:spMk id="42" creationId="{A965379D-4CEC-3008-2DEA-5C8165CE29A5}"/>
          </ac:spMkLst>
        </pc:spChg>
        <pc:spChg chg="add mod">
          <ac:chgData name="Jervis LEE (IRAS)" userId="f5b4a8ae-594f-49a5-9990-0eb6ae48a4f9" providerId="ADAL" clId="{5BC9F464-DC04-46F4-8DA6-256EAADECE55}" dt="2026-05-08T05:32:40.110" v="18930" actId="1038"/>
          <ac:spMkLst>
            <pc:docMk/>
            <pc:sldMk cId="1065277902" sldId="293"/>
            <ac:spMk id="47" creationId="{F4A58717-EC82-D4FF-13C7-56CFDC8C446A}"/>
          </ac:spMkLst>
        </pc:spChg>
        <pc:spChg chg="add mod">
          <ac:chgData name="Jervis LEE (IRAS)" userId="f5b4a8ae-594f-49a5-9990-0eb6ae48a4f9" providerId="ADAL" clId="{5BC9F464-DC04-46F4-8DA6-256EAADECE55}" dt="2026-05-08T04:49:21.932" v="17538" actId="1037"/>
          <ac:spMkLst>
            <pc:docMk/>
            <pc:sldMk cId="1065277902" sldId="293"/>
            <ac:spMk id="48" creationId="{157D4B03-CA21-7D5A-810E-3988E3A52708}"/>
          </ac:spMkLst>
        </pc:spChg>
        <pc:spChg chg="add mod">
          <ac:chgData name="Jervis LEE (IRAS)" userId="f5b4a8ae-594f-49a5-9990-0eb6ae48a4f9" providerId="ADAL" clId="{5BC9F464-DC04-46F4-8DA6-256EAADECE55}" dt="2026-05-08T05:32:40.110" v="18930" actId="1038"/>
          <ac:spMkLst>
            <pc:docMk/>
            <pc:sldMk cId="1065277902" sldId="293"/>
            <ac:spMk id="61" creationId="{DA52DE36-C270-5EFD-1968-D1C34AF4B5BB}"/>
          </ac:spMkLst>
        </pc:spChg>
        <pc:spChg chg="add mod">
          <ac:chgData name="Jervis LEE (IRAS)" userId="f5b4a8ae-594f-49a5-9990-0eb6ae48a4f9" providerId="ADAL" clId="{5BC9F464-DC04-46F4-8DA6-256EAADECE55}" dt="2026-05-08T05:32:40.110" v="18930" actId="1038"/>
          <ac:spMkLst>
            <pc:docMk/>
            <pc:sldMk cId="1065277902" sldId="293"/>
            <ac:spMk id="65" creationId="{AE7392ED-B85A-5353-4746-EA8AF842A912}"/>
          </ac:spMkLst>
        </pc:spChg>
        <pc:spChg chg="add mod">
          <ac:chgData name="Jervis LEE (IRAS)" userId="f5b4a8ae-594f-49a5-9990-0eb6ae48a4f9" providerId="ADAL" clId="{5BC9F464-DC04-46F4-8DA6-256EAADECE55}" dt="2026-05-08T05:27:34.127" v="18780" actId="1037"/>
          <ac:spMkLst>
            <pc:docMk/>
            <pc:sldMk cId="1065277902" sldId="293"/>
            <ac:spMk id="70" creationId="{8115F001-10F1-879C-0975-5334E89FDABA}"/>
          </ac:spMkLst>
        </pc:spChg>
        <pc:spChg chg="add mod">
          <ac:chgData name="Jervis LEE (IRAS)" userId="f5b4a8ae-594f-49a5-9990-0eb6ae48a4f9" providerId="ADAL" clId="{5BC9F464-DC04-46F4-8DA6-256EAADECE55}" dt="2026-05-08T05:27:34.127" v="18780" actId="1037"/>
          <ac:spMkLst>
            <pc:docMk/>
            <pc:sldMk cId="1065277902" sldId="293"/>
            <ac:spMk id="71" creationId="{3F0596CE-0331-892B-282A-D10BFBE7F3FE}"/>
          </ac:spMkLst>
        </pc:spChg>
        <pc:spChg chg="mod">
          <ac:chgData name="Jervis LEE (IRAS)" userId="f5b4a8ae-594f-49a5-9990-0eb6ae48a4f9" providerId="ADAL" clId="{5BC9F464-DC04-46F4-8DA6-256EAADECE55}" dt="2026-05-08T05:14:00.354" v="17661" actId="1037"/>
          <ac:spMkLst>
            <pc:docMk/>
            <pc:sldMk cId="1065277902" sldId="293"/>
            <ac:spMk id="72" creationId="{1F04901B-4ABE-86E5-585B-5E36B4C0CE3A}"/>
          </ac:spMkLst>
        </pc:spChg>
        <pc:spChg chg="add del mod">
          <ac:chgData name="Jervis LEE (IRAS)" userId="f5b4a8ae-594f-49a5-9990-0eb6ae48a4f9" providerId="ADAL" clId="{5BC9F464-DC04-46F4-8DA6-256EAADECE55}" dt="2026-05-08T04:49:47.531" v="17564" actId="478"/>
          <ac:spMkLst>
            <pc:docMk/>
            <pc:sldMk cId="1065277902" sldId="293"/>
            <ac:spMk id="73" creationId="{45172431-53AD-9E95-7FA7-E79BEF3982C9}"/>
          </ac:spMkLst>
        </pc:spChg>
        <pc:spChg chg="add del mod">
          <ac:chgData name="Jervis LEE (IRAS)" userId="f5b4a8ae-594f-49a5-9990-0eb6ae48a4f9" providerId="ADAL" clId="{5BC9F464-DC04-46F4-8DA6-256EAADECE55}" dt="2026-05-08T04:49:47.531" v="17564" actId="478"/>
          <ac:spMkLst>
            <pc:docMk/>
            <pc:sldMk cId="1065277902" sldId="293"/>
            <ac:spMk id="74" creationId="{74B7F686-76AD-E9C7-3E7E-CBD46B90931F}"/>
          </ac:spMkLst>
        </pc:spChg>
        <pc:spChg chg="add mod">
          <ac:chgData name="Jervis LEE (IRAS)" userId="f5b4a8ae-594f-49a5-9990-0eb6ae48a4f9" providerId="ADAL" clId="{5BC9F464-DC04-46F4-8DA6-256EAADECE55}" dt="2026-05-08T05:27:34.127" v="18780" actId="1037"/>
          <ac:spMkLst>
            <pc:docMk/>
            <pc:sldMk cId="1065277902" sldId="293"/>
            <ac:spMk id="76" creationId="{FA80FFED-BC45-A9A8-9E77-C60234203DEF}"/>
          </ac:spMkLst>
        </pc:spChg>
        <pc:spChg chg="add del mod">
          <ac:chgData name="Jervis LEE (IRAS)" userId="f5b4a8ae-594f-49a5-9990-0eb6ae48a4f9" providerId="ADAL" clId="{5BC9F464-DC04-46F4-8DA6-256EAADECE55}" dt="2026-05-08T05:14:38.905" v="17729" actId="478"/>
          <ac:spMkLst>
            <pc:docMk/>
            <pc:sldMk cId="1065277902" sldId="293"/>
            <ac:spMk id="79" creationId="{00720996-9292-BECC-F68D-357205665877}"/>
          </ac:spMkLst>
        </pc:spChg>
        <pc:spChg chg="add del mod">
          <ac:chgData name="Jervis LEE (IRAS)" userId="f5b4a8ae-594f-49a5-9990-0eb6ae48a4f9" providerId="ADAL" clId="{5BC9F464-DC04-46F4-8DA6-256EAADECE55}" dt="2026-05-08T04:49:47.531" v="17564" actId="478"/>
          <ac:spMkLst>
            <pc:docMk/>
            <pc:sldMk cId="1065277902" sldId="293"/>
            <ac:spMk id="80" creationId="{1ECD6DDD-6B22-C892-D04F-33AD56D52E99}"/>
          </ac:spMkLst>
        </pc:spChg>
        <pc:spChg chg="add del mod">
          <ac:chgData name="Jervis LEE (IRAS)" userId="f5b4a8ae-594f-49a5-9990-0eb6ae48a4f9" providerId="ADAL" clId="{5BC9F464-DC04-46F4-8DA6-256EAADECE55}" dt="2026-05-08T05:14:07.135" v="17662" actId="478"/>
          <ac:spMkLst>
            <pc:docMk/>
            <pc:sldMk cId="1065277902" sldId="293"/>
            <ac:spMk id="81" creationId="{8798FA31-D6D6-C0BA-0DF6-63E42CB28472}"/>
          </ac:spMkLst>
        </pc:spChg>
        <pc:spChg chg="add mod">
          <ac:chgData name="Jervis LEE (IRAS)" userId="f5b4a8ae-594f-49a5-9990-0eb6ae48a4f9" providerId="ADAL" clId="{5BC9F464-DC04-46F4-8DA6-256EAADECE55}" dt="2026-05-08T05:27:34.127" v="18780" actId="1037"/>
          <ac:spMkLst>
            <pc:docMk/>
            <pc:sldMk cId="1065277902" sldId="293"/>
            <ac:spMk id="83" creationId="{9CB00E44-59D9-1CA4-C31C-F2EF1CDD7581}"/>
          </ac:spMkLst>
        </pc:spChg>
        <pc:spChg chg="mod">
          <ac:chgData name="Jervis LEE (IRAS)" userId="f5b4a8ae-594f-49a5-9990-0eb6ae48a4f9" providerId="ADAL" clId="{5BC9F464-DC04-46F4-8DA6-256EAADECE55}" dt="2026-05-08T05:14:00.354" v="17661" actId="1037"/>
          <ac:spMkLst>
            <pc:docMk/>
            <pc:sldMk cId="1065277902" sldId="293"/>
            <ac:spMk id="84" creationId="{423207BD-590D-88CC-A886-AC860E0A5078}"/>
          </ac:spMkLst>
        </pc:spChg>
        <pc:spChg chg="add mod">
          <ac:chgData name="Jervis LEE (IRAS)" userId="f5b4a8ae-594f-49a5-9990-0eb6ae48a4f9" providerId="ADAL" clId="{5BC9F464-DC04-46F4-8DA6-256EAADECE55}" dt="2026-05-08T05:34:13.938" v="19106" actId="20577"/>
          <ac:spMkLst>
            <pc:docMk/>
            <pc:sldMk cId="1065277902" sldId="293"/>
            <ac:spMk id="86" creationId="{B241A672-2AB5-DF3F-017F-4342A14871E2}"/>
          </ac:spMkLst>
        </pc:spChg>
        <pc:spChg chg="mod">
          <ac:chgData name="Jervis LEE (IRAS)" userId="f5b4a8ae-594f-49a5-9990-0eb6ae48a4f9" providerId="ADAL" clId="{5BC9F464-DC04-46F4-8DA6-256EAADECE55}" dt="2026-05-08T05:27:34.127" v="18780" actId="1037"/>
          <ac:spMkLst>
            <pc:docMk/>
            <pc:sldMk cId="1065277902" sldId="293"/>
            <ac:spMk id="88" creationId="{9419BC0C-5F14-C791-E8E8-A4F335267509}"/>
          </ac:spMkLst>
        </pc:spChg>
        <pc:spChg chg="add mod">
          <ac:chgData name="Jervis LEE (IRAS)" userId="f5b4a8ae-594f-49a5-9990-0eb6ae48a4f9" providerId="ADAL" clId="{5BC9F464-DC04-46F4-8DA6-256EAADECE55}" dt="2026-05-08T09:55:24.279" v="28669" actId="1035"/>
          <ac:spMkLst>
            <pc:docMk/>
            <pc:sldMk cId="1065277902" sldId="293"/>
            <ac:spMk id="89" creationId="{D8795534-1719-5320-8DD9-2AA46B145FBC}"/>
          </ac:spMkLst>
        </pc:spChg>
        <pc:spChg chg="add mod">
          <ac:chgData name="Jervis LEE (IRAS)" userId="f5b4a8ae-594f-49a5-9990-0eb6ae48a4f9" providerId="ADAL" clId="{5BC9F464-DC04-46F4-8DA6-256EAADECE55}" dt="2026-05-08T07:31:46.209" v="23085" actId="20577"/>
          <ac:spMkLst>
            <pc:docMk/>
            <pc:sldMk cId="1065277902" sldId="293"/>
            <ac:spMk id="90" creationId="{EE0361D3-DCA1-300C-07F7-EAD3B7487647}"/>
          </ac:spMkLst>
        </pc:spChg>
        <pc:spChg chg="add mod">
          <ac:chgData name="Jervis LEE (IRAS)" userId="f5b4a8ae-594f-49a5-9990-0eb6ae48a4f9" providerId="ADAL" clId="{5BC9F464-DC04-46F4-8DA6-256EAADECE55}" dt="2026-05-08T08:16:37.845" v="24244" actId="20577"/>
          <ac:spMkLst>
            <pc:docMk/>
            <pc:sldMk cId="1065277902" sldId="293"/>
            <ac:spMk id="93" creationId="{BCFD32A7-B982-AD12-6153-16BB6533DF8E}"/>
          </ac:spMkLst>
        </pc:spChg>
        <pc:spChg chg="add mod">
          <ac:chgData name="Jervis LEE (IRAS)" userId="f5b4a8ae-594f-49a5-9990-0eb6ae48a4f9" providerId="ADAL" clId="{5BC9F464-DC04-46F4-8DA6-256EAADECE55}" dt="2026-05-08T08:16:44.547" v="24251" actId="20577"/>
          <ac:spMkLst>
            <pc:docMk/>
            <pc:sldMk cId="1065277902" sldId="293"/>
            <ac:spMk id="94" creationId="{B4D0735E-1E27-FA1F-2197-C6084985D34F}"/>
          </ac:spMkLst>
        </pc:spChg>
        <pc:spChg chg="add mod">
          <ac:chgData name="Jervis LEE (IRAS)" userId="f5b4a8ae-594f-49a5-9990-0eb6ae48a4f9" providerId="ADAL" clId="{5BC9F464-DC04-46F4-8DA6-256EAADECE55}" dt="2026-05-08T05:27:38.600" v="18791" actId="1038"/>
          <ac:spMkLst>
            <pc:docMk/>
            <pc:sldMk cId="1065277902" sldId="293"/>
            <ac:spMk id="95" creationId="{FCB40CB2-8BC8-42A7-55CF-36C3DB681EA5}"/>
          </ac:spMkLst>
        </pc:spChg>
        <pc:spChg chg="add mod">
          <ac:chgData name="Jervis LEE (IRAS)" userId="f5b4a8ae-594f-49a5-9990-0eb6ae48a4f9" providerId="ADAL" clId="{5BC9F464-DC04-46F4-8DA6-256EAADECE55}" dt="2026-05-08T05:27:53.571" v="18807" actId="20577"/>
          <ac:spMkLst>
            <pc:docMk/>
            <pc:sldMk cId="1065277902" sldId="293"/>
            <ac:spMk id="96" creationId="{E7FC5768-4468-94DC-6A1E-63DD79C1DB84}"/>
          </ac:spMkLst>
        </pc:spChg>
        <pc:spChg chg="add mod">
          <ac:chgData name="Jervis LEE (IRAS)" userId="f5b4a8ae-594f-49a5-9990-0eb6ae48a4f9" providerId="ADAL" clId="{5BC9F464-DC04-46F4-8DA6-256EAADECE55}" dt="2026-05-08T05:27:47.818" v="18802" actId="1037"/>
          <ac:spMkLst>
            <pc:docMk/>
            <pc:sldMk cId="1065277902" sldId="293"/>
            <ac:spMk id="100" creationId="{F5BF6E57-D25D-2480-63CE-EE4C67FD3933}"/>
          </ac:spMkLst>
        </pc:spChg>
        <pc:graphicFrameChg chg="del">
          <ac:chgData name="Jervis LEE (IRAS)" userId="f5b4a8ae-594f-49a5-9990-0eb6ae48a4f9" providerId="ADAL" clId="{5BC9F464-DC04-46F4-8DA6-256EAADECE55}" dt="2026-05-08T03:43:22.691" v="16006" actId="478"/>
          <ac:graphicFrameMkLst>
            <pc:docMk/>
            <pc:sldMk cId="1065277902" sldId="293"/>
            <ac:graphicFrameMk id="9" creationId="{63C4CE9A-8578-FEA2-5F07-D97C28CE6546}"/>
          </ac:graphicFrameMkLst>
        </pc:graphicFrameChg>
        <pc:picChg chg="add mod">
          <ac:chgData name="Jervis LEE (IRAS)" userId="f5b4a8ae-594f-49a5-9990-0eb6ae48a4f9" providerId="ADAL" clId="{5BC9F464-DC04-46F4-8DA6-256EAADECE55}" dt="2026-05-08T04:16:08.572" v="17349" actId="1037"/>
          <ac:picMkLst>
            <pc:docMk/>
            <pc:sldMk cId="1065277902" sldId="293"/>
            <ac:picMk id="20" creationId="{78F4406B-6C28-ADD9-2516-A1A9DC22FAAC}"/>
          </ac:picMkLst>
        </pc:picChg>
        <pc:picChg chg="mod">
          <ac:chgData name="Jervis LEE (IRAS)" userId="f5b4a8ae-594f-49a5-9990-0eb6ae48a4f9" providerId="ADAL" clId="{5BC9F464-DC04-46F4-8DA6-256EAADECE55}" dt="2026-05-08T05:14:00.354" v="17661" actId="1037"/>
          <ac:picMkLst>
            <pc:docMk/>
            <pc:sldMk cId="1065277902" sldId="293"/>
            <ac:picMk id="75" creationId="{7F3089BA-0592-707F-AED0-672D652875F8}"/>
          </ac:picMkLst>
        </pc:picChg>
        <pc:cxnChg chg="add mod">
          <ac:chgData name="Jervis LEE (IRAS)" userId="f5b4a8ae-594f-49a5-9990-0eb6ae48a4f9" providerId="ADAL" clId="{5BC9F464-DC04-46F4-8DA6-256EAADECE55}" dt="2026-05-08T05:32:03.320" v="18875" actId="1036"/>
          <ac:cxnSpMkLst>
            <pc:docMk/>
            <pc:sldMk cId="1065277902" sldId="293"/>
            <ac:cxnSpMk id="12" creationId="{87BF0456-2769-B761-42FD-110BE840FF33}"/>
          </ac:cxnSpMkLst>
        </pc:cxnChg>
        <pc:cxnChg chg="add mod">
          <ac:chgData name="Jervis LEE (IRAS)" userId="f5b4a8ae-594f-49a5-9990-0eb6ae48a4f9" providerId="ADAL" clId="{5BC9F464-DC04-46F4-8DA6-256EAADECE55}" dt="2026-05-08T09:16:23.737" v="26509" actId="14100"/>
          <ac:cxnSpMkLst>
            <pc:docMk/>
            <pc:sldMk cId="1065277902" sldId="293"/>
            <ac:cxnSpMk id="22" creationId="{9A33C359-76A0-D3C0-9FC5-950774E9E933}"/>
          </ac:cxnSpMkLst>
        </pc:cxnChg>
        <pc:cxnChg chg="add mod">
          <ac:chgData name="Jervis LEE (IRAS)" userId="f5b4a8ae-594f-49a5-9990-0eb6ae48a4f9" providerId="ADAL" clId="{5BC9F464-DC04-46F4-8DA6-256EAADECE55}" dt="2026-05-08T04:16:08.572" v="17349" actId="1037"/>
          <ac:cxnSpMkLst>
            <pc:docMk/>
            <pc:sldMk cId="1065277902" sldId="293"/>
            <ac:cxnSpMk id="23" creationId="{ADCF9BA5-DDCB-5E3D-2AE8-80F7D3EEF5AA}"/>
          </ac:cxnSpMkLst>
        </pc:cxnChg>
        <pc:cxnChg chg="add mod">
          <ac:chgData name="Jervis LEE (IRAS)" userId="f5b4a8ae-594f-49a5-9990-0eb6ae48a4f9" providerId="ADAL" clId="{5BC9F464-DC04-46F4-8DA6-256EAADECE55}" dt="2026-05-08T04:16:08.572" v="17349" actId="1037"/>
          <ac:cxnSpMkLst>
            <pc:docMk/>
            <pc:sldMk cId="1065277902" sldId="293"/>
            <ac:cxnSpMk id="28" creationId="{DAB4C7F6-58F3-CAE1-959F-1E6BAE43C00E}"/>
          </ac:cxnSpMkLst>
        </pc:cxnChg>
        <pc:cxnChg chg="add mod">
          <ac:chgData name="Jervis LEE (IRAS)" userId="f5b4a8ae-594f-49a5-9990-0eb6ae48a4f9" providerId="ADAL" clId="{5BC9F464-DC04-46F4-8DA6-256EAADECE55}" dt="2026-05-08T04:16:08.572" v="17349" actId="1037"/>
          <ac:cxnSpMkLst>
            <pc:docMk/>
            <pc:sldMk cId="1065277902" sldId="293"/>
            <ac:cxnSpMk id="43" creationId="{DA3D5887-6D30-5A47-A8CF-5D66F2B7CA15}"/>
          </ac:cxnSpMkLst>
        </pc:cxnChg>
        <pc:cxnChg chg="add mod">
          <ac:chgData name="Jervis LEE (IRAS)" userId="f5b4a8ae-594f-49a5-9990-0eb6ae48a4f9" providerId="ADAL" clId="{5BC9F464-DC04-46F4-8DA6-256EAADECE55}" dt="2026-05-08T04:16:44.015" v="17381" actId="1035"/>
          <ac:cxnSpMkLst>
            <pc:docMk/>
            <pc:sldMk cId="1065277902" sldId="293"/>
            <ac:cxnSpMk id="58" creationId="{124D7F7B-175C-8E75-B213-CDC02A9E357F}"/>
          </ac:cxnSpMkLst>
        </pc:cxnChg>
        <pc:cxnChg chg="add mod">
          <ac:chgData name="Jervis LEE (IRAS)" userId="f5b4a8ae-594f-49a5-9990-0eb6ae48a4f9" providerId="ADAL" clId="{5BC9F464-DC04-46F4-8DA6-256EAADECE55}" dt="2026-05-08T04:16:40.133" v="17368" actId="1036"/>
          <ac:cxnSpMkLst>
            <pc:docMk/>
            <pc:sldMk cId="1065277902" sldId="293"/>
            <ac:cxnSpMk id="62" creationId="{9E620C19-C05A-F528-7B5D-A91E15F800D0}"/>
          </ac:cxnSpMkLst>
        </pc:cxnChg>
        <pc:cxnChg chg="del mod">
          <ac:chgData name="Jervis LEE (IRAS)" userId="f5b4a8ae-594f-49a5-9990-0eb6ae48a4f9" providerId="ADAL" clId="{5BC9F464-DC04-46F4-8DA6-256EAADECE55}" dt="2026-05-08T04:49:47.531" v="17564" actId="478"/>
          <ac:cxnSpMkLst>
            <pc:docMk/>
            <pc:sldMk cId="1065277902" sldId="293"/>
            <ac:cxnSpMk id="77" creationId="{908D15B5-ED38-276C-D654-52927E75E117}"/>
          </ac:cxnSpMkLst>
        </pc:cxnChg>
        <pc:cxnChg chg="mod">
          <ac:chgData name="Jervis LEE (IRAS)" userId="f5b4a8ae-594f-49a5-9990-0eb6ae48a4f9" providerId="ADAL" clId="{5BC9F464-DC04-46F4-8DA6-256EAADECE55}" dt="2026-05-08T05:13:53.430" v="17636" actId="1036"/>
          <ac:cxnSpMkLst>
            <pc:docMk/>
            <pc:sldMk cId="1065277902" sldId="293"/>
            <ac:cxnSpMk id="78" creationId="{0A93CEC6-FBF8-C9E3-4E32-F7330BB6EECB}"/>
          </ac:cxnSpMkLst>
        </pc:cxnChg>
        <pc:cxnChg chg="mod">
          <ac:chgData name="Jervis LEE (IRAS)" userId="f5b4a8ae-594f-49a5-9990-0eb6ae48a4f9" providerId="ADAL" clId="{5BC9F464-DC04-46F4-8DA6-256EAADECE55}" dt="2026-05-08T05:13:53.430" v="17636" actId="1036"/>
          <ac:cxnSpMkLst>
            <pc:docMk/>
            <pc:sldMk cId="1065277902" sldId="293"/>
            <ac:cxnSpMk id="82" creationId="{3235D211-C906-4CA6-BE9F-70917C30AEFB}"/>
          </ac:cxnSpMkLst>
        </pc:cxnChg>
        <pc:cxnChg chg="add del mod">
          <ac:chgData name="Jervis LEE (IRAS)" userId="f5b4a8ae-594f-49a5-9990-0eb6ae48a4f9" providerId="ADAL" clId="{5BC9F464-DC04-46F4-8DA6-256EAADECE55}" dt="2026-05-08T05:20:21.717" v="18157" actId="478"/>
          <ac:cxnSpMkLst>
            <pc:docMk/>
            <pc:sldMk cId="1065277902" sldId="293"/>
            <ac:cxnSpMk id="92" creationId="{BE8CF0D5-88D8-97E3-6445-7AAD57D6CCE1}"/>
          </ac:cxnSpMkLst>
        </pc:cxnChg>
        <pc:cxnChg chg="add mod">
          <ac:chgData name="Jervis LEE (IRAS)" userId="f5b4a8ae-594f-49a5-9990-0eb6ae48a4f9" providerId="ADAL" clId="{5BC9F464-DC04-46F4-8DA6-256EAADECE55}" dt="2026-05-08T05:31:41.388" v="18861" actId="1035"/>
          <ac:cxnSpMkLst>
            <pc:docMk/>
            <pc:sldMk cId="1065277902" sldId="293"/>
            <ac:cxnSpMk id="97" creationId="{30D63562-AF16-1C85-72BD-7CDFD93E6F2D}"/>
          </ac:cxnSpMkLst>
        </pc:cxnChg>
      </pc:sldChg>
      <pc:sldChg chg="addSp delSp modSp add mod">
        <pc:chgData name="Jervis LEE (IRAS)" userId="f5b4a8ae-594f-49a5-9990-0eb6ae48a4f9" providerId="ADAL" clId="{5BC9F464-DC04-46F4-8DA6-256EAADECE55}" dt="2026-05-08T09:52:16.426" v="28626" actId="1035"/>
        <pc:sldMkLst>
          <pc:docMk/>
          <pc:sldMk cId="304763221" sldId="294"/>
        </pc:sldMkLst>
        <pc:spChg chg="mod">
          <ac:chgData name="Jervis LEE (IRAS)" userId="f5b4a8ae-594f-49a5-9990-0eb6ae48a4f9" providerId="ADAL" clId="{5BC9F464-DC04-46F4-8DA6-256EAADECE55}" dt="2026-05-08T05:41:50.831" v="19588" actId="20577"/>
          <ac:spMkLst>
            <pc:docMk/>
            <pc:sldMk cId="304763221" sldId="294"/>
            <ac:spMk id="2" creationId="{1F3535A4-8772-12DB-0093-3432B01F2CEB}"/>
          </ac:spMkLst>
        </pc:spChg>
        <pc:spChg chg="del">
          <ac:chgData name="Jervis LEE (IRAS)" userId="f5b4a8ae-594f-49a5-9990-0eb6ae48a4f9" providerId="ADAL" clId="{5BC9F464-DC04-46F4-8DA6-256EAADECE55}" dt="2026-05-08T05:36:55.425" v="19317" actId="478"/>
          <ac:spMkLst>
            <pc:docMk/>
            <pc:sldMk cId="304763221" sldId="294"/>
            <ac:spMk id="3" creationId="{E176EBFD-580F-0F36-1CD4-384BACCA5BB5}"/>
          </ac:spMkLst>
        </pc:spChg>
        <pc:spChg chg="del">
          <ac:chgData name="Jervis LEE (IRAS)" userId="f5b4a8ae-594f-49a5-9990-0eb6ae48a4f9" providerId="ADAL" clId="{5BC9F464-DC04-46F4-8DA6-256EAADECE55}" dt="2026-05-08T05:36:55.425" v="19317" actId="478"/>
          <ac:spMkLst>
            <pc:docMk/>
            <pc:sldMk cId="304763221" sldId="294"/>
            <ac:spMk id="5" creationId="{1DAB4453-0514-8DE3-CE40-C677886400F3}"/>
          </ac:spMkLst>
        </pc:spChg>
        <pc:spChg chg="del">
          <ac:chgData name="Jervis LEE (IRAS)" userId="f5b4a8ae-594f-49a5-9990-0eb6ae48a4f9" providerId="ADAL" clId="{5BC9F464-DC04-46F4-8DA6-256EAADECE55}" dt="2026-05-08T05:36:55.425" v="19317" actId="478"/>
          <ac:spMkLst>
            <pc:docMk/>
            <pc:sldMk cId="304763221" sldId="294"/>
            <ac:spMk id="7" creationId="{DC769CC9-3052-1A5B-5E1C-31554413AD75}"/>
          </ac:spMkLst>
        </pc:spChg>
        <pc:spChg chg="mod">
          <ac:chgData name="Jervis LEE (IRAS)" userId="f5b4a8ae-594f-49a5-9990-0eb6ae48a4f9" providerId="ADAL" clId="{5BC9F464-DC04-46F4-8DA6-256EAADECE55}" dt="2026-05-08T06:15:31.962" v="20692" actId="1035"/>
          <ac:spMkLst>
            <pc:docMk/>
            <pc:sldMk cId="304763221" sldId="294"/>
            <ac:spMk id="9" creationId="{889B5930-D9F7-3F8E-E12E-4CC1108EF693}"/>
          </ac:spMkLst>
        </pc:spChg>
        <pc:spChg chg="del">
          <ac:chgData name="Jervis LEE (IRAS)" userId="f5b4a8ae-594f-49a5-9990-0eb6ae48a4f9" providerId="ADAL" clId="{5BC9F464-DC04-46F4-8DA6-256EAADECE55}" dt="2026-05-08T05:36:55.425" v="19317" actId="478"/>
          <ac:spMkLst>
            <pc:docMk/>
            <pc:sldMk cId="304763221" sldId="294"/>
            <ac:spMk id="11" creationId="{36E5F7DD-3019-E05F-0B4D-7455147B0AEF}"/>
          </ac:spMkLst>
        </pc:spChg>
        <pc:spChg chg="add mod">
          <ac:chgData name="Jervis LEE (IRAS)" userId="f5b4a8ae-594f-49a5-9990-0eb6ae48a4f9" providerId="ADAL" clId="{5BC9F464-DC04-46F4-8DA6-256EAADECE55}" dt="2026-05-08T06:07:37.634" v="20329" actId="1036"/>
          <ac:spMkLst>
            <pc:docMk/>
            <pc:sldMk cId="304763221" sldId="294"/>
            <ac:spMk id="13" creationId="{2A4FED7A-CE89-1139-3B60-F2773092189C}"/>
          </ac:spMkLst>
        </pc:spChg>
        <pc:spChg chg="add mod">
          <ac:chgData name="Jervis LEE (IRAS)" userId="f5b4a8ae-594f-49a5-9990-0eb6ae48a4f9" providerId="ADAL" clId="{5BC9F464-DC04-46F4-8DA6-256EAADECE55}" dt="2026-05-08T06:32:12.592" v="21890" actId="20577"/>
          <ac:spMkLst>
            <pc:docMk/>
            <pc:sldMk cId="304763221" sldId="294"/>
            <ac:spMk id="14" creationId="{817F398E-B2EF-DC80-58A3-D44EAC2822CE}"/>
          </ac:spMkLst>
        </pc:spChg>
        <pc:spChg chg="mod">
          <ac:chgData name="Jervis LEE (IRAS)" userId="f5b4a8ae-594f-49a5-9990-0eb6ae48a4f9" providerId="ADAL" clId="{5BC9F464-DC04-46F4-8DA6-256EAADECE55}" dt="2026-05-08T05:59:38.014" v="19917" actId="1076"/>
          <ac:spMkLst>
            <pc:docMk/>
            <pc:sldMk cId="304763221" sldId="294"/>
            <ac:spMk id="16" creationId="{A5D8FF15-FCBE-17EB-DE20-AC9FCA606F8C}"/>
          </ac:spMkLst>
        </pc:spChg>
        <pc:spChg chg="mod">
          <ac:chgData name="Jervis LEE (IRAS)" userId="f5b4a8ae-594f-49a5-9990-0eb6ae48a4f9" providerId="ADAL" clId="{5BC9F464-DC04-46F4-8DA6-256EAADECE55}" dt="2026-05-08T05:56:05.289" v="19783" actId="20577"/>
          <ac:spMkLst>
            <pc:docMk/>
            <pc:sldMk cId="304763221" sldId="294"/>
            <ac:spMk id="17" creationId="{7AFC4221-BFC6-81C7-E4BA-DAF61D028043}"/>
          </ac:spMkLst>
        </pc:spChg>
        <pc:spChg chg="add mod">
          <ac:chgData name="Jervis LEE (IRAS)" userId="f5b4a8ae-594f-49a5-9990-0eb6ae48a4f9" providerId="ADAL" clId="{5BC9F464-DC04-46F4-8DA6-256EAADECE55}" dt="2026-05-08T06:07:41.426" v="20355" actId="1036"/>
          <ac:spMkLst>
            <pc:docMk/>
            <pc:sldMk cId="304763221" sldId="294"/>
            <ac:spMk id="29" creationId="{ACDAC1BB-EE9F-4FCF-BD80-180D32AEB984}"/>
          </ac:spMkLst>
        </pc:spChg>
        <pc:spChg chg="add mod">
          <ac:chgData name="Jervis LEE (IRAS)" userId="f5b4a8ae-594f-49a5-9990-0eb6ae48a4f9" providerId="ADAL" clId="{5BC9F464-DC04-46F4-8DA6-256EAADECE55}" dt="2026-05-08T07:34:09.685" v="23161" actId="1038"/>
          <ac:spMkLst>
            <pc:docMk/>
            <pc:sldMk cId="304763221" sldId="294"/>
            <ac:spMk id="30" creationId="{19ECF27D-73F7-D11D-6461-647258A84AE3}"/>
          </ac:spMkLst>
        </pc:spChg>
        <pc:spChg chg="del">
          <ac:chgData name="Jervis LEE (IRAS)" userId="f5b4a8ae-594f-49a5-9990-0eb6ae48a4f9" providerId="ADAL" clId="{5BC9F464-DC04-46F4-8DA6-256EAADECE55}" dt="2026-05-08T05:36:55.425" v="19317" actId="478"/>
          <ac:spMkLst>
            <pc:docMk/>
            <pc:sldMk cId="304763221" sldId="294"/>
            <ac:spMk id="34" creationId="{77F75087-B142-4D3C-F92D-1DF6950CFEE8}"/>
          </ac:spMkLst>
        </pc:spChg>
        <pc:spChg chg="del">
          <ac:chgData name="Jervis LEE (IRAS)" userId="f5b4a8ae-594f-49a5-9990-0eb6ae48a4f9" providerId="ADAL" clId="{5BC9F464-DC04-46F4-8DA6-256EAADECE55}" dt="2026-05-08T05:36:55.425" v="19317" actId="478"/>
          <ac:spMkLst>
            <pc:docMk/>
            <pc:sldMk cId="304763221" sldId="294"/>
            <ac:spMk id="35" creationId="{30B81299-41CF-5FBD-300C-8587C5115D18}"/>
          </ac:spMkLst>
        </pc:spChg>
        <pc:spChg chg="add mod">
          <ac:chgData name="Jervis LEE (IRAS)" userId="f5b4a8ae-594f-49a5-9990-0eb6ae48a4f9" providerId="ADAL" clId="{5BC9F464-DC04-46F4-8DA6-256EAADECE55}" dt="2026-05-08T07:34:09.685" v="23161" actId="1038"/>
          <ac:spMkLst>
            <pc:docMk/>
            <pc:sldMk cId="304763221" sldId="294"/>
            <ac:spMk id="37" creationId="{E3DDA859-A3E6-C02D-B9BF-92EAFF3390DC}"/>
          </ac:spMkLst>
        </pc:spChg>
        <pc:spChg chg="add mod">
          <ac:chgData name="Jervis LEE (IRAS)" userId="f5b4a8ae-594f-49a5-9990-0eb6ae48a4f9" providerId="ADAL" clId="{5BC9F464-DC04-46F4-8DA6-256EAADECE55}" dt="2026-05-08T06:08:12.614" v="20363" actId="1037"/>
          <ac:spMkLst>
            <pc:docMk/>
            <pc:sldMk cId="304763221" sldId="294"/>
            <ac:spMk id="38" creationId="{63090059-F5CB-66CE-775E-4498AF394278}"/>
          </ac:spMkLst>
        </pc:spChg>
        <pc:spChg chg="del">
          <ac:chgData name="Jervis LEE (IRAS)" userId="f5b4a8ae-594f-49a5-9990-0eb6ae48a4f9" providerId="ADAL" clId="{5BC9F464-DC04-46F4-8DA6-256EAADECE55}" dt="2026-05-08T05:36:55.425" v="19317" actId="478"/>
          <ac:spMkLst>
            <pc:docMk/>
            <pc:sldMk cId="304763221" sldId="294"/>
            <ac:spMk id="42" creationId="{C9EC81DD-CBBE-9327-1328-2A2C04B59DD4}"/>
          </ac:spMkLst>
        </pc:spChg>
        <pc:spChg chg="del">
          <ac:chgData name="Jervis LEE (IRAS)" userId="f5b4a8ae-594f-49a5-9990-0eb6ae48a4f9" providerId="ADAL" clId="{5BC9F464-DC04-46F4-8DA6-256EAADECE55}" dt="2026-05-08T05:36:55.425" v="19317" actId="478"/>
          <ac:spMkLst>
            <pc:docMk/>
            <pc:sldMk cId="304763221" sldId="294"/>
            <ac:spMk id="47" creationId="{51C55E37-F54D-359C-70E9-5C20C0C80F92}"/>
          </ac:spMkLst>
        </pc:spChg>
        <pc:spChg chg="del">
          <ac:chgData name="Jervis LEE (IRAS)" userId="f5b4a8ae-594f-49a5-9990-0eb6ae48a4f9" providerId="ADAL" clId="{5BC9F464-DC04-46F4-8DA6-256EAADECE55}" dt="2026-05-08T05:36:55.425" v="19317" actId="478"/>
          <ac:spMkLst>
            <pc:docMk/>
            <pc:sldMk cId="304763221" sldId="294"/>
            <ac:spMk id="48" creationId="{C1DC88D8-D746-2ADE-0C9E-57A9B1AEF4E6}"/>
          </ac:spMkLst>
        </pc:spChg>
        <pc:spChg chg="del">
          <ac:chgData name="Jervis LEE (IRAS)" userId="f5b4a8ae-594f-49a5-9990-0eb6ae48a4f9" providerId="ADAL" clId="{5BC9F464-DC04-46F4-8DA6-256EAADECE55}" dt="2026-05-08T05:36:55.425" v="19317" actId="478"/>
          <ac:spMkLst>
            <pc:docMk/>
            <pc:sldMk cId="304763221" sldId="294"/>
            <ac:spMk id="65" creationId="{E1D643D7-ED69-3843-5429-F482373C90D8}"/>
          </ac:spMkLst>
        </pc:spChg>
        <pc:spChg chg="mod">
          <ac:chgData name="Jervis LEE (IRAS)" userId="f5b4a8ae-594f-49a5-9990-0eb6ae48a4f9" providerId="ADAL" clId="{5BC9F464-DC04-46F4-8DA6-256EAADECE55}" dt="2026-05-08T06:16:41.436" v="20838" actId="1037"/>
          <ac:spMkLst>
            <pc:docMk/>
            <pc:sldMk cId="304763221" sldId="294"/>
            <ac:spMk id="70" creationId="{9DA374A5-50F0-FF99-BD4F-C04F08A9DD60}"/>
          </ac:spMkLst>
        </pc:spChg>
        <pc:spChg chg="mod">
          <ac:chgData name="Jervis LEE (IRAS)" userId="f5b4a8ae-594f-49a5-9990-0eb6ae48a4f9" providerId="ADAL" clId="{5BC9F464-DC04-46F4-8DA6-256EAADECE55}" dt="2026-05-08T06:16:41.436" v="20838" actId="1037"/>
          <ac:spMkLst>
            <pc:docMk/>
            <pc:sldMk cId="304763221" sldId="294"/>
            <ac:spMk id="71" creationId="{FEB4C3A4-4C8D-7429-0C2B-78C3B9BE301B}"/>
          </ac:spMkLst>
        </pc:spChg>
        <pc:spChg chg="mod">
          <ac:chgData name="Jervis LEE (IRAS)" userId="f5b4a8ae-594f-49a5-9990-0eb6ae48a4f9" providerId="ADAL" clId="{5BC9F464-DC04-46F4-8DA6-256EAADECE55}" dt="2026-05-08T06:16:52.293" v="20854" actId="1038"/>
          <ac:spMkLst>
            <pc:docMk/>
            <pc:sldMk cId="304763221" sldId="294"/>
            <ac:spMk id="72" creationId="{98A35058-DCF8-E04D-54E0-9F64A2BCBC27}"/>
          </ac:spMkLst>
        </pc:spChg>
        <pc:spChg chg="add mod">
          <ac:chgData name="Jervis LEE (IRAS)" userId="f5b4a8ae-594f-49a5-9990-0eb6ae48a4f9" providerId="ADAL" clId="{5BC9F464-DC04-46F4-8DA6-256EAADECE55}" dt="2026-05-08T06:22:09.357" v="21222" actId="1035"/>
          <ac:spMkLst>
            <pc:docMk/>
            <pc:sldMk cId="304763221" sldId="294"/>
            <ac:spMk id="74" creationId="{84FCAD90-CE73-0954-A50C-259F05ABABB2}"/>
          </ac:spMkLst>
        </pc:spChg>
        <pc:spChg chg="mod">
          <ac:chgData name="Jervis LEE (IRAS)" userId="f5b4a8ae-594f-49a5-9990-0eb6ae48a4f9" providerId="ADAL" clId="{5BC9F464-DC04-46F4-8DA6-256EAADECE55}" dt="2026-05-08T05:37:00.453" v="19318" actId="1076"/>
          <ac:spMkLst>
            <pc:docMk/>
            <pc:sldMk cId="304763221" sldId="294"/>
            <ac:spMk id="76" creationId="{005F7854-1740-07F8-BBEA-875E5902F22A}"/>
          </ac:spMkLst>
        </pc:spChg>
        <pc:spChg chg="mod">
          <ac:chgData name="Jervis LEE (IRAS)" userId="f5b4a8ae-594f-49a5-9990-0eb6ae48a4f9" providerId="ADAL" clId="{5BC9F464-DC04-46F4-8DA6-256EAADECE55}" dt="2026-05-08T07:34:09.685" v="23161" actId="1038"/>
          <ac:spMkLst>
            <pc:docMk/>
            <pc:sldMk cId="304763221" sldId="294"/>
            <ac:spMk id="83" creationId="{DAEA85D1-F02B-B8F1-8B9D-89E319B981DA}"/>
          </ac:spMkLst>
        </pc:spChg>
        <pc:spChg chg="mod">
          <ac:chgData name="Jervis LEE (IRAS)" userId="f5b4a8ae-594f-49a5-9990-0eb6ae48a4f9" providerId="ADAL" clId="{5BC9F464-DC04-46F4-8DA6-256EAADECE55}" dt="2026-05-08T07:34:09.685" v="23161" actId="1038"/>
          <ac:spMkLst>
            <pc:docMk/>
            <pc:sldMk cId="304763221" sldId="294"/>
            <ac:spMk id="84" creationId="{06330D29-86DF-7464-4CDA-3418B0AC1686}"/>
          </ac:spMkLst>
        </pc:spChg>
        <pc:spChg chg="del mod">
          <ac:chgData name="Jervis LEE (IRAS)" userId="f5b4a8ae-594f-49a5-9990-0eb6ae48a4f9" providerId="ADAL" clId="{5BC9F464-DC04-46F4-8DA6-256EAADECE55}" dt="2026-05-08T05:58:14.514" v="19838" actId="478"/>
          <ac:spMkLst>
            <pc:docMk/>
            <pc:sldMk cId="304763221" sldId="294"/>
            <ac:spMk id="86" creationId="{62410D5C-36EE-40AD-F573-2B17EF1FC6EE}"/>
          </ac:spMkLst>
        </pc:spChg>
        <pc:spChg chg="mod">
          <ac:chgData name="Jervis LEE (IRAS)" userId="f5b4a8ae-594f-49a5-9990-0eb6ae48a4f9" providerId="ADAL" clId="{5BC9F464-DC04-46F4-8DA6-256EAADECE55}" dt="2026-05-08T06:07:57.918" v="20359" actId="1076"/>
          <ac:spMkLst>
            <pc:docMk/>
            <pc:sldMk cId="304763221" sldId="294"/>
            <ac:spMk id="88" creationId="{3978CFE5-A8C0-EB6C-B1C7-F742F69D9E98}"/>
          </ac:spMkLst>
        </pc:spChg>
        <pc:spChg chg="del mod">
          <ac:chgData name="Jervis LEE (IRAS)" userId="f5b4a8ae-594f-49a5-9990-0eb6ae48a4f9" providerId="ADAL" clId="{5BC9F464-DC04-46F4-8DA6-256EAADECE55}" dt="2026-05-08T06:20:03.080" v="21189" actId="478"/>
          <ac:spMkLst>
            <pc:docMk/>
            <pc:sldMk cId="304763221" sldId="294"/>
            <ac:spMk id="90" creationId="{4D76E058-0533-EBD9-4481-AEE113206DB2}"/>
          </ac:spMkLst>
        </pc:spChg>
        <pc:spChg chg="add mod">
          <ac:chgData name="Jervis LEE (IRAS)" userId="f5b4a8ae-594f-49a5-9990-0eb6ae48a4f9" providerId="ADAL" clId="{5BC9F464-DC04-46F4-8DA6-256EAADECE55}" dt="2026-05-08T06:18:41.536" v="21067" actId="1076"/>
          <ac:spMkLst>
            <pc:docMk/>
            <pc:sldMk cId="304763221" sldId="294"/>
            <ac:spMk id="92" creationId="{CFFB7AB1-4E94-2C24-B367-64E10D516840}"/>
          </ac:spMkLst>
        </pc:spChg>
        <pc:spChg chg="mod">
          <ac:chgData name="Jervis LEE (IRAS)" userId="f5b4a8ae-594f-49a5-9990-0eb6ae48a4f9" providerId="ADAL" clId="{5BC9F464-DC04-46F4-8DA6-256EAADECE55}" dt="2026-05-08T07:34:09.685" v="23161" actId="1038"/>
          <ac:spMkLst>
            <pc:docMk/>
            <pc:sldMk cId="304763221" sldId="294"/>
            <ac:spMk id="93" creationId="{BFB107D4-6EC5-C5F7-359E-1D0E2F30DF7D}"/>
          </ac:spMkLst>
        </pc:spChg>
        <pc:spChg chg="mod">
          <ac:chgData name="Jervis LEE (IRAS)" userId="f5b4a8ae-594f-49a5-9990-0eb6ae48a4f9" providerId="ADAL" clId="{5BC9F464-DC04-46F4-8DA6-256EAADECE55}" dt="2026-05-08T08:17:03.263" v="24252"/>
          <ac:spMkLst>
            <pc:docMk/>
            <pc:sldMk cId="304763221" sldId="294"/>
            <ac:spMk id="94" creationId="{628D663B-7627-8F7A-93AD-5033710133B3}"/>
          </ac:spMkLst>
        </pc:spChg>
        <pc:spChg chg="mod">
          <ac:chgData name="Jervis LEE (IRAS)" userId="f5b4a8ae-594f-49a5-9990-0eb6ae48a4f9" providerId="ADAL" clId="{5BC9F464-DC04-46F4-8DA6-256EAADECE55}" dt="2026-05-08T07:34:09.685" v="23161" actId="1038"/>
          <ac:spMkLst>
            <pc:docMk/>
            <pc:sldMk cId="304763221" sldId="294"/>
            <ac:spMk id="95" creationId="{91350256-CC7D-0294-0239-B207B5986CEB}"/>
          </ac:spMkLst>
        </pc:spChg>
        <pc:spChg chg="add mod">
          <ac:chgData name="Jervis LEE (IRAS)" userId="f5b4a8ae-594f-49a5-9990-0eb6ae48a4f9" providerId="ADAL" clId="{5BC9F464-DC04-46F4-8DA6-256EAADECE55}" dt="2026-05-08T07:34:09.685" v="23161" actId="1038"/>
          <ac:spMkLst>
            <pc:docMk/>
            <pc:sldMk cId="304763221" sldId="294"/>
            <ac:spMk id="98" creationId="{6181DBAF-74D8-8FCA-7842-09F6A044253A}"/>
          </ac:spMkLst>
        </pc:spChg>
        <pc:spChg chg="mod">
          <ac:chgData name="Jervis LEE (IRAS)" userId="f5b4a8ae-594f-49a5-9990-0eb6ae48a4f9" providerId="ADAL" clId="{5BC9F464-DC04-46F4-8DA6-256EAADECE55}" dt="2026-05-08T07:34:09.685" v="23161" actId="1038"/>
          <ac:spMkLst>
            <pc:docMk/>
            <pc:sldMk cId="304763221" sldId="294"/>
            <ac:spMk id="100" creationId="{4831E590-EACB-E3BC-119F-C24BE2EF18C2}"/>
          </ac:spMkLst>
        </pc:spChg>
        <pc:spChg chg="add mod">
          <ac:chgData name="Jervis LEE (IRAS)" userId="f5b4a8ae-594f-49a5-9990-0eb6ae48a4f9" providerId="ADAL" clId="{5BC9F464-DC04-46F4-8DA6-256EAADECE55}" dt="2026-05-08T08:17:55.850" v="24253"/>
          <ac:spMkLst>
            <pc:docMk/>
            <pc:sldMk cId="304763221" sldId="294"/>
            <ac:spMk id="103" creationId="{380A8E89-4B1D-6E4D-AE08-21611564DBC5}"/>
          </ac:spMkLst>
        </pc:spChg>
        <pc:spChg chg="add mod">
          <ac:chgData name="Jervis LEE (IRAS)" userId="f5b4a8ae-594f-49a5-9990-0eb6ae48a4f9" providerId="ADAL" clId="{5BC9F464-DC04-46F4-8DA6-256EAADECE55}" dt="2026-05-08T06:19:12.420" v="21100" actId="1076"/>
          <ac:spMkLst>
            <pc:docMk/>
            <pc:sldMk cId="304763221" sldId="294"/>
            <ac:spMk id="107" creationId="{97523F8D-F58C-555F-28F5-00A84DDB18F4}"/>
          </ac:spMkLst>
        </pc:spChg>
        <pc:spChg chg="add mod">
          <ac:chgData name="Jervis LEE (IRAS)" userId="f5b4a8ae-594f-49a5-9990-0eb6ae48a4f9" providerId="ADAL" clId="{5BC9F464-DC04-46F4-8DA6-256EAADECE55}" dt="2026-05-08T07:34:09.685" v="23161" actId="1038"/>
          <ac:spMkLst>
            <pc:docMk/>
            <pc:sldMk cId="304763221" sldId="294"/>
            <ac:spMk id="111" creationId="{F46B1B1D-F359-46BF-FECD-20B3C976FB09}"/>
          </ac:spMkLst>
        </pc:spChg>
        <pc:spChg chg="add mod">
          <ac:chgData name="Jervis LEE (IRAS)" userId="f5b4a8ae-594f-49a5-9990-0eb6ae48a4f9" providerId="ADAL" clId="{5BC9F464-DC04-46F4-8DA6-256EAADECE55}" dt="2026-05-08T06:33:31.279" v="21895"/>
          <ac:spMkLst>
            <pc:docMk/>
            <pc:sldMk cId="304763221" sldId="294"/>
            <ac:spMk id="113" creationId="{B1A4D1B6-ACF5-8521-4DA7-95D1D25352E0}"/>
          </ac:spMkLst>
        </pc:spChg>
        <pc:spChg chg="add mod">
          <ac:chgData name="Jervis LEE (IRAS)" userId="f5b4a8ae-594f-49a5-9990-0eb6ae48a4f9" providerId="ADAL" clId="{5BC9F464-DC04-46F4-8DA6-256EAADECE55}" dt="2026-05-08T09:52:16.426" v="28626" actId="1035"/>
          <ac:spMkLst>
            <pc:docMk/>
            <pc:sldMk cId="304763221" sldId="294"/>
            <ac:spMk id="114" creationId="{9FF23649-4192-91B2-70AF-B8A8E4527BA7}"/>
          </ac:spMkLst>
        </pc:spChg>
        <pc:cxnChg chg="add mod">
          <ac:chgData name="Jervis LEE (IRAS)" userId="f5b4a8ae-594f-49a5-9990-0eb6ae48a4f9" providerId="ADAL" clId="{5BC9F464-DC04-46F4-8DA6-256EAADECE55}" dt="2026-05-08T06:22:05.284" v="21212" actId="1035"/>
          <ac:cxnSpMkLst>
            <pc:docMk/>
            <pc:sldMk cId="304763221" sldId="294"/>
            <ac:cxnSpMk id="15" creationId="{B9CBDD75-6663-CA8A-38D0-84689220A126}"/>
          </ac:cxnSpMkLst>
        </pc:cxnChg>
        <pc:cxnChg chg="add mod">
          <ac:chgData name="Jervis LEE (IRAS)" userId="f5b4a8ae-594f-49a5-9990-0eb6ae48a4f9" providerId="ADAL" clId="{5BC9F464-DC04-46F4-8DA6-256EAADECE55}" dt="2026-05-08T06:17:56.594" v="21012" actId="14100"/>
          <ac:cxnSpMkLst>
            <pc:docMk/>
            <pc:sldMk cId="304763221" sldId="294"/>
            <ac:cxnSpMk id="22" creationId="{4A46F65A-95D4-AE39-23C7-2A564D05654E}"/>
          </ac:cxnSpMkLst>
        </pc:cxnChg>
        <pc:cxnChg chg="add mod">
          <ac:chgData name="Jervis LEE (IRAS)" userId="f5b4a8ae-594f-49a5-9990-0eb6ae48a4f9" providerId="ADAL" clId="{5BC9F464-DC04-46F4-8DA6-256EAADECE55}" dt="2026-05-08T06:19:19.569" v="21112" actId="1037"/>
          <ac:cxnSpMkLst>
            <pc:docMk/>
            <pc:sldMk cId="304763221" sldId="294"/>
            <ac:cxnSpMk id="31" creationId="{9EE9178B-E77D-7D58-5EB3-DC1E91E108EF}"/>
          </ac:cxnSpMkLst>
        </pc:cxnChg>
        <pc:cxnChg chg="add mod">
          <ac:chgData name="Jervis LEE (IRAS)" userId="f5b4a8ae-594f-49a5-9990-0eb6ae48a4f9" providerId="ADAL" clId="{5BC9F464-DC04-46F4-8DA6-256EAADECE55}" dt="2026-05-08T06:07:37.634" v="20329" actId="1036"/>
          <ac:cxnSpMkLst>
            <pc:docMk/>
            <pc:sldMk cId="304763221" sldId="294"/>
            <ac:cxnSpMk id="55" creationId="{1CB1CBE8-A95C-B073-070D-ED91EB1BC7B9}"/>
          </ac:cxnSpMkLst>
        </pc:cxnChg>
        <pc:cxnChg chg="mod">
          <ac:chgData name="Jervis LEE (IRAS)" userId="f5b4a8ae-594f-49a5-9990-0eb6ae48a4f9" providerId="ADAL" clId="{5BC9F464-DC04-46F4-8DA6-256EAADECE55}" dt="2026-05-08T07:06:14.590" v="22025" actId="1038"/>
          <ac:cxnSpMkLst>
            <pc:docMk/>
            <pc:sldMk cId="304763221" sldId="294"/>
            <ac:cxnSpMk id="78" creationId="{423B1178-E8A9-E658-F1E3-FA8A97537296}"/>
          </ac:cxnSpMkLst>
        </pc:cxnChg>
        <pc:cxnChg chg="add mod">
          <ac:chgData name="Jervis LEE (IRAS)" userId="f5b4a8ae-594f-49a5-9990-0eb6ae48a4f9" providerId="ADAL" clId="{5BC9F464-DC04-46F4-8DA6-256EAADECE55}" dt="2026-05-08T06:18:37.951" v="21065" actId="1037"/>
          <ac:cxnSpMkLst>
            <pc:docMk/>
            <pc:sldMk cId="304763221" sldId="294"/>
            <ac:cxnSpMk id="79" creationId="{74A9F0F3-F092-AE09-395B-1DDEC132442C}"/>
          </ac:cxnSpMkLst>
        </pc:cxnChg>
        <pc:cxnChg chg="mod">
          <ac:chgData name="Jervis LEE (IRAS)" userId="f5b4a8ae-594f-49a5-9990-0eb6ae48a4f9" providerId="ADAL" clId="{5BC9F464-DC04-46F4-8DA6-256EAADECE55}" dt="2026-05-08T07:06:17.907" v="22029" actId="1037"/>
          <ac:cxnSpMkLst>
            <pc:docMk/>
            <pc:sldMk cId="304763221" sldId="294"/>
            <ac:cxnSpMk id="82" creationId="{10A80B6C-0855-0BB0-3CB0-BFA11ED8C44A}"/>
          </ac:cxnSpMkLst>
        </pc:cxnChg>
        <pc:cxnChg chg="del">
          <ac:chgData name="Jervis LEE (IRAS)" userId="f5b4a8ae-594f-49a5-9990-0eb6ae48a4f9" providerId="ADAL" clId="{5BC9F464-DC04-46F4-8DA6-256EAADECE55}" dt="2026-05-08T05:59:51.240" v="19943" actId="478"/>
          <ac:cxnSpMkLst>
            <pc:docMk/>
            <pc:sldMk cId="304763221" sldId="294"/>
            <ac:cxnSpMk id="85" creationId="{C37FBC82-F193-A032-D9DB-E28B3463A9AE}"/>
          </ac:cxnSpMkLst>
        </pc:cxnChg>
        <pc:cxnChg chg="del">
          <ac:chgData name="Jervis LEE (IRAS)" userId="f5b4a8ae-594f-49a5-9990-0eb6ae48a4f9" providerId="ADAL" clId="{5BC9F464-DC04-46F4-8DA6-256EAADECE55}" dt="2026-05-08T06:00:31.600" v="19959" actId="478"/>
          <ac:cxnSpMkLst>
            <pc:docMk/>
            <pc:sldMk cId="304763221" sldId="294"/>
            <ac:cxnSpMk id="87" creationId="{007CE140-4B9E-0302-EF0C-B5ABDA71333F}"/>
          </ac:cxnSpMkLst>
        </pc:cxnChg>
        <pc:cxnChg chg="add mod">
          <ac:chgData name="Jervis LEE (IRAS)" userId="f5b4a8ae-594f-49a5-9990-0eb6ae48a4f9" providerId="ADAL" clId="{5BC9F464-DC04-46F4-8DA6-256EAADECE55}" dt="2026-05-08T06:19:13.853" v="21101" actId="1037"/>
          <ac:cxnSpMkLst>
            <pc:docMk/>
            <pc:sldMk cId="304763221" sldId="294"/>
            <ac:cxnSpMk id="104" creationId="{D8E33B7A-2A68-5EEC-F5DA-08E38BC8D6DA}"/>
          </ac:cxnSpMkLst>
        </pc:cxnChg>
        <pc:cxnChg chg="add mod">
          <ac:chgData name="Jervis LEE (IRAS)" userId="f5b4a8ae-594f-49a5-9990-0eb6ae48a4f9" providerId="ADAL" clId="{5BC9F464-DC04-46F4-8DA6-256EAADECE55}" dt="2026-05-08T06:17:52.308" v="21011" actId="1038"/>
          <ac:cxnSpMkLst>
            <pc:docMk/>
            <pc:sldMk cId="304763221" sldId="294"/>
            <ac:cxnSpMk id="108" creationId="{97A5EA5F-4E48-E9A0-720D-28B0DE8DD965}"/>
          </ac:cxnSpMkLst>
        </pc:cxnChg>
      </pc:sldChg>
      <pc:sldChg chg="addSp delSp modSp add mod">
        <pc:chgData name="Jervis LEE (IRAS)" userId="f5b4a8ae-594f-49a5-9990-0eb6ae48a4f9" providerId="ADAL" clId="{5BC9F464-DC04-46F4-8DA6-256EAADECE55}" dt="2026-05-08T10:10:00.116" v="29187" actId="1036"/>
        <pc:sldMkLst>
          <pc:docMk/>
          <pc:sldMk cId="55040658" sldId="295"/>
        </pc:sldMkLst>
        <pc:spChg chg="mod">
          <ac:chgData name="Jervis LEE (IRAS)" userId="f5b4a8ae-594f-49a5-9990-0eb6ae48a4f9" providerId="ADAL" clId="{5BC9F464-DC04-46F4-8DA6-256EAADECE55}" dt="2026-05-08T06:21:27.118" v="21201" actId="20577"/>
          <ac:spMkLst>
            <pc:docMk/>
            <pc:sldMk cId="55040658" sldId="295"/>
            <ac:spMk id="2" creationId="{2E44EF65-A896-A263-3748-062B7AF5553A}"/>
          </ac:spMkLst>
        </pc:spChg>
        <pc:spChg chg="add mod">
          <ac:chgData name="Jervis LEE (IRAS)" userId="f5b4a8ae-594f-49a5-9990-0eb6ae48a4f9" providerId="ADAL" clId="{5BC9F464-DC04-46F4-8DA6-256EAADECE55}" dt="2026-05-08T10:05:53.956" v="29047" actId="1036"/>
          <ac:spMkLst>
            <pc:docMk/>
            <pc:sldMk cId="55040658" sldId="295"/>
            <ac:spMk id="3" creationId="{461932C5-5216-26FD-9680-DA5400A905AD}"/>
          </ac:spMkLst>
        </pc:spChg>
        <pc:spChg chg="add mod">
          <ac:chgData name="Jervis LEE (IRAS)" userId="f5b4a8ae-594f-49a5-9990-0eb6ae48a4f9" providerId="ADAL" clId="{5BC9F464-DC04-46F4-8DA6-256EAADECE55}" dt="2026-05-08T10:05:53.956" v="29047" actId="1036"/>
          <ac:spMkLst>
            <pc:docMk/>
            <pc:sldMk cId="55040658" sldId="295"/>
            <ac:spMk id="5" creationId="{B6181BFE-EE89-8E30-2D11-4FF00D20E904}"/>
          </ac:spMkLst>
        </pc:spChg>
        <pc:spChg chg="mod">
          <ac:chgData name="Jervis LEE (IRAS)" userId="f5b4a8ae-594f-49a5-9990-0eb6ae48a4f9" providerId="ADAL" clId="{5BC9F464-DC04-46F4-8DA6-256EAADECE55}" dt="2026-05-08T10:10:00.116" v="29187" actId="1036"/>
          <ac:spMkLst>
            <pc:docMk/>
            <pc:sldMk cId="55040658" sldId="295"/>
            <ac:spMk id="9" creationId="{B4CFB9EF-B81A-2214-FE7B-F671FFC3B8E6}"/>
          </ac:spMkLst>
        </pc:spChg>
        <pc:spChg chg="add mod">
          <ac:chgData name="Jervis LEE (IRAS)" userId="f5b4a8ae-594f-49a5-9990-0eb6ae48a4f9" providerId="ADAL" clId="{5BC9F464-DC04-46F4-8DA6-256EAADECE55}" dt="2026-05-08T06:27:59.636" v="21549" actId="1076"/>
          <ac:spMkLst>
            <pc:docMk/>
            <pc:sldMk cId="55040658" sldId="295"/>
            <ac:spMk id="10" creationId="{D199E654-1DA2-E2BA-2C18-182C881C8888}"/>
          </ac:spMkLst>
        </pc:spChg>
        <pc:spChg chg="mod">
          <ac:chgData name="Jervis LEE (IRAS)" userId="f5b4a8ae-594f-49a5-9990-0eb6ae48a4f9" providerId="ADAL" clId="{5BC9F464-DC04-46F4-8DA6-256EAADECE55}" dt="2026-05-08T06:23:12.963" v="21285" actId="1037"/>
          <ac:spMkLst>
            <pc:docMk/>
            <pc:sldMk cId="55040658" sldId="295"/>
            <ac:spMk id="13" creationId="{7458375F-1148-3466-32F6-81313A332964}"/>
          </ac:spMkLst>
        </pc:spChg>
        <pc:spChg chg="mod">
          <ac:chgData name="Jervis LEE (IRAS)" userId="f5b4a8ae-594f-49a5-9990-0eb6ae48a4f9" providerId="ADAL" clId="{5BC9F464-DC04-46F4-8DA6-256EAADECE55}" dt="2026-05-08T06:32:09.135" v="21887" actId="20577"/>
          <ac:spMkLst>
            <pc:docMk/>
            <pc:sldMk cId="55040658" sldId="295"/>
            <ac:spMk id="14" creationId="{8868754A-FA9B-A248-C935-CD5E6B2FF821}"/>
          </ac:spMkLst>
        </pc:spChg>
        <pc:spChg chg="mod">
          <ac:chgData name="Jervis LEE (IRAS)" userId="f5b4a8ae-594f-49a5-9990-0eb6ae48a4f9" providerId="ADAL" clId="{5BC9F464-DC04-46F4-8DA6-256EAADECE55}" dt="2026-05-08T06:32:28.773" v="21894" actId="20577"/>
          <ac:spMkLst>
            <pc:docMk/>
            <pc:sldMk cId="55040658" sldId="295"/>
            <ac:spMk id="17" creationId="{2461AC89-B08C-3409-CC2D-DF207F5EF542}"/>
          </ac:spMkLst>
        </pc:spChg>
        <pc:spChg chg="add mod">
          <ac:chgData name="Jervis LEE (IRAS)" userId="f5b4a8ae-594f-49a5-9990-0eb6ae48a4f9" providerId="ADAL" clId="{5BC9F464-DC04-46F4-8DA6-256EAADECE55}" dt="2026-05-08T06:30:11.424" v="21750" actId="1035"/>
          <ac:spMkLst>
            <pc:docMk/>
            <pc:sldMk cId="55040658" sldId="295"/>
            <ac:spMk id="20" creationId="{E7837895-4638-E8A0-5847-0B3A64EADD3A}"/>
          </ac:spMkLst>
        </pc:spChg>
        <pc:spChg chg="add mod">
          <ac:chgData name="Jervis LEE (IRAS)" userId="f5b4a8ae-594f-49a5-9990-0eb6ae48a4f9" providerId="ADAL" clId="{5BC9F464-DC04-46F4-8DA6-256EAADECE55}" dt="2026-05-08T06:31:45.855" v="21882" actId="20577"/>
          <ac:spMkLst>
            <pc:docMk/>
            <pc:sldMk cId="55040658" sldId="295"/>
            <ac:spMk id="21" creationId="{84BAA471-16A3-6BDF-FD64-9331C8C4141E}"/>
          </ac:spMkLst>
        </pc:spChg>
        <pc:spChg chg="add mod">
          <ac:chgData name="Jervis LEE (IRAS)" userId="f5b4a8ae-594f-49a5-9990-0eb6ae48a4f9" providerId="ADAL" clId="{5BC9F464-DC04-46F4-8DA6-256EAADECE55}" dt="2026-05-08T07:45:51.554" v="23392"/>
          <ac:spMkLst>
            <pc:docMk/>
            <pc:sldMk cId="55040658" sldId="295"/>
            <ac:spMk id="23" creationId="{4ECDF682-3FEC-0FE2-5FB5-7AF3C32B464C}"/>
          </ac:spMkLst>
        </pc:spChg>
        <pc:spChg chg="add mod">
          <ac:chgData name="Jervis LEE (IRAS)" userId="f5b4a8ae-594f-49a5-9990-0eb6ae48a4f9" providerId="ADAL" clId="{5BC9F464-DC04-46F4-8DA6-256EAADECE55}" dt="2026-05-08T10:01:32.217" v="28868" actId="14100"/>
          <ac:spMkLst>
            <pc:docMk/>
            <pc:sldMk cId="55040658" sldId="295"/>
            <ac:spMk id="24" creationId="{A4C65835-D933-BF7D-7836-7621A900BC8E}"/>
          </ac:spMkLst>
        </pc:spChg>
        <pc:spChg chg="mod">
          <ac:chgData name="Jervis LEE (IRAS)" userId="f5b4a8ae-594f-49a5-9990-0eb6ae48a4f9" providerId="ADAL" clId="{5BC9F464-DC04-46F4-8DA6-256EAADECE55}" dt="2026-05-08T06:23:12.963" v="21285" actId="1037"/>
          <ac:spMkLst>
            <pc:docMk/>
            <pc:sldMk cId="55040658" sldId="295"/>
            <ac:spMk id="38" creationId="{EEF6D501-BDE5-BD2C-8A8D-EAC66454F016}"/>
          </ac:spMkLst>
        </pc:spChg>
        <pc:spChg chg="add mod">
          <ac:chgData name="Jervis LEE (IRAS)" userId="f5b4a8ae-594f-49a5-9990-0eb6ae48a4f9" providerId="ADAL" clId="{5BC9F464-DC04-46F4-8DA6-256EAADECE55}" dt="2026-05-08T10:08:56" v="29134" actId="1036"/>
          <ac:spMkLst>
            <pc:docMk/>
            <pc:sldMk cId="55040658" sldId="295"/>
            <ac:spMk id="46" creationId="{17B93D85-AFD7-906F-A8D6-1D89F8666FBD}"/>
          </ac:spMkLst>
        </pc:spChg>
        <pc:spChg chg="add mod">
          <ac:chgData name="Jervis LEE (IRAS)" userId="f5b4a8ae-594f-49a5-9990-0eb6ae48a4f9" providerId="ADAL" clId="{5BC9F464-DC04-46F4-8DA6-256EAADECE55}" dt="2026-05-08T10:09:17.375" v="29145" actId="1035"/>
          <ac:spMkLst>
            <pc:docMk/>
            <pc:sldMk cId="55040658" sldId="295"/>
            <ac:spMk id="47" creationId="{F5E6BA76-D989-02A8-9E1E-A4530D465FB3}"/>
          </ac:spMkLst>
        </pc:spChg>
        <pc:spChg chg="add mod">
          <ac:chgData name="Jervis LEE (IRAS)" userId="f5b4a8ae-594f-49a5-9990-0eb6ae48a4f9" providerId="ADAL" clId="{5BC9F464-DC04-46F4-8DA6-256EAADECE55}" dt="2026-05-08T10:08:14.165" v="29084" actId="1035"/>
          <ac:spMkLst>
            <pc:docMk/>
            <pc:sldMk cId="55040658" sldId="295"/>
            <ac:spMk id="52" creationId="{88D72879-1850-28EC-BC05-8A8112C3BBB7}"/>
          </ac:spMkLst>
        </pc:spChg>
        <pc:spChg chg="mod">
          <ac:chgData name="Jervis LEE (IRAS)" userId="f5b4a8ae-594f-49a5-9990-0eb6ae48a4f9" providerId="ADAL" clId="{5BC9F464-DC04-46F4-8DA6-256EAADECE55}" dt="2026-05-08T06:23:12.963" v="21285" actId="1037"/>
          <ac:spMkLst>
            <pc:docMk/>
            <pc:sldMk cId="55040658" sldId="295"/>
            <ac:spMk id="71" creationId="{DB4D6D1D-8E5B-7468-3F5A-CADA60A53A82}"/>
          </ac:spMkLst>
        </pc:spChg>
        <pc:spChg chg="mod">
          <ac:chgData name="Jervis LEE (IRAS)" userId="f5b4a8ae-594f-49a5-9990-0eb6ae48a4f9" providerId="ADAL" clId="{5BC9F464-DC04-46F4-8DA6-256EAADECE55}" dt="2026-05-08T06:23:12.963" v="21285" actId="1037"/>
          <ac:spMkLst>
            <pc:docMk/>
            <pc:sldMk cId="55040658" sldId="295"/>
            <ac:spMk id="74" creationId="{34590BD6-846F-AEDD-E74C-2C30F0362AC9}"/>
          </ac:spMkLst>
        </pc:spChg>
        <pc:spChg chg="mod">
          <ac:chgData name="Jervis LEE (IRAS)" userId="f5b4a8ae-594f-49a5-9990-0eb6ae48a4f9" providerId="ADAL" clId="{5BC9F464-DC04-46F4-8DA6-256EAADECE55}" dt="2026-05-08T06:23:12.963" v="21285" actId="1037"/>
          <ac:spMkLst>
            <pc:docMk/>
            <pc:sldMk cId="55040658" sldId="295"/>
            <ac:spMk id="76" creationId="{3FB7E5BE-A65D-B64D-F079-8E193A31CB2D}"/>
          </ac:spMkLst>
        </pc:spChg>
        <pc:spChg chg="mod">
          <ac:chgData name="Jervis LEE (IRAS)" userId="f5b4a8ae-594f-49a5-9990-0eb6ae48a4f9" providerId="ADAL" clId="{5BC9F464-DC04-46F4-8DA6-256EAADECE55}" dt="2026-05-08T06:23:12.963" v="21285" actId="1037"/>
          <ac:spMkLst>
            <pc:docMk/>
            <pc:sldMk cId="55040658" sldId="295"/>
            <ac:spMk id="83" creationId="{874EF966-B951-C8A2-6649-1FDED7B921FC}"/>
          </ac:spMkLst>
        </pc:spChg>
        <pc:spChg chg="mod">
          <ac:chgData name="Jervis LEE (IRAS)" userId="f5b4a8ae-594f-49a5-9990-0eb6ae48a4f9" providerId="ADAL" clId="{5BC9F464-DC04-46F4-8DA6-256EAADECE55}" dt="2026-05-08T06:52:39.850" v="21936" actId="14100"/>
          <ac:spMkLst>
            <pc:docMk/>
            <pc:sldMk cId="55040658" sldId="295"/>
            <ac:spMk id="88" creationId="{E4BCBDBF-8D1F-5B06-A4A2-94A66812512F}"/>
          </ac:spMkLst>
        </pc:spChg>
        <pc:spChg chg="del">
          <ac:chgData name="Jervis LEE (IRAS)" userId="f5b4a8ae-594f-49a5-9990-0eb6ae48a4f9" providerId="ADAL" clId="{5BC9F464-DC04-46F4-8DA6-256EAADECE55}" dt="2026-05-08T07:18:15.317" v="22889" actId="478"/>
          <ac:spMkLst>
            <pc:docMk/>
            <pc:sldMk cId="55040658" sldId="295"/>
            <ac:spMk id="90" creationId="{55D09597-8870-9E4A-24E3-82F751A029BE}"/>
          </ac:spMkLst>
        </pc:spChg>
        <pc:spChg chg="mod">
          <ac:chgData name="Jervis LEE (IRAS)" userId="f5b4a8ae-594f-49a5-9990-0eb6ae48a4f9" providerId="ADAL" clId="{5BC9F464-DC04-46F4-8DA6-256EAADECE55}" dt="2026-05-08T06:25:00.029" v="21353" actId="20577"/>
          <ac:spMkLst>
            <pc:docMk/>
            <pc:sldMk cId="55040658" sldId="295"/>
            <ac:spMk id="92" creationId="{12D28277-DDD9-8BEA-8E19-FDEC120DCDEF}"/>
          </ac:spMkLst>
        </pc:spChg>
        <pc:spChg chg="mod">
          <ac:chgData name="Jervis LEE (IRAS)" userId="f5b4a8ae-594f-49a5-9990-0eb6ae48a4f9" providerId="ADAL" clId="{5BC9F464-DC04-46F4-8DA6-256EAADECE55}" dt="2026-05-08T09:21:30.513" v="26811" actId="20577"/>
          <ac:spMkLst>
            <pc:docMk/>
            <pc:sldMk cId="55040658" sldId="295"/>
            <ac:spMk id="94" creationId="{1234F170-F5AD-80E6-A946-54F888D5A98E}"/>
          </ac:spMkLst>
        </pc:spChg>
        <pc:spChg chg="mod">
          <ac:chgData name="Jervis LEE (IRAS)" userId="f5b4a8ae-594f-49a5-9990-0eb6ae48a4f9" providerId="ADAL" clId="{5BC9F464-DC04-46F4-8DA6-256EAADECE55}" dt="2026-05-08T10:00:21.594" v="28800" actId="1038"/>
          <ac:spMkLst>
            <pc:docMk/>
            <pc:sldMk cId="55040658" sldId="295"/>
            <ac:spMk id="95" creationId="{93DE714F-71E0-B3A1-BF0B-C5BE1B41B988}"/>
          </ac:spMkLst>
        </pc:spChg>
        <pc:spChg chg="mod">
          <ac:chgData name="Jervis LEE (IRAS)" userId="f5b4a8ae-594f-49a5-9990-0eb6ae48a4f9" providerId="ADAL" clId="{5BC9F464-DC04-46F4-8DA6-256EAADECE55}" dt="2026-05-08T10:00:21.594" v="28800" actId="1038"/>
          <ac:spMkLst>
            <pc:docMk/>
            <pc:sldMk cId="55040658" sldId="295"/>
            <ac:spMk id="96" creationId="{6FFA24B1-1AD3-3AE2-21AF-4DC033200BCB}"/>
          </ac:spMkLst>
        </pc:spChg>
        <pc:spChg chg="mod">
          <ac:chgData name="Jervis LEE (IRAS)" userId="f5b4a8ae-594f-49a5-9990-0eb6ae48a4f9" providerId="ADAL" clId="{5BC9F464-DC04-46F4-8DA6-256EAADECE55}" dt="2026-05-08T06:22:47.243" v="21250" actId="20577"/>
          <ac:spMkLst>
            <pc:docMk/>
            <pc:sldMk cId="55040658" sldId="295"/>
            <ac:spMk id="100" creationId="{6E1E0EB5-FF20-61DA-0F98-8A839043E946}"/>
          </ac:spMkLst>
        </pc:spChg>
        <pc:spChg chg="mod">
          <ac:chgData name="Jervis LEE (IRAS)" userId="f5b4a8ae-594f-49a5-9990-0eb6ae48a4f9" providerId="ADAL" clId="{5BC9F464-DC04-46F4-8DA6-256EAADECE55}" dt="2026-05-08T06:23:12.963" v="21285" actId="1037"/>
          <ac:spMkLst>
            <pc:docMk/>
            <pc:sldMk cId="55040658" sldId="295"/>
            <ac:spMk id="103" creationId="{620A67B4-D69E-36FD-C23C-5266152D212B}"/>
          </ac:spMkLst>
        </pc:spChg>
        <pc:spChg chg="mod">
          <ac:chgData name="Jervis LEE (IRAS)" userId="f5b4a8ae-594f-49a5-9990-0eb6ae48a4f9" providerId="ADAL" clId="{5BC9F464-DC04-46F4-8DA6-256EAADECE55}" dt="2026-05-08T10:04:56.230" v="28963" actId="20577"/>
          <ac:spMkLst>
            <pc:docMk/>
            <pc:sldMk cId="55040658" sldId="295"/>
            <ac:spMk id="107" creationId="{D3608216-5767-17E3-B306-84DE27464592}"/>
          </ac:spMkLst>
        </pc:spChg>
        <pc:spChg chg="mod">
          <ac:chgData name="Jervis LEE (IRAS)" userId="f5b4a8ae-594f-49a5-9990-0eb6ae48a4f9" providerId="ADAL" clId="{5BC9F464-DC04-46F4-8DA6-256EAADECE55}" dt="2026-05-08T10:04:58.528" v="28965" actId="20577"/>
          <ac:spMkLst>
            <pc:docMk/>
            <pc:sldMk cId="55040658" sldId="295"/>
            <ac:spMk id="111" creationId="{196F6998-17F2-2104-7C55-20FE4B1317D3}"/>
          </ac:spMkLst>
        </pc:spChg>
        <pc:cxnChg chg="add mod">
          <ac:chgData name="Jervis LEE (IRAS)" userId="f5b4a8ae-594f-49a5-9990-0eb6ae48a4f9" providerId="ADAL" clId="{5BC9F464-DC04-46F4-8DA6-256EAADECE55}" dt="2026-05-08T10:05:53.956" v="29047" actId="1036"/>
          <ac:cxnSpMkLst>
            <pc:docMk/>
            <pc:sldMk cId="55040658" sldId="295"/>
            <ac:cxnSpMk id="6" creationId="{F77B146A-0639-3A4D-9D32-5EC5FC653982}"/>
          </ac:cxnSpMkLst>
        </pc:cxnChg>
        <pc:cxnChg chg="add mod">
          <ac:chgData name="Jervis LEE (IRAS)" userId="f5b4a8ae-594f-49a5-9990-0eb6ae48a4f9" providerId="ADAL" clId="{5BC9F464-DC04-46F4-8DA6-256EAADECE55}" dt="2026-05-08T10:02:05.173" v="28889" actId="14100"/>
          <ac:cxnSpMkLst>
            <pc:docMk/>
            <pc:sldMk cId="55040658" sldId="295"/>
            <ac:cxnSpMk id="11" creationId="{95274909-CC49-E51B-A41C-E36E0E69F572}"/>
          </ac:cxnSpMkLst>
        </pc:cxnChg>
        <pc:cxnChg chg="mod">
          <ac:chgData name="Jervis LEE (IRAS)" userId="f5b4a8ae-594f-49a5-9990-0eb6ae48a4f9" providerId="ADAL" clId="{5BC9F464-DC04-46F4-8DA6-256EAADECE55}" dt="2026-05-08T10:00:46.046" v="28807" actId="14100"/>
          <ac:cxnSpMkLst>
            <pc:docMk/>
            <pc:sldMk cId="55040658" sldId="295"/>
            <ac:cxnSpMk id="12" creationId="{F9EDABC0-E5FC-4A8C-FCE0-AB0458A1D024}"/>
          </ac:cxnSpMkLst>
        </pc:cxnChg>
        <pc:cxnChg chg="add mod">
          <ac:chgData name="Jervis LEE (IRAS)" userId="f5b4a8ae-594f-49a5-9990-0eb6ae48a4f9" providerId="ADAL" clId="{5BC9F464-DC04-46F4-8DA6-256EAADECE55}" dt="2026-05-08T10:06:15.540" v="29069" actId="1036"/>
          <ac:cxnSpMkLst>
            <pc:docMk/>
            <pc:sldMk cId="55040658" sldId="295"/>
            <ac:cxnSpMk id="25" creationId="{D3C632CA-5DF0-DD44-EBEB-E7E0AA6525E1}"/>
          </ac:cxnSpMkLst>
        </pc:cxnChg>
        <pc:cxnChg chg="add mod">
          <ac:chgData name="Jervis LEE (IRAS)" userId="f5b4a8ae-594f-49a5-9990-0eb6ae48a4f9" providerId="ADAL" clId="{5BC9F464-DC04-46F4-8DA6-256EAADECE55}" dt="2026-05-08T10:06:00.237" v="29052" actId="1036"/>
          <ac:cxnSpMkLst>
            <pc:docMk/>
            <pc:sldMk cId="55040658" sldId="295"/>
            <ac:cxnSpMk id="40" creationId="{E4998C9E-5E03-F566-40B9-6E057FB76039}"/>
          </ac:cxnSpMkLst>
        </pc:cxnChg>
        <pc:cxnChg chg="mod">
          <ac:chgData name="Jervis LEE (IRAS)" userId="f5b4a8ae-594f-49a5-9990-0eb6ae48a4f9" providerId="ADAL" clId="{5BC9F464-DC04-46F4-8DA6-256EAADECE55}" dt="2026-05-08T07:06:08.168" v="22022" actId="1038"/>
          <ac:cxnSpMkLst>
            <pc:docMk/>
            <pc:sldMk cId="55040658" sldId="295"/>
            <ac:cxnSpMk id="78" creationId="{6C5E6F5F-8B37-EE7B-BD06-AA3052715D35}"/>
          </ac:cxnSpMkLst>
        </pc:cxnChg>
        <pc:cxnChg chg="mod">
          <ac:chgData name="Jervis LEE (IRAS)" userId="f5b4a8ae-594f-49a5-9990-0eb6ae48a4f9" providerId="ADAL" clId="{5BC9F464-DC04-46F4-8DA6-256EAADECE55}" dt="2026-05-08T09:58:44.091" v="28784" actId="1035"/>
          <ac:cxnSpMkLst>
            <pc:docMk/>
            <pc:sldMk cId="55040658" sldId="295"/>
            <ac:cxnSpMk id="79" creationId="{932A1992-B314-7CB0-8FDA-1F97B4A7EC22}"/>
          </ac:cxnSpMkLst>
        </pc:cxnChg>
        <pc:cxnChg chg="mod">
          <ac:chgData name="Jervis LEE (IRAS)" userId="f5b4a8ae-594f-49a5-9990-0eb6ae48a4f9" providerId="ADAL" clId="{5BC9F464-DC04-46F4-8DA6-256EAADECE55}" dt="2026-05-08T07:06:05.998" v="22019" actId="1037"/>
          <ac:cxnSpMkLst>
            <pc:docMk/>
            <pc:sldMk cId="55040658" sldId="295"/>
            <ac:cxnSpMk id="82" creationId="{6C9425F4-215B-76EE-01BE-32B715878B52}"/>
          </ac:cxnSpMkLst>
        </pc:cxnChg>
        <pc:cxnChg chg="mod">
          <ac:chgData name="Jervis LEE (IRAS)" userId="f5b4a8ae-594f-49a5-9990-0eb6ae48a4f9" providerId="ADAL" clId="{5BC9F464-DC04-46F4-8DA6-256EAADECE55}" dt="2026-05-08T10:00:50.447" v="28809" actId="14100"/>
          <ac:cxnSpMkLst>
            <pc:docMk/>
            <pc:sldMk cId="55040658" sldId="295"/>
            <ac:cxnSpMk id="97" creationId="{E5F0649A-2A22-DB62-8074-5C9A8F5D187C}"/>
          </ac:cxnSpMkLst>
        </pc:cxnChg>
      </pc:sldChg>
      <pc:sldChg chg="addSp delSp modSp add mod">
        <pc:chgData name="Jervis LEE (IRAS)" userId="f5b4a8ae-594f-49a5-9990-0eb6ae48a4f9" providerId="ADAL" clId="{5BC9F464-DC04-46F4-8DA6-256EAADECE55}" dt="2026-05-08T10:09:33.902" v="29161" actId="14100"/>
        <pc:sldMkLst>
          <pc:docMk/>
          <pc:sldMk cId="3388833641" sldId="296"/>
        </pc:sldMkLst>
        <pc:spChg chg="mod">
          <ac:chgData name="Jervis LEE (IRAS)" userId="f5b4a8ae-594f-49a5-9990-0eb6ae48a4f9" providerId="ADAL" clId="{5BC9F464-DC04-46F4-8DA6-256EAADECE55}" dt="2026-05-08T06:33:45.918" v="21903" actId="20577"/>
          <ac:spMkLst>
            <pc:docMk/>
            <pc:sldMk cId="3388833641" sldId="296"/>
            <ac:spMk id="2" creationId="{38E91908-BF65-1317-B5A3-AD26E7546A7D}"/>
          </ac:spMkLst>
        </pc:spChg>
        <pc:spChg chg="del">
          <ac:chgData name="Jervis LEE (IRAS)" userId="f5b4a8ae-594f-49a5-9990-0eb6ae48a4f9" providerId="ADAL" clId="{5BC9F464-DC04-46F4-8DA6-256EAADECE55}" dt="2026-05-08T06:33:53.405" v="21907" actId="478"/>
          <ac:spMkLst>
            <pc:docMk/>
            <pc:sldMk cId="3388833641" sldId="296"/>
            <ac:spMk id="5" creationId="{C788F41C-45F5-5956-81BE-706B94797A0E}"/>
          </ac:spMkLst>
        </pc:spChg>
        <pc:spChg chg="add mod">
          <ac:chgData name="Jervis LEE (IRAS)" userId="f5b4a8ae-594f-49a5-9990-0eb6ae48a4f9" providerId="ADAL" clId="{5BC9F464-DC04-46F4-8DA6-256EAADECE55}" dt="2026-05-08T08:35:22.858" v="24305" actId="1035"/>
          <ac:spMkLst>
            <pc:docMk/>
            <pc:sldMk cId="3388833641" sldId="296"/>
            <ac:spMk id="7" creationId="{090A9100-1F25-F1F8-FE91-2C792DE67D80}"/>
          </ac:spMkLst>
        </pc:spChg>
        <pc:spChg chg="del">
          <ac:chgData name="Jervis LEE (IRAS)" userId="f5b4a8ae-594f-49a5-9990-0eb6ae48a4f9" providerId="ADAL" clId="{5BC9F464-DC04-46F4-8DA6-256EAADECE55}" dt="2026-05-08T06:33:53.405" v="21907" actId="478"/>
          <ac:spMkLst>
            <pc:docMk/>
            <pc:sldMk cId="3388833641" sldId="296"/>
            <ac:spMk id="9" creationId="{EFD036CD-2695-5464-EFD5-DEFBE3C9FF4A}"/>
          </ac:spMkLst>
        </pc:spChg>
        <pc:spChg chg="del">
          <ac:chgData name="Jervis LEE (IRAS)" userId="f5b4a8ae-594f-49a5-9990-0eb6ae48a4f9" providerId="ADAL" clId="{5BC9F464-DC04-46F4-8DA6-256EAADECE55}" dt="2026-05-08T06:33:53.405" v="21907" actId="478"/>
          <ac:spMkLst>
            <pc:docMk/>
            <pc:sldMk cId="3388833641" sldId="296"/>
            <ac:spMk id="10" creationId="{85377AB2-C3E9-766A-C882-AB28458FCB94}"/>
          </ac:spMkLst>
        </pc:spChg>
        <pc:spChg chg="del">
          <ac:chgData name="Jervis LEE (IRAS)" userId="f5b4a8ae-594f-49a5-9990-0eb6ae48a4f9" providerId="ADAL" clId="{5BC9F464-DC04-46F4-8DA6-256EAADECE55}" dt="2026-05-08T06:33:56.477" v="21908" actId="478"/>
          <ac:spMkLst>
            <pc:docMk/>
            <pc:sldMk cId="3388833641" sldId="296"/>
            <ac:spMk id="13" creationId="{8C97E06D-3D20-4074-E7E6-0CC974B657DA}"/>
          </ac:spMkLst>
        </pc:spChg>
        <pc:spChg chg="del">
          <ac:chgData name="Jervis LEE (IRAS)" userId="f5b4a8ae-594f-49a5-9990-0eb6ae48a4f9" providerId="ADAL" clId="{5BC9F464-DC04-46F4-8DA6-256EAADECE55}" dt="2026-05-08T06:33:56.477" v="21908" actId="478"/>
          <ac:spMkLst>
            <pc:docMk/>
            <pc:sldMk cId="3388833641" sldId="296"/>
            <ac:spMk id="14" creationId="{10127AD4-B4D1-66B8-4940-A7C541635A9D}"/>
          </ac:spMkLst>
        </pc:spChg>
        <pc:spChg chg="mod">
          <ac:chgData name="Jervis LEE (IRAS)" userId="f5b4a8ae-594f-49a5-9990-0eb6ae48a4f9" providerId="ADAL" clId="{5BC9F464-DC04-46F4-8DA6-256EAADECE55}" dt="2026-05-08T08:53:35.609" v="25257" actId="14100"/>
          <ac:spMkLst>
            <pc:docMk/>
            <pc:sldMk cId="3388833641" sldId="296"/>
            <ac:spMk id="16" creationId="{F14D187D-5969-D750-F8E5-41FED9B07B8C}"/>
          </ac:spMkLst>
        </pc:spChg>
        <pc:spChg chg="mod">
          <ac:chgData name="Jervis LEE (IRAS)" userId="f5b4a8ae-594f-49a5-9990-0eb6ae48a4f9" providerId="ADAL" clId="{5BC9F464-DC04-46F4-8DA6-256EAADECE55}" dt="2026-05-08T06:33:49.535" v="21906" actId="20577"/>
          <ac:spMkLst>
            <pc:docMk/>
            <pc:sldMk cId="3388833641" sldId="296"/>
            <ac:spMk id="17" creationId="{D638A713-EB97-6629-5C84-27145F4B4CC4}"/>
          </ac:spMkLst>
        </pc:spChg>
        <pc:spChg chg="add mod">
          <ac:chgData name="Jervis LEE (IRAS)" userId="f5b4a8ae-594f-49a5-9990-0eb6ae48a4f9" providerId="ADAL" clId="{5BC9F464-DC04-46F4-8DA6-256EAADECE55}" dt="2026-05-08T06:34:03.745" v="21910" actId="1076"/>
          <ac:spMkLst>
            <pc:docMk/>
            <pc:sldMk cId="3388833641" sldId="296"/>
            <ac:spMk id="18" creationId="{FDB52A9F-E72B-6D1C-1530-07E1CCBCD1AB}"/>
          </ac:spMkLst>
        </pc:spChg>
        <pc:spChg chg="del">
          <ac:chgData name="Jervis LEE (IRAS)" userId="f5b4a8ae-594f-49a5-9990-0eb6ae48a4f9" providerId="ADAL" clId="{5BC9F464-DC04-46F4-8DA6-256EAADECE55}" dt="2026-05-08T06:33:53.405" v="21907" actId="478"/>
          <ac:spMkLst>
            <pc:docMk/>
            <pc:sldMk cId="3388833641" sldId="296"/>
            <ac:spMk id="20" creationId="{B864A228-FB2F-FEE9-86EE-0FE49119E3C1}"/>
          </ac:spMkLst>
        </pc:spChg>
        <pc:spChg chg="del">
          <ac:chgData name="Jervis LEE (IRAS)" userId="f5b4a8ae-594f-49a5-9990-0eb6ae48a4f9" providerId="ADAL" clId="{5BC9F464-DC04-46F4-8DA6-256EAADECE55}" dt="2026-05-08T07:30:53.776" v="23026" actId="478"/>
          <ac:spMkLst>
            <pc:docMk/>
            <pc:sldMk cId="3388833641" sldId="296"/>
            <ac:spMk id="23" creationId="{56B12914-C75C-3868-0ABE-4C9980D5CE17}"/>
          </ac:spMkLst>
        </pc:spChg>
        <pc:spChg chg="add mod">
          <ac:chgData name="Jervis LEE (IRAS)" userId="f5b4a8ae-594f-49a5-9990-0eb6ae48a4f9" providerId="ADAL" clId="{5BC9F464-DC04-46F4-8DA6-256EAADECE55}" dt="2026-05-08T08:35:22.858" v="24305" actId="1035"/>
          <ac:spMkLst>
            <pc:docMk/>
            <pc:sldMk cId="3388833641" sldId="296"/>
            <ac:spMk id="26" creationId="{AEEE8EE9-7105-F1DD-94EC-503D338888E9}"/>
          </ac:spMkLst>
        </pc:spChg>
        <pc:spChg chg="add mod">
          <ac:chgData name="Jervis LEE (IRAS)" userId="f5b4a8ae-594f-49a5-9990-0eb6ae48a4f9" providerId="ADAL" clId="{5BC9F464-DC04-46F4-8DA6-256EAADECE55}" dt="2026-05-08T08:35:22.858" v="24305" actId="1035"/>
          <ac:spMkLst>
            <pc:docMk/>
            <pc:sldMk cId="3388833641" sldId="296"/>
            <ac:spMk id="27" creationId="{114D178F-F025-FF65-B3F6-D00F0BC3CD36}"/>
          </ac:spMkLst>
        </pc:spChg>
        <pc:spChg chg="del">
          <ac:chgData name="Jervis LEE (IRAS)" userId="f5b4a8ae-594f-49a5-9990-0eb6ae48a4f9" providerId="ADAL" clId="{5BC9F464-DC04-46F4-8DA6-256EAADECE55}" dt="2026-05-08T06:33:56.477" v="21908" actId="478"/>
          <ac:spMkLst>
            <pc:docMk/>
            <pc:sldMk cId="3388833641" sldId="296"/>
            <ac:spMk id="29" creationId="{21A9F01F-6E7B-5EDB-5D95-1799A1EC37C8}"/>
          </ac:spMkLst>
        </pc:spChg>
        <pc:spChg chg="mod">
          <ac:chgData name="Jervis LEE (IRAS)" userId="f5b4a8ae-594f-49a5-9990-0eb6ae48a4f9" providerId="ADAL" clId="{5BC9F464-DC04-46F4-8DA6-256EAADECE55}" dt="2026-05-08T09:26:12.733" v="27276" actId="20577"/>
          <ac:spMkLst>
            <pc:docMk/>
            <pc:sldMk cId="3388833641" sldId="296"/>
            <ac:spMk id="32" creationId="{EDFD3587-9B1E-209F-FD5D-4B337C76B8C6}"/>
          </ac:spMkLst>
        </pc:spChg>
        <pc:spChg chg="add mod">
          <ac:chgData name="Jervis LEE (IRAS)" userId="f5b4a8ae-594f-49a5-9990-0eb6ae48a4f9" providerId="ADAL" clId="{5BC9F464-DC04-46F4-8DA6-256EAADECE55}" dt="2026-05-08T08:35:22.858" v="24305" actId="1035"/>
          <ac:spMkLst>
            <pc:docMk/>
            <pc:sldMk cId="3388833641" sldId="296"/>
            <ac:spMk id="34" creationId="{C1DE3A21-A166-D024-F47E-56F6D7B24633}"/>
          </ac:spMkLst>
        </pc:spChg>
        <pc:spChg chg="add del mod">
          <ac:chgData name="Jervis LEE (IRAS)" userId="f5b4a8ae-594f-49a5-9990-0eb6ae48a4f9" providerId="ADAL" clId="{5BC9F464-DC04-46F4-8DA6-256EAADECE55}" dt="2026-05-08T07:08:18.724" v="22096" actId="478"/>
          <ac:spMkLst>
            <pc:docMk/>
            <pc:sldMk cId="3388833641" sldId="296"/>
            <ac:spMk id="35" creationId="{B213AA5D-4ECD-36DD-0E91-25FDA2B0B8FA}"/>
          </ac:spMkLst>
        </pc:spChg>
        <pc:spChg chg="add del mod">
          <ac:chgData name="Jervis LEE (IRAS)" userId="f5b4a8ae-594f-49a5-9990-0eb6ae48a4f9" providerId="ADAL" clId="{5BC9F464-DC04-46F4-8DA6-256EAADECE55}" dt="2026-05-08T07:12:47.673" v="22482" actId="478"/>
          <ac:spMkLst>
            <pc:docMk/>
            <pc:sldMk cId="3388833641" sldId="296"/>
            <ac:spMk id="36" creationId="{00349090-9E50-D232-7284-ECCA0AD5AA1D}"/>
          </ac:spMkLst>
        </pc:spChg>
        <pc:spChg chg="add mod">
          <ac:chgData name="Jervis LEE (IRAS)" userId="f5b4a8ae-594f-49a5-9990-0eb6ae48a4f9" providerId="ADAL" clId="{5BC9F464-DC04-46F4-8DA6-256EAADECE55}" dt="2026-05-08T09:34:19.921" v="27656" actId="1037"/>
          <ac:spMkLst>
            <pc:docMk/>
            <pc:sldMk cId="3388833641" sldId="296"/>
            <ac:spMk id="39" creationId="{56D16202-1820-9E99-8F2C-4750D58C9245}"/>
          </ac:spMkLst>
        </pc:spChg>
        <pc:spChg chg="add mod">
          <ac:chgData name="Jervis LEE (IRAS)" userId="f5b4a8ae-594f-49a5-9990-0eb6ae48a4f9" providerId="ADAL" clId="{5BC9F464-DC04-46F4-8DA6-256EAADECE55}" dt="2026-05-08T09:34:19.921" v="27656" actId="1037"/>
          <ac:spMkLst>
            <pc:docMk/>
            <pc:sldMk cId="3388833641" sldId="296"/>
            <ac:spMk id="40" creationId="{C94729E7-2EF7-3A88-0212-E15B81CCAB63}"/>
          </ac:spMkLst>
        </pc:spChg>
        <pc:spChg chg="mod">
          <ac:chgData name="Jervis LEE (IRAS)" userId="f5b4a8ae-594f-49a5-9990-0eb6ae48a4f9" providerId="ADAL" clId="{5BC9F464-DC04-46F4-8DA6-256EAADECE55}" dt="2026-05-08T09:27:24.649" v="27392" actId="1076"/>
          <ac:spMkLst>
            <pc:docMk/>
            <pc:sldMk cId="3388833641" sldId="296"/>
            <ac:spMk id="42" creationId="{B3A39A09-248E-40A9-9291-1BC28B23E851}"/>
          </ac:spMkLst>
        </pc:spChg>
        <pc:spChg chg="add mod">
          <ac:chgData name="Jervis LEE (IRAS)" userId="f5b4a8ae-594f-49a5-9990-0eb6ae48a4f9" providerId="ADAL" clId="{5BC9F464-DC04-46F4-8DA6-256EAADECE55}" dt="2026-05-08T10:09:33.902" v="29161" actId="14100"/>
          <ac:spMkLst>
            <pc:docMk/>
            <pc:sldMk cId="3388833641" sldId="296"/>
            <ac:spMk id="43" creationId="{544C60E4-9399-39DF-4C35-FBE6C8B590F2}"/>
          </ac:spMkLst>
        </pc:spChg>
        <pc:spChg chg="add mod">
          <ac:chgData name="Jervis LEE (IRAS)" userId="f5b4a8ae-594f-49a5-9990-0eb6ae48a4f9" providerId="ADAL" clId="{5BC9F464-DC04-46F4-8DA6-256EAADECE55}" dt="2026-05-08T09:34:27.571" v="27677" actId="1037"/>
          <ac:spMkLst>
            <pc:docMk/>
            <pc:sldMk cId="3388833641" sldId="296"/>
            <ac:spMk id="45" creationId="{A6308606-6012-4E95-0636-60264D162DEC}"/>
          </ac:spMkLst>
        </pc:spChg>
        <pc:spChg chg="add mod">
          <ac:chgData name="Jervis LEE (IRAS)" userId="f5b4a8ae-594f-49a5-9990-0eb6ae48a4f9" providerId="ADAL" clId="{5BC9F464-DC04-46F4-8DA6-256EAADECE55}" dt="2026-05-08T09:34:27.571" v="27677" actId="1037"/>
          <ac:spMkLst>
            <pc:docMk/>
            <pc:sldMk cId="3388833641" sldId="296"/>
            <ac:spMk id="46" creationId="{4B068B13-BFAE-8DCB-CAA7-036C9CACFB52}"/>
          </ac:spMkLst>
        </pc:spChg>
        <pc:spChg chg="add del mod">
          <ac:chgData name="Jervis LEE (IRAS)" userId="f5b4a8ae-594f-49a5-9990-0eb6ae48a4f9" providerId="ADAL" clId="{5BC9F464-DC04-46F4-8DA6-256EAADECE55}" dt="2026-05-08T09:20:56.870" v="26785" actId="478"/>
          <ac:spMkLst>
            <pc:docMk/>
            <pc:sldMk cId="3388833641" sldId="296"/>
            <ac:spMk id="62" creationId="{582E87B0-0C87-097D-C12D-9B50150AB291}"/>
          </ac:spMkLst>
        </pc:spChg>
        <pc:spChg chg="add del mod">
          <ac:chgData name="Jervis LEE (IRAS)" userId="f5b4a8ae-594f-49a5-9990-0eb6ae48a4f9" providerId="ADAL" clId="{5BC9F464-DC04-46F4-8DA6-256EAADECE55}" dt="2026-05-08T09:21:37.563" v="26812" actId="478"/>
          <ac:spMkLst>
            <pc:docMk/>
            <pc:sldMk cId="3388833641" sldId="296"/>
            <ac:spMk id="69" creationId="{4B7DBBF8-9F71-FCD2-78E3-8513A256A8DB}"/>
          </ac:spMkLst>
        </pc:spChg>
        <pc:spChg chg="del">
          <ac:chgData name="Jervis LEE (IRAS)" userId="f5b4a8ae-594f-49a5-9990-0eb6ae48a4f9" providerId="ADAL" clId="{5BC9F464-DC04-46F4-8DA6-256EAADECE55}" dt="2026-05-08T06:33:56.477" v="21908" actId="478"/>
          <ac:spMkLst>
            <pc:docMk/>
            <pc:sldMk cId="3388833641" sldId="296"/>
            <ac:spMk id="71" creationId="{65176B01-273E-DA13-1A8A-D320571CA702}"/>
          </ac:spMkLst>
        </pc:spChg>
        <pc:spChg chg="del">
          <ac:chgData name="Jervis LEE (IRAS)" userId="f5b4a8ae-594f-49a5-9990-0eb6ae48a4f9" providerId="ADAL" clId="{5BC9F464-DC04-46F4-8DA6-256EAADECE55}" dt="2026-05-08T06:33:56.477" v="21908" actId="478"/>
          <ac:spMkLst>
            <pc:docMk/>
            <pc:sldMk cId="3388833641" sldId="296"/>
            <ac:spMk id="72" creationId="{36FFB11C-E4FE-D5E1-0B59-D759C7E1B01D}"/>
          </ac:spMkLst>
        </pc:spChg>
        <pc:spChg chg="del">
          <ac:chgData name="Jervis LEE (IRAS)" userId="f5b4a8ae-594f-49a5-9990-0eb6ae48a4f9" providerId="ADAL" clId="{5BC9F464-DC04-46F4-8DA6-256EAADECE55}" dt="2026-05-08T06:33:56.477" v="21908" actId="478"/>
          <ac:spMkLst>
            <pc:docMk/>
            <pc:sldMk cId="3388833641" sldId="296"/>
            <ac:spMk id="74" creationId="{CDB224E9-01D6-7AC2-6E82-404D0D37889A}"/>
          </ac:spMkLst>
        </pc:spChg>
        <pc:spChg chg="del">
          <ac:chgData name="Jervis LEE (IRAS)" userId="f5b4a8ae-594f-49a5-9990-0eb6ae48a4f9" providerId="ADAL" clId="{5BC9F464-DC04-46F4-8DA6-256EAADECE55}" dt="2026-05-08T06:33:53.405" v="21907" actId="478"/>
          <ac:spMkLst>
            <pc:docMk/>
            <pc:sldMk cId="3388833641" sldId="296"/>
            <ac:spMk id="83" creationId="{055181F0-506B-61A1-5BF3-B50497FE0CC3}"/>
          </ac:spMkLst>
        </pc:spChg>
        <pc:spChg chg="del">
          <ac:chgData name="Jervis LEE (IRAS)" userId="f5b4a8ae-594f-49a5-9990-0eb6ae48a4f9" providerId="ADAL" clId="{5BC9F464-DC04-46F4-8DA6-256EAADECE55}" dt="2026-05-08T06:33:53.405" v="21907" actId="478"/>
          <ac:spMkLst>
            <pc:docMk/>
            <pc:sldMk cId="3388833641" sldId="296"/>
            <ac:spMk id="84" creationId="{EB4B3A35-5AE0-1A4E-7D4E-3AD89F6B79D6}"/>
          </ac:spMkLst>
        </pc:spChg>
        <pc:spChg chg="add mod">
          <ac:chgData name="Jervis LEE (IRAS)" userId="f5b4a8ae-594f-49a5-9990-0eb6ae48a4f9" providerId="ADAL" clId="{5BC9F464-DC04-46F4-8DA6-256EAADECE55}" dt="2026-05-08T08:35:22.858" v="24305" actId="1035"/>
          <ac:spMkLst>
            <pc:docMk/>
            <pc:sldMk cId="3388833641" sldId="296"/>
            <ac:spMk id="86" creationId="{4044C9A9-3613-4D96-116B-4BDAA9210068}"/>
          </ac:spMkLst>
        </pc:spChg>
        <pc:spChg chg="del mod">
          <ac:chgData name="Jervis LEE (IRAS)" userId="f5b4a8ae-594f-49a5-9990-0eb6ae48a4f9" providerId="ADAL" clId="{5BC9F464-DC04-46F4-8DA6-256EAADECE55}" dt="2026-05-08T08:30:58.999" v="24254" actId="478"/>
          <ac:spMkLst>
            <pc:docMk/>
            <pc:sldMk cId="3388833641" sldId="296"/>
            <ac:spMk id="90" creationId="{29423F13-6E08-DEC4-1105-03AE55CF23AF}"/>
          </ac:spMkLst>
        </pc:spChg>
        <pc:spChg chg="add mod">
          <ac:chgData name="Jervis LEE (IRAS)" userId="f5b4a8ae-594f-49a5-9990-0eb6ae48a4f9" providerId="ADAL" clId="{5BC9F464-DC04-46F4-8DA6-256EAADECE55}" dt="2026-05-08T08:51:48.627" v="25223" actId="20577"/>
          <ac:spMkLst>
            <pc:docMk/>
            <pc:sldMk cId="3388833641" sldId="296"/>
            <ac:spMk id="91" creationId="{604AD43A-AE31-663F-C1C9-42569C8DA09B}"/>
          </ac:spMkLst>
        </pc:spChg>
        <pc:spChg chg="del">
          <ac:chgData name="Jervis LEE (IRAS)" userId="f5b4a8ae-594f-49a5-9990-0eb6ae48a4f9" providerId="ADAL" clId="{5BC9F464-DC04-46F4-8DA6-256EAADECE55}" dt="2026-05-08T06:33:53.405" v="21907" actId="478"/>
          <ac:spMkLst>
            <pc:docMk/>
            <pc:sldMk cId="3388833641" sldId="296"/>
            <ac:spMk id="92" creationId="{148D2713-8A21-1C4F-C231-7AE296B27A88}"/>
          </ac:spMkLst>
        </pc:spChg>
        <pc:spChg chg="del">
          <ac:chgData name="Jervis LEE (IRAS)" userId="f5b4a8ae-594f-49a5-9990-0eb6ae48a4f9" providerId="ADAL" clId="{5BC9F464-DC04-46F4-8DA6-256EAADECE55}" dt="2026-05-08T06:33:56.477" v="21908" actId="478"/>
          <ac:spMkLst>
            <pc:docMk/>
            <pc:sldMk cId="3388833641" sldId="296"/>
            <ac:spMk id="93" creationId="{FE705199-98EA-5240-5476-BC9850899CA5}"/>
          </ac:spMkLst>
        </pc:spChg>
        <pc:spChg chg="del">
          <ac:chgData name="Jervis LEE (IRAS)" userId="f5b4a8ae-594f-49a5-9990-0eb6ae48a4f9" providerId="ADAL" clId="{5BC9F464-DC04-46F4-8DA6-256EAADECE55}" dt="2026-05-08T06:33:53.405" v="21907" actId="478"/>
          <ac:spMkLst>
            <pc:docMk/>
            <pc:sldMk cId="3388833641" sldId="296"/>
            <ac:spMk id="94" creationId="{3003BCB6-0A1B-E3E2-846A-750E85E9E9B9}"/>
          </ac:spMkLst>
        </pc:spChg>
        <pc:spChg chg="del">
          <ac:chgData name="Jervis LEE (IRAS)" userId="f5b4a8ae-594f-49a5-9990-0eb6ae48a4f9" providerId="ADAL" clId="{5BC9F464-DC04-46F4-8DA6-256EAADECE55}" dt="2026-05-08T06:33:53.405" v="21907" actId="478"/>
          <ac:spMkLst>
            <pc:docMk/>
            <pc:sldMk cId="3388833641" sldId="296"/>
            <ac:spMk id="96" creationId="{332170E9-AF77-103F-20FA-DCBC8001EC54}"/>
          </ac:spMkLst>
        </pc:spChg>
        <pc:spChg chg="del">
          <ac:chgData name="Jervis LEE (IRAS)" userId="f5b4a8ae-594f-49a5-9990-0eb6ae48a4f9" providerId="ADAL" clId="{5BC9F464-DC04-46F4-8DA6-256EAADECE55}" dt="2026-05-08T06:33:53.405" v="21907" actId="478"/>
          <ac:spMkLst>
            <pc:docMk/>
            <pc:sldMk cId="3388833641" sldId="296"/>
            <ac:spMk id="98" creationId="{4C62D02A-A453-059A-F63E-664CB82DEE77}"/>
          </ac:spMkLst>
        </pc:spChg>
        <pc:spChg chg="add mod">
          <ac:chgData name="Jervis LEE (IRAS)" userId="f5b4a8ae-594f-49a5-9990-0eb6ae48a4f9" providerId="ADAL" clId="{5BC9F464-DC04-46F4-8DA6-256EAADECE55}" dt="2026-05-08T09:21:23.806" v="26798" actId="20577"/>
          <ac:spMkLst>
            <pc:docMk/>
            <pc:sldMk cId="3388833641" sldId="296"/>
            <ac:spMk id="99" creationId="{8AB91274-B8C0-C583-7FDD-E3B8282D935A}"/>
          </ac:spMkLst>
        </pc:spChg>
        <pc:spChg chg="del">
          <ac:chgData name="Jervis LEE (IRAS)" userId="f5b4a8ae-594f-49a5-9990-0eb6ae48a4f9" providerId="ADAL" clId="{5BC9F464-DC04-46F4-8DA6-256EAADECE55}" dt="2026-05-08T06:33:56.477" v="21908" actId="478"/>
          <ac:spMkLst>
            <pc:docMk/>
            <pc:sldMk cId="3388833641" sldId="296"/>
            <ac:spMk id="103" creationId="{AB0B5C5D-5948-2B9E-93D1-48FFCEB99AB4}"/>
          </ac:spMkLst>
        </pc:spChg>
        <pc:spChg chg="del">
          <ac:chgData name="Jervis LEE (IRAS)" userId="f5b4a8ae-594f-49a5-9990-0eb6ae48a4f9" providerId="ADAL" clId="{5BC9F464-DC04-46F4-8DA6-256EAADECE55}" dt="2026-05-08T06:33:56.477" v="21908" actId="478"/>
          <ac:spMkLst>
            <pc:docMk/>
            <pc:sldMk cId="3388833641" sldId="296"/>
            <ac:spMk id="107" creationId="{CB9E0E16-6D5F-57D6-42CA-42CB2463040A}"/>
          </ac:spMkLst>
        </pc:spChg>
        <pc:spChg chg="del">
          <ac:chgData name="Jervis LEE (IRAS)" userId="f5b4a8ae-594f-49a5-9990-0eb6ae48a4f9" providerId="ADAL" clId="{5BC9F464-DC04-46F4-8DA6-256EAADECE55}" dt="2026-05-08T06:33:56.477" v="21908" actId="478"/>
          <ac:spMkLst>
            <pc:docMk/>
            <pc:sldMk cId="3388833641" sldId="296"/>
            <ac:spMk id="111" creationId="{020F9027-B549-97BB-2635-E7DB5CFB4EA8}"/>
          </ac:spMkLst>
        </pc:spChg>
        <pc:spChg chg="add mod">
          <ac:chgData name="Jervis LEE (IRAS)" userId="f5b4a8ae-594f-49a5-9990-0eb6ae48a4f9" providerId="ADAL" clId="{5BC9F464-DC04-46F4-8DA6-256EAADECE55}" dt="2026-05-08T10:04:12.326" v="28938" actId="20577"/>
          <ac:spMkLst>
            <pc:docMk/>
            <pc:sldMk cId="3388833641" sldId="296"/>
            <ac:spMk id="113" creationId="{AFFC92B1-A7C0-0BE7-90FD-73B16BCC1CDC}"/>
          </ac:spMkLst>
        </pc:spChg>
        <pc:spChg chg="add mod">
          <ac:chgData name="Jervis LEE (IRAS)" userId="f5b4a8ae-594f-49a5-9990-0eb6ae48a4f9" providerId="ADAL" clId="{5BC9F464-DC04-46F4-8DA6-256EAADECE55}" dt="2026-05-08T09:35:38.305" v="27765" actId="14100"/>
          <ac:spMkLst>
            <pc:docMk/>
            <pc:sldMk cId="3388833641" sldId="296"/>
            <ac:spMk id="118" creationId="{D0C47A10-CDB8-D293-B8C3-1CD960DDCED6}"/>
          </ac:spMkLst>
        </pc:spChg>
        <pc:spChg chg="add mod">
          <ac:chgData name="Jervis LEE (IRAS)" userId="f5b4a8ae-594f-49a5-9990-0eb6ae48a4f9" providerId="ADAL" clId="{5BC9F464-DC04-46F4-8DA6-256EAADECE55}" dt="2026-05-08T09:25:52.862" v="27268" actId="20577"/>
          <ac:spMkLst>
            <pc:docMk/>
            <pc:sldMk cId="3388833641" sldId="296"/>
            <ac:spMk id="119" creationId="{7D261B52-B418-13E9-3B34-D5D07E6418D2}"/>
          </ac:spMkLst>
        </pc:spChg>
        <pc:spChg chg="add mod">
          <ac:chgData name="Jervis LEE (IRAS)" userId="f5b4a8ae-594f-49a5-9990-0eb6ae48a4f9" providerId="ADAL" clId="{5BC9F464-DC04-46F4-8DA6-256EAADECE55}" dt="2026-05-08T09:31:17.507" v="27410" actId="1037"/>
          <ac:spMkLst>
            <pc:docMk/>
            <pc:sldMk cId="3388833641" sldId="296"/>
            <ac:spMk id="120" creationId="{17EF5CA1-D7AB-56EB-0922-608625D6568C}"/>
          </ac:spMkLst>
        </pc:spChg>
        <pc:spChg chg="add mod">
          <ac:chgData name="Jervis LEE (IRAS)" userId="f5b4a8ae-594f-49a5-9990-0eb6ae48a4f9" providerId="ADAL" clId="{5BC9F464-DC04-46F4-8DA6-256EAADECE55}" dt="2026-05-08T09:35:50.301" v="27767" actId="1076"/>
          <ac:spMkLst>
            <pc:docMk/>
            <pc:sldMk cId="3388833641" sldId="296"/>
            <ac:spMk id="127" creationId="{38FBA9C7-75F9-D1B5-B1A6-BB081D9D9790}"/>
          </ac:spMkLst>
        </pc:spChg>
        <pc:spChg chg="add mod">
          <ac:chgData name="Jervis LEE (IRAS)" userId="f5b4a8ae-594f-49a5-9990-0eb6ae48a4f9" providerId="ADAL" clId="{5BC9F464-DC04-46F4-8DA6-256EAADECE55}" dt="2026-05-08T09:35:46.376" v="27766" actId="14100"/>
          <ac:spMkLst>
            <pc:docMk/>
            <pc:sldMk cId="3388833641" sldId="296"/>
            <ac:spMk id="128" creationId="{24C367DD-688B-94FC-6A20-66882FDAAE21}"/>
          </ac:spMkLst>
        </pc:spChg>
        <pc:picChg chg="del">
          <ac:chgData name="Jervis LEE (IRAS)" userId="f5b4a8ae-594f-49a5-9990-0eb6ae48a4f9" providerId="ADAL" clId="{5BC9F464-DC04-46F4-8DA6-256EAADECE55}" dt="2026-05-08T07:30:53.776" v="23026" actId="478"/>
          <ac:picMkLst>
            <pc:docMk/>
            <pc:sldMk cId="3388833641" sldId="296"/>
            <ac:picMk id="19" creationId="{0A090FE8-76C6-9AF9-1E9F-0B961FEAA869}"/>
          </ac:picMkLst>
        </pc:picChg>
        <pc:picChg chg="add mod">
          <ac:chgData name="Jervis LEE (IRAS)" userId="f5b4a8ae-594f-49a5-9990-0eb6ae48a4f9" providerId="ADAL" clId="{5BC9F464-DC04-46F4-8DA6-256EAADECE55}" dt="2026-05-08T08:35:12.646" v="24270" actId="1037"/>
          <ac:picMkLst>
            <pc:docMk/>
            <pc:sldMk cId="3388833641" sldId="296"/>
            <ac:picMk id="85" creationId="{B96B9DF7-FFF4-994C-79AC-3D644AE4B0B1}"/>
          </ac:picMkLst>
        </pc:picChg>
        <pc:cxnChg chg="del">
          <ac:chgData name="Jervis LEE (IRAS)" userId="f5b4a8ae-594f-49a5-9990-0eb6ae48a4f9" providerId="ADAL" clId="{5BC9F464-DC04-46F4-8DA6-256EAADECE55}" dt="2026-05-08T07:30:56.183" v="23027" actId="478"/>
          <ac:cxnSpMkLst>
            <pc:docMk/>
            <pc:sldMk cId="3388833641" sldId="296"/>
            <ac:cxnSpMk id="24" creationId="{6B83FAC8-9F2D-2368-DFCC-530B7C168BB2}"/>
          </ac:cxnSpMkLst>
        </pc:cxnChg>
        <pc:cxnChg chg="del">
          <ac:chgData name="Jervis LEE (IRAS)" userId="f5b4a8ae-594f-49a5-9990-0eb6ae48a4f9" providerId="ADAL" clId="{5BC9F464-DC04-46F4-8DA6-256EAADECE55}" dt="2026-05-08T07:30:56.183" v="23027" actId="478"/>
          <ac:cxnSpMkLst>
            <pc:docMk/>
            <pc:sldMk cId="3388833641" sldId="296"/>
            <ac:cxnSpMk id="25" creationId="{A27F5141-EA48-3DEA-76AF-560E55251523}"/>
          </ac:cxnSpMkLst>
        </pc:cxnChg>
        <pc:cxnChg chg="mod">
          <ac:chgData name="Jervis LEE (IRAS)" userId="f5b4a8ae-594f-49a5-9990-0eb6ae48a4f9" providerId="ADAL" clId="{5BC9F464-DC04-46F4-8DA6-256EAADECE55}" dt="2026-05-08T07:34:25.267" v="23165" actId="1035"/>
          <ac:cxnSpMkLst>
            <pc:docMk/>
            <pc:sldMk cId="3388833641" sldId="296"/>
            <ac:cxnSpMk id="33" creationId="{71B0C04F-0A46-25C5-43DC-06A649DE0AAF}"/>
          </ac:cxnSpMkLst>
        </pc:cxnChg>
        <pc:cxnChg chg="del">
          <ac:chgData name="Jervis LEE (IRAS)" userId="f5b4a8ae-594f-49a5-9990-0eb6ae48a4f9" providerId="ADAL" clId="{5BC9F464-DC04-46F4-8DA6-256EAADECE55}" dt="2026-05-08T07:05:57.146" v="22015" actId="478"/>
          <ac:cxnSpMkLst>
            <pc:docMk/>
            <pc:sldMk cId="3388833641" sldId="296"/>
            <ac:cxnSpMk id="41" creationId="{D37F0A82-3096-E261-6A03-9AF91094AB6D}"/>
          </ac:cxnSpMkLst>
        </pc:cxnChg>
        <pc:cxnChg chg="del">
          <ac:chgData name="Jervis LEE (IRAS)" userId="f5b4a8ae-594f-49a5-9990-0eb6ae48a4f9" providerId="ADAL" clId="{5BC9F464-DC04-46F4-8DA6-256EAADECE55}" dt="2026-05-08T07:05:53.434" v="22014" actId="478"/>
          <ac:cxnSpMkLst>
            <pc:docMk/>
            <pc:sldMk cId="3388833641" sldId="296"/>
            <ac:cxnSpMk id="44" creationId="{4EC14BBC-4CB4-B5B2-3B38-A38A6309A8FA}"/>
          </ac:cxnSpMkLst>
        </pc:cxnChg>
        <pc:cxnChg chg="add mod">
          <ac:chgData name="Jervis LEE (IRAS)" userId="f5b4a8ae-594f-49a5-9990-0eb6ae48a4f9" providerId="ADAL" clId="{5BC9F464-DC04-46F4-8DA6-256EAADECE55}" dt="2026-05-08T09:31:26.534" v="27413" actId="14100"/>
          <ac:cxnSpMkLst>
            <pc:docMk/>
            <pc:sldMk cId="3388833641" sldId="296"/>
            <ac:cxnSpMk id="47" creationId="{74DDC008-D54C-37D8-173C-DB3326A05031}"/>
          </ac:cxnSpMkLst>
        </pc:cxnChg>
        <pc:cxnChg chg="add mod">
          <ac:chgData name="Jervis LEE (IRAS)" userId="f5b4a8ae-594f-49a5-9990-0eb6ae48a4f9" providerId="ADAL" clId="{5BC9F464-DC04-46F4-8DA6-256EAADECE55}" dt="2026-05-08T09:27:02.113" v="27379" actId="1035"/>
          <ac:cxnSpMkLst>
            <pc:docMk/>
            <pc:sldMk cId="3388833641" sldId="296"/>
            <ac:cxnSpMk id="52" creationId="{6A9B800D-514B-B23E-04C8-37B41D7F4F2F}"/>
          </ac:cxnSpMkLst>
        </pc:cxnChg>
        <pc:cxnChg chg="add mod">
          <ac:chgData name="Jervis LEE (IRAS)" userId="f5b4a8ae-594f-49a5-9990-0eb6ae48a4f9" providerId="ADAL" clId="{5BC9F464-DC04-46F4-8DA6-256EAADECE55}" dt="2026-05-08T07:08:05.208" v="22092"/>
          <ac:cxnSpMkLst>
            <pc:docMk/>
            <pc:sldMk cId="3388833641" sldId="296"/>
            <ac:cxnSpMk id="58" creationId="{8F6C2902-9B7E-04ED-072B-B31CD29A9C68}"/>
          </ac:cxnSpMkLst>
        </pc:cxnChg>
        <pc:cxnChg chg="add del mod">
          <ac:chgData name="Jervis LEE (IRAS)" userId="f5b4a8ae-594f-49a5-9990-0eb6ae48a4f9" providerId="ADAL" clId="{5BC9F464-DC04-46F4-8DA6-256EAADECE55}" dt="2026-05-08T09:21:40.674" v="26814" actId="478"/>
          <ac:cxnSpMkLst>
            <pc:docMk/>
            <pc:sldMk cId="3388833641" sldId="296"/>
            <ac:cxnSpMk id="59" creationId="{C0415893-9A8A-F4DA-5EAC-9F81DA8E298D}"/>
          </ac:cxnSpMkLst>
        </pc:cxnChg>
        <pc:cxnChg chg="add del mod">
          <ac:chgData name="Jervis LEE (IRAS)" userId="f5b4a8ae-594f-49a5-9990-0eb6ae48a4f9" providerId="ADAL" clId="{5BC9F464-DC04-46F4-8DA6-256EAADECE55}" dt="2026-05-08T09:21:39.983" v="26813" actId="478"/>
          <ac:cxnSpMkLst>
            <pc:docMk/>
            <pc:sldMk cId="3388833641" sldId="296"/>
            <ac:cxnSpMk id="63" creationId="{3E229906-1EFB-6B6B-5F03-211A3334D944}"/>
          </ac:cxnSpMkLst>
        </pc:cxnChg>
        <pc:cxnChg chg="add mod">
          <ac:chgData name="Jervis LEE (IRAS)" userId="f5b4a8ae-594f-49a5-9990-0eb6ae48a4f9" providerId="ADAL" clId="{5BC9F464-DC04-46F4-8DA6-256EAADECE55}" dt="2026-05-08T08:35:12.646" v="24270" actId="1037"/>
          <ac:cxnSpMkLst>
            <pc:docMk/>
            <pc:sldMk cId="3388833641" sldId="296"/>
            <ac:cxnSpMk id="87" creationId="{4F978201-8D19-09AE-ED4B-CD21F5C3AFCA}"/>
          </ac:cxnSpMkLst>
        </pc:cxnChg>
        <pc:cxnChg chg="add mod">
          <ac:chgData name="Jervis LEE (IRAS)" userId="f5b4a8ae-594f-49a5-9990-0eb6ae48a4f9" providerId="ADAL" clId="{5BC9F464-DC04-46F4-8DA6-256EAADECE55}" dt="2026-05-08T08:35:12.646" v="24270" actId="1037"/>
          <ac:cxnSpMkLst>
            <pc:docMk/>
            <pc:sldMk cId="3388833641" sldId="296"/>
            <ac:cxnSpMk id="89" creationId="{AD90B9A2-0375-0FA3-16FA-ABB630BAB4A7}"/>
          </ac:cxnSpMkLst>
        </pc:cxnChg>
        <pc:cxnChg chg="add del mod">
          <ac:chgData name="Jervis LEE (IRAS)" userId="f5b4a8ae-594f-49a5-9990-0eb6ae48a4f9" providerId="ADAL" clId="{5BC9F464-DC04-46F4-8DA6-256EAADECE55}" dt="2026-05-08T09:34:54.333" v="27682" actId="478"/>
          <ac:cxnSpMkLst>
            <pc:docMk/>
            <pc:sldMk cId="3388833641" sldId="296"/>
            <ac:cxnSpMk id="101" creationId="{008F6053-EC7E-B836-70D3-236846D0898C}"/>
          </ac:cxnSpMkLst>
        </pc:cxnChg>
        <pc:cxnChg chg="add del mod">
          <ac:chgData name="Jervis LEE (IRAS)" userId="f5b4a8ae-594f-49a5-9990-0eb6ae48a4f9" providerId="ADAL" clId="{5BC9F464-DC04-46F4-8DA6-256EAADECE55}" dt="2026-05-08T09:34:55.749" v="27683" actId="478"/>
          <ac:cxnSpMkLst>
            <pc:docMk/>
            <pc:sldMk cId="3388833641" sldId="296"/>
            <ac:cxnSpMk id="114" creationId="{896F50D1-FFA0-62FF-3A82-02510C9194C7}"/>
          </ac:cxnSpMkLst>
        </pc:cxnChg>
        <pc:cxnChg chg="add mod">
          <ac:chgData name="Jervis LEE (IRAS)" userId="f5b4a8ae-594f-49a5-9990-0eb6ae48a4f9" providerId="ADAL" clId="{5BC9F464-DC04-46F4-8DA6-256EAADECE55}" dt="2026-05-08T09:35:16.110" v="27719" actId="1038"/>
          <ac:cxnSpMkLst>
            <pc:docMk/>
            <pc:sldMk cId="3388833641" sldId="296"/>
            <ac:cxnSpMk id="133" creationId="{E53567A0-4D39-B4E6-9527-F2284DFD3933}"/>
          </ac:cxnSpMkLst>
        </pc:cxnChg>
        <pc:cxnChg chg="add mod">
          <ac:chgData name="Jervis LEE (IRAS)" userId="f5b4a8ae-594f-49a5-9990-0eb6ae48a4f9" providerId="ADAL" clId="{5BC9F464-DC04-46F4-8DA6-256EAADECE55}" dt="2026-05-08T09:35:19.056" v="27727" actId="1037"/>
          <ac:cxnSpMkLst>
            <pc:docMk/>
            <pc:sldMk cId="3388833641" sldId="296"/>
            <ac:cxnSpMk id="136" creationId="{0D538CB5-847C-18C0-4B01-5497D2107C8C}"/>
          </ac:cxnSpMkLst>
        </pc:cxnChg>
      </pc:sldChg>
      <pc:sldChg chg="addSp delSp modSp add mod">
        <pc:chgData name="Jervis LEE (IRAS)" userId="f5b4a8ae-594f-49a5-9990-0eb6ae48a4f9" providerId="ADAL" clId="{5BC9F464-DC04-46F4-8DA6-256EAADECE55}" dt="2026-05-08T07:50:23.571" v="24081" actId="20577"/>
        <pc:sldMkLst>
          <pc:docMk/>
          <pc:sldMk cId="3395907469" sldId="297"/>
        </pc:sldMkLst>
        <pc:spChg chg="mod">
          <ac:chgData name="Jervis LEE (IRAS)" userId="f5b4a8ae-594f-49a5-9990-0eb6ae48a4f9" providerId="ADAL" clId="{5BC9F464-DC04-46F4-8DA6-256EAADECE55}" dt="2026-05-08T07:46:12.004" v="23437" actId="20577"/>
          <ac:spMkLst>
            <pc:docMk/>
            <pc:sldMk cId="3395907469" sldId="297"/>
            <ac:spMk id="2" creationId="{29085F1F-B478-5828-16B2-DC3962973537}"/>
          </ac:spMkLst>
        </pc:spChg>
        <pc:spChg chg="del mod">
          <ac:chgData name="Jervis LEE (IRAS)" userId="f5b4a8ae-594f-49a5-9990-0eb6ae48a4f9" providerId="ADAL" clId="{5BC9F464-DC04-46F4-8DA6-256EAADECE55}" dt="2026-05-08T07:50:13.638" v="24060" actId="478"/>
          <ac:spMkLst>
            <pc:docMk/>
            <pc:sldMk cId="3395907469" sldId="297"/>
            <ac:spMk id="3" creationId="{1DA80504-AF98-5D7D-8A83-8A473ACE3F97}"/>
          </ac:spMkLst>
        </pc:spChg>
        <pc:spChg chg="add mod">
          <ac:chgData name="Jervis LEE (IRAS)" userId="f5b4a8ae-594f-49a5-9990-0eb6ae48a4f9" providerId="ADAL" clId="{5BC9F464-DC04-46F4-8DA6-256EAADECE55}" dt="2026-05-08T07:50:23.571" v="24081" actId="20577"/>
          <ac:spMkLst>
            <pc:docMk/>
            <pc:sldMk cId="3395907469" sldId="297"/>
            <ac:spMk id="7" creationId="{E07F2336-3C50-0A41-AEE0-23632A223868}"/>
          </ac:spMkLst>
        </pc:spChg>
        <pc:spChg chg="del mod">
          <ac:chgData name="Jervis LEE (IRAS)" userId="f5b4a8ae-594f-49a5-9990-0eb6ae48a4f9" providerId="ADAL" clId="{5BC9F464-DC04-46F4-8DA6-256EAADECE55}" dt="2026-05-08T07:50:13.638" v="24060" actId="478"/>
          <ac:spMkLst>
            <pc:docMk/>
            <pc:sldMk cId="3395907469" sldId="297"/>
            <ac:spMk id="16" creationId="{C4DA6AA5-F0EF-52DC-97A7-56855CC3E868}"/>
          </ac:spMkLst>
        </pc:spChg>
        <pc:spChg chg="del mod">
          <ac:chgData name="Jervis LEE (IRAS)" userId="f5b4a8ae-594f-49a5-9990-0eb6ae48a4f9" providerId="ADAL" clId="{5BC9F464-DC04-46F4-8DA6-256EAADECE55}" dt="2026-05-08T07:50:13.638" v="24060" actId="478"/>
          <ac:spMkLst>
            <pc:docMk/>
            <pc:sldMk cId="3395907469" sldId="297"/>
            <ac:spMk id="83" creationId="{36576E1B-4E5E-DCFE-AA90-5B98F72CD561}"/>
          </ac:spMkLst>
        </pc:spChg>
        <pc:spChg chg="del mod">
          <ac:chgData name="Jervis LEE (IRAS)" userId="f5b4a8ae-594f-49a5-9990-0eb6ae48a4f9" providerId="ADAL" clId="{5BC9F464-DC04-46F4-8DA6-256EAADECE55}" dt="2026-05-08T07:50:13.638" v="24060" actId="478"/>
          <ac:spMkLst>
            <pc:docMk/>
            <pc:sldMk cId="3395907469" sldId="297"/>
            <ac:spMk id="84" creationId="{2973B1F5-B5A7-D943-874C-706EB9A2C8F4}"/>
          </ac:spMkLst>
        </pc:spChg>
        <pc:spChg chg="del mod">
          <ac:chgData name="Jervis LEE (IRAS)" userId="f5b4a8ae-594f-49a5-9990-0eb6ae48a4f9" providerId="ADAL" clId="{5BC9F464-DC04-46F4-8DA6-256EAADECE55}" dt="2026-05-08T07:50:13.638" v="24060" actId="478"/>
          <ac:spMkLst>
            <pc:docMk/>
            <pc:sldMk cId="3395907469" sldId="297"/>
            <ac:spMk id="88" creationId="{7289C856-35DE-7A37-47CF-7883F248532A}"/>
          </ac:spMkLst>
        </pc:spChg>
        <pc:spChg chg="del mod">
          <ac:chgData name="Jervis LEE (IRAS)" userId="f5b4a8ae-594f-49a5-9990-0eb6ae48a4f9" providerId="ADAL" clId="{5BC9F464-DC04-46F4-8DA6-256EAADECE55}" dt="2026-05-08T07:50:13.638" v="24060" actId="478"/>
          <ac:spMkLst>
            <pc:docMk/>
            <pc:sldMk cId="3395907469" sldId="297"/>
            <ac:spMk id="93" creationId="{3A1FF483-36B7-7E06-B47A-8B557B449F96}"/>
          </ac:spMkLst>
        </pc:spChg>
        <pc:spChg chg="del mod">
          <ac:chgData name="Jervis LEE (IRAS)" userId="f5b4a8ae-594f-49a5-9990-0eb6ae48a4f9" providerId="ADAL" clId="{5BC9F464-DC04-46F4-8DA6-256EAADECE55}" dt="2026-05-08T07:50:13.638" v="24060" actId="478"/>
          <ac:spMkLst>
            <pc:docMk/>
            <pc:sldMk cId="3395907469" sldId="297"/>
            <ac:spMk id="94" creationId="{5FF8F216-174E-D5CF-58DA-9C5D6FEE4AB5}"/>
          </ac:spMkLst>
        </pc:spChg>
        <pc:spChg chg="del mod">
          <ac:chgData name="Jervis LEE (IRAS)" userId="f5b4a8ae-594f-49a5-9990-0eb6ae48a4f9" providerId="ADAL" clId="{5BC9F464-DC04-46F4-8DA6-256EAADECE55}" dt="2026-05-08T07:50:13.638" v="24060" actId="478"/>
          <ac:spMkLst>
            <pc:docMk/>
            <pc:sldMk cId="3395907469" sldId="297"/>
            <ac:spMk id="100" creationId="{009A7467-6ED4-F921-6F47-E723DB7B2EEE}"/>
          </ac:spMkLst>
        </pc:spChg>
        <pc:spChg chg="del mod">
          <ac:chgData name="Jervis LEE (IRAS)" userId="f5b4a8ae-594f-49a5-9990-0eb6ae48a4f9" providerId="ADAL" clId="{5BC9F464-DC04-46F4-8DA6-256EAADECE55}" dt="2026-05-08T07:50:13.638" v="24060" actId="478"/>
          <ac:spMkLst>
            <pc:docMk/>
            <pc:sldMk cId="3395907469" sldId="297"/>
            <ac:spMk id="103" creationId="{9F1583FF-CA6E-6ABD-F118-235AA2DB32FC}"/>
          </ac:spMkLst>
        </pc:spChg>
        <pc:spChg chg="del mod">
          <ac:chgData name="Jervis LEE (IRAS)" userId="f5b4a8ae-594f-49a5-9990-0eb6ae48a4f9" providerId="ADAL" clId="{5BC9F464-DC04-46F4-8DA6-256EAADECE55}" dt="2026-05-08T07:50:13.638" v="24060" actId="478"/>
          <ac:spMkLst>
            <pc:docMk/>
            <pc:sldMk cId="3395907469" sldId="297"/>
            <ac:spMk id="111" creationId="{0ACF606B-8C03-9C98-5537-D5BC9F894D12}"/>
          </ac:spMkLst>
        </pc:spChg>
      </pc:sldChg>
      <pc:sldChg chg="addSp modSp add mod">
        <pc:chgData name="Jervis LEE (IRAS)" userId="f5b4a8ae-594f-49a5-9990-0eb6ae48a4f9" providerId="ADAL" clId="{5BC9F464-DC04-46F4-8DA6-256EAADECE55}" dt="2026-05-08T09:52:34.444" v="28656" actId="20577"/>
        <pc:sldMkLst>
          <pc:docMk/>
          <pc:sldMk cId="3966119586" sldId="298"/>
        </pc:sldMkLst>
        <pc:spChg chg="mod">
          <ac:chgData name="Jervis LEE (IRAS)" userId="f5b4a8ae-594f-49a5-9990-0eb6ae48a4f9" providerId="ADAL" clId="{5BC9F464-DC04-46F4-8DA6-256EAADECE55}" dt="2026-05-08T07:52:08.271" v="24129" actId="20577"/>
          <ac:spMkLst>
            <pc:docMk/>
            <pc:sldMk cId="3966119586" sldId="298"/>
            <ac:spMk id="2" creationId="{C48707DE-6AB8-C3EE-025C-2B312046BE41}"/>
          </ac:spMkLst>
        </pc:spChg>
        <pc:spChg chg="add mod">
          <ac:chgData name="Jervis LEE (IRAS)" userId="f5b4a8ae-594f-49a5-9990-0eb6ae48a4f9" providerId="ADAL" clId="{5BC9F464-DC04-46F4-8DA6-256EAADECE55}" dt="2026-05-08T09:52:34.444" v="28656" actId="20577"/>
          <ac:spMkLst>
            <pc:docMk/>
            <pc:sldMk cId="3966119586" sldId="298"/>
            <ac:spMk id="3" creationId="{238BC281-9BC5-BFDB-99F9-93D96466802B}"/>
          </ac:spMkLst>
        </pc:spChg>
        <pc:spChg chg="mod">
          <ac:chgData name="Jervis LEE (IRAS)" userId="f5b4a8ae-594f-49a5-9990-0eb6ae48a4f9" providerId="ADAL" clId="{5BC9F464-DC04-46F4-8DA6-256EAADECE55}" dt="2026-05-08T08:03:17.634" v="24151" actId="20577"/>
          <ac:spMkLst>
            <pc:docMk/>
            <pc:sldMk cId="3966119586" sldId="298"/>
            <ac:spMk id="7" creationId="{E78E2ABF-848D-6C23-AD81-F9F32F6D0E03}"/>
          </ac:spMkLst>
        </pc:spChg>
      </pc:sldChg>
      <pc:sldChg chg="delSp modSp add mod">
        <pc:chgData name="Jervis LEE (IRAS)" userId="f5b4a8ae-594f-49a5-9990-0eb6ae48a4f9" providerId="ADAL" clId="{5BC9F464-DC04-46F4-8DA6-256EAADECE55}" dt="2026-05-08T09:39:08.214" v="27786" actId="478"/>
        <pc:sldMkLst>
          <pc:docMk/>
          <pc:sldMk cId="1520716890" sldId="299"/>
        </pc:sldMkLst>
        <pc:spChg chg="mod">
          <ac:chgData name="Jervis LEE (IRAS)" userId="f5b4a8ae-594f-49a5-9990-0eb6ae48a4f9" providerId="ADAL" clId="{5BC9F464-DC04-46F4-8DA6-256EAADECE55}" dt="2026-05-08T09:39:05.388" v="27785" actId="20577"/>
          <ac:spMkLst>
            <pc:docMk/>
            <pc:sldMk cId="1520716890" sldId="299"/>
            <ac:spMk id="2" creationId="{DEAB86E9-DEB5-7847-ECF3-BE319CCF1E05}"/>
          </ac:spMkLst>
        </pc:spChg>
        <pc:spChg chg="del">
          <ac:chgData name="Jervis LEE (IRAS)" userId="f5b4a8ae-594f-49a5-9990-0eb6ae48a4f9" providerId="ADAL" clId="{5BC9F464-DC04-46F4-8DA6-256EAADECE55}" dt="2026-05-08T09:39:08.214" v="27786" actId="478"/>
          <ac:spMkLst>
            <pc:docMk/>
            <pc:sldMk cId="1520716890" sldId="299"/>
            <ac:spMk id="3" creationId="{AC4DB856-B9E7-DB75-685E-2C925D8F570B}"/>
          </ac:spMkLst>
        </pc:spChg>
      </pc:sldChg>
      <pc:sldChg chg="delSp modSp add mod">
        <pc:chgData name="Jervis LEE (IRAS)" userId="f5b4a8ae-594f-49a5-9990-0eb6ae48a4f9" providerId="ADAL" clId="{5BC9F464-DC04-46F4-8DA6-256EAADECE55}" dt="2026-05-08T09:39:30.472" v="27844" actId="20577"/>
        <pc:sldMkLst>
          <pc:docMk/>
          <pc:sldMk cId="1568758900" sldId="300"/>
        </pc:sldMkLst>
        <pc:spChg chg="mod">
          <ac:chgData name="Jervis LEE (IRAS)" userId="f5b4a8ae-594f-49a5-9990-0eb6ae48a4f9" providerId="ADAL" clId="{5BC9F464-DC04-46F4-8DA6-256EAADECE55}" dt="2026-05-08T09:39:30.472" v="27844" actId="20577"/>
          <ac:spMkLst>
            <pc:docMk/>
            <pc:sldMk cId="1568758900" sldId="300"/>
            <ac:spMk id="2" creationId="{8E4EF01A-ED9B-AE79-5F6F-7BF364AE69CF}"/>
          </ac:spMkLst>
        </pc:spChg>
        <pc:spChg chg="del">
          <ac:chgData name="Jervis LEE (IRAS)" userId="f5b4a8ae-594f-49a5-9990-0eb6ae48a4f9" providerId="ADAL" clId="{5BC9F464-DC04-46F4-8DA6-256EAADECE55}" dt="2026-05-08T09:39:16.258" v="27788" actId="478"/>
          <ac:spMkLst>
            <pc:docMk/>
            <pc:sldMk cId="1568758900" sldId="300"/>
            <ac:spMk id="3" creationId="{9F1FF122-688F-DFE0-5283-F0AEB6FFDE9A}"/>
          </ac:spMkLst>
        </pc:spChg>
      </pc:sldChg>
      <pc:sldChg chg="modSp add mod">
        <pc:chgData name="Jervis LEE (IRAS)" userId="f5b4a8ae-594f-49a5-9990-0eb6ae48a4f9" providerId="ADAL" clId="{5BC9F464-DC04-46F4-8DA6-256EAADECE55}" dt="2026-05-08T09:40:45.886" v="27884" actId="20577"/>
        <pc:sldMkLst>
          <pc:docMk/>
          <pc:sldMk cId="3810503299" sldId="301"/>
        </pc:sldMkLst>
        <pc:spChg chg="mod">
          <ac:chgData name="Jervis LEE (IRAS)" userId="f5b4a8ae-594f-49a5-9990-0eb6ae48a4f9" providerId="ADAL" clId="{5BC9F464-DC04-46F4-8DA6-256EAADECE55}" dt="2026-05-08T09:40:45.886" v="27884" actId="20577"/>
          <ac:spMkLst>
            <pc:docMk/>
            <pc:sldMk cId="3810503299" sldId="301"/>
            <ac:spMk id="2" creationId="{9CDAAC72-12AC-972C-B91A-6DD8B0B57A46}"/>
          </ac:spMkLst>
        </pc:spChg>
      </pc:sldChg>
      <pc:sldChg chg="modSp add mod">
        <pc:chgData name="Jervis LEE (IRAS)" userId="f5b4a8ae-594f-49a5-9990-0eb6ae48a4f9" providerId="ADAL" clId="{5BC9F464-DC04-46F4-8DA6-256EAADECE55}" dt="2026-05-08T09:41:30.777" v="27901" actId="20577"/>
        <pc:sldMkLst>
          <pc:docMk/>
          <pc:sldMk cId="661935246" sldId="302"/>
        </pc:sldMkLst>
        <pc:spChg chg="mod">
          <ac:chgData name="Jervis LEE (IRAS)" userId="f5b4a8ae-594f-49a5-9990-0eb6ae48a4f9" providerId="ADAL" clId="{5BC9F464-DC04-46F4-8DA6-256EAADECE55}" dt="2026-05-08T09:41:30.777" v="27901" actId="20577"/>
          <ac:spMkLst>
            <pc:docMk/>
            <pc:sldMk cId="661935246" sldId="302"/>
            <ac:spMk id="2" creationId="{06E0483A-1465-2E08-C10E-189C38F7ECC4}"/>
          </ac:spMkLst>
        </pc:spChg>
      </pc:sldChg>
      <pc:sldChg chg="add del">
        <pc:chgData name="Jervis LEE (IRAS)" userId="f5b4a8ae-594f-49a5-9990-0eb6ae48a4f9" providerId="ADAL" clId="{5BC9F464-DC04-46F4-8DA6-256EAADECE55}" dt="2026-05-08T09:40:49.080" v="27886"/>
        <pc:sldMkLst>
          <pc:docMk/>
          <pc:sldMk cId="1035513487" sldId="302"/>
        </pc:sldMkLst>
      </pc:sldChg>
      <pc:sldChg chg="add">
        <pc:chgData name="Jervis LEE (IRAS)" userId="f5b4a8ae-594f-49a5-9990-0eb6ae48a4f9" providerId="ADAL" clId="{5BC9F464-DC04-46F4-8DA6-256EAADECE55}" dt="2026-05-08T09:44:18.230" v="28243"/>
        <pc:sldMkLst>
          <pc:docMk/>
          <pc:sldMk cId="4086780853" sldId="303"/>
        </pc:sldMkLst>
      </pc:sldChg>
      <pc:sldMasterChg chg="delSldLayout">
        <pc:chgData name="Jervis LEE (IRAS)" userId="f5b4a8ae-594f-49a5-9990-0eb6ae48a4f9" providerId="ADAL" clId="{5BC9F464-DC04-46F4-8DA6-256EAADECE55}" dt="2026-05-06T09:19:46.880" v="11350" actId="47"/>
        <pc:sldMasterMkLst>
          <pc:docMk/>
          <pc:sldMasterMk cId="972052673" sldId="2147483648"/>
        </pc:sldMasterMkLst>
      </pc:sldMasterChg>
    </pc:docChg>
  </pc:docChgLst>
</pc:chgInfo>
</file>

<file path=ppt/comments/modernComment_125_3F7ED9CE.xml><?xml version="1.0" encoding="utf-8"?>
<p188:cmLst xmlns:a="http://schemas.openxmlformats.org/drawingml/2006/main" xmlns:r="http://schemas.openxmlformats.org/officeDocument/2006/relationships" xmlns:p188="http://schemas.microsoft.com/office/powerpoint/2018/8/main">
  <p188:cm id="{06744B8F-2C19-49A8-A607-89A238C02922}" authorId="{97ED3D8B-D485-D0C5-EBAD-7A731A1C3D38}" created="2026-05-08T07:32:23.848">
    <ac:deMkLst xmlns:ac="http://schemas.microsoft.com/office/drawing/2013/main/command">
      <pc:docMk xmlns:pc="http://schemas.microsoft.com/office/powerpoint/2013/main/command"/>
      <pc:sldMk xmlns:pc="http://schemas.microsoft.com/office/powerpoint/2013/main/command" cId="1065277902" sldId="293"/>
      <ac:spMk id="94" creationId="{B4D0735E-1E27-FA1F-2197-C6084985D34F}"/>
    </ac:deMkLst>
    <p188:replyLst>
      <p188:reply id="{69CF59E4-4019-4F15-818A-B1DA563DC987}" authorId="{97ED3D8B-D485-D0C5-EBAD-7A731A1C3D38}" created="2026-05-08T08:15:56.503">
        <p188:txBody>
          <a:bodyPr/>
          <a:lstStyle/>
          <a:p>
            <a:r>
              <a:rPr lang="en-SG"/>
              <a:t>Yup this is the Client Id/App Id URI of the target MCP schizo</a:t>
            </a:r>
          </a:p>
        </p188:txBody>
      </p188:reply>
    </p188:replyLst>
    <p188:txBody>
      <a:bodyPr/>
      <a:lstStyle/>
      <a:p>
        <a:r>
          <a:rPr lang="en-SG"/>
          <a:t>Correct hor api//MCP-A?</a:t>
        </a:r>
      </a:p>
    </p188:txBody>
  </p188:cm>
  <p188:cm id="{C49FE242-646F-4793-B293-E58EDE187DCD}" authorId="{97ED3D8B-D485-D0C5-EBAD-7A731A1C3D38}" created="2026-05-08T08:21:08.901">
    <ac:deMkLst xmlns:ac="http://schemas.microsoft.com/office/drawing/2013/main/command">
      <pc:docMk xmlns:pc="http://schemas.microsoft.com/office/powerpoint/2013/main/command"/>
      <pc:sldMk xmlns:pc="http://schemas.microsoft.com/office/powerpoint/2013/main/command" cId="1065277902" sldId="293"/>
      <ac:spMk id="93" creationId="{BCFD32A7-B982-AD12-6153-16BB6533DF8E}"/>
    </ac:deMkLst>
    <p188:txBody>
      <a:bodyPr/>
      <a:lstStyle/>
      <a:p>
        <a:r>
          <a:rPr lang="en-SG"/>
          <a:t>To achieve this, need to setup a trusted subsystem relationship for the APIM’s MSI</a:t>
        </a:r>
      </a:p>
    </p188:txBody>
  </p188:cm>
</p188:cmLst>
</file>

<file path=ppt/comments/modernComment_126_122A5155.xml><?xml version="1.0" encoding="utf-8"?>
<p188:cmLst xmlns:a="http://schemas.openxmlformats.org/drawingml/2006/main" xmlns:r="http://schemas.openxmlformats.org/officeDocument/2006/relationships" xmlns:p188="http://schemas.microsoft.com/office/powerpoint/2018/8/main">
  <p188:cm id="{EAE24911-C4CC-4653-948B-91722209AEE4}" authorId="{97ED3D8B-D485-D0C5-EBAD-7A731A1C3D38}" created="2026-05-08T06:50:15.225">
    <ac:deMkLst xmlns:ac="http://schemas.microsoft.com/office/drawing/2013/main/command">
      <pc:docMk xmlns:pc="http://schemas.microsoft.com/office/powerpoint/2013/main/command"/>
      <pc:sldMk xmlns:pc="http://schemas.microsoft.com/office/powerpoint/2013/main/command" cId="304763221" sldId="294"/>
      <ac:spMk id="103" creationId="{380A8E89-4B1D-6E4D-AE08-21611564DBC5}"/>
    </ac:deMkLst>
    <p188:replyLst>
      <p188:reply id="{9A405477-2861-4204-9240-303BDC13A78C}" authorId="{97ED3D8B-D485-D0C5-EBAD-7A731A1C3D38}" created="2026-05-08T08:21:25.314">
        <p188:txBody>
          <a:bodyPr/>
          <a:lstStyle/>
          <a:p>
            <a:r>
              <a:rPr lang="en-SG"/>
              <a:t>Correct correct schizo</a:t>
            </a:r>
          </a:p>
        </p188:txBody>
      </p188:reply>
    </p188:replyLst>
    <p188:txBody>
      <a:bodyPr/>
      <a:lstStyle/>
      <a:p>
        <a:r>
          <a:rPr lang="en-SG"/>
          <a:t>Is this right? Hmmm thinking...</a:t>
        </a:r>
      </a:p>
    </p188:txBody>
  </p188:cm>
</p188:cmLst>
</file>

<file path=ppt/comments/modernComment_128_C9FD7F69.xml><?xml version="1.0" encoding="utf-8"?>
<p188:cmLst xmlns:a="http://schemas.openxmlformats.org/drawingml/2006/main" xmlns:r="http://schemas.openxmlformats.org/officeDocument/2006/relationships" xmlns:p188="http://schemas.microsoft.com/office/powerpoint/2018/8/main">
  <p188:cm id="{1601A50B-A3D8-40D4-B864-828AD7C0B313}" authorId="{97ED3D8B-D485-D0C5-EBAD-7A731A1C3D38}" created="2026-05-08T07:23:22.261">
    <ac:deMkLst xmlns:ac="http://schemas.microsoft.com/office/drawing/2013/main/command">
      <pc:docMk xmlns:pc="http://schemas.microsoft.com/office/powerpoint/2013/main/command"/>
      <pc:sldMk xmlns:pc="http://schemas.microsoft.com/office/powerpoint/2013/main/command" cId="3388833641" sldId="296"/>
      <ac:spMk id="62" creationId="{582E87B0-0C87-097D-C12D-9B50150AB291}"/>
    </ac:deMkLst>
    <p188:txBody>
      <a:bodyPr/>
      <a:lstStyle/>
      <a:p>
        <a:r>
          <a:rPr lang="en-SG"/>
          <a:t>Issue ForgeRock token now? Or let AIGP check and request from ForgeRock instead?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B70821-ECCE-4E08-942C-AC411BA5DD92}" type="datetimeFigureOut">
              <a:rPr lang="en-SG" smtClean="0"/>
              <a:t>15/5/2026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F8575F-C0BF-4301-B858-321AD926EC45}" type="slidenum">
              <a:rPr lang="en-SG" smtClean="0"/>
              <a:t>‹#›</a:t>
            </a:fld>
            <a:endParaRPr lang="en-SG"/>
          </a:p>
        </p:txBody>
      </p:sp>
    </p:spTree>
    <p:extLst>
      <p:ext uri="{BB962C8B-B14F-4D97-AF65-F5344CB8AC3E}">
        <p14:creationId xmlns:p14="http://schemas.microsoft.com/office/powerpoint/2010/main" val="2015340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E8F8575F-C0BF-4301-B858-321AD926EC45}" type="slidenum">
              <a:rPr lang="en-SG" smtClean="0"/>
              <a:t>7</a:t>
            </a:fld>
            <a:endParaRPr lang="en-SG"/>
          </a:p>
        </p:txBody>
      </p:sp>
    </p:spTree>
    <p:extLst>
      <p:ext uri="{BB962C8B-B14F-4D97-AF65-F5344CB8AC3E}">
        <p14:creationId xmlns:p14="http://schemas.microsoft.com/office/powerpoint/2010/main" val="255500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9F38-0194-9B1E-9925-407B6A2C8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5C640-7CC8-9D84-922F-94C5267F9A4A}"/>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371A64A-73F7-7ADA-B461-1079F90F54A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BC0545B-1839-33AF-164D-569A3420BEA3}"/>
              </a:ext>
            </a:extLst>
          </p:cNvPr>
          <p:cNvSpPr>
            <a:spLocks noGrp="1"/>
          </p:cNvSpPr>
          <p:nvPr>
            <p:ph type="sldNum" sz="quarter" idx="5"/>
          </p:nvPr>
        </p:nvSpPr>
        <p:spPr/>
        <p:txBody>
          <a:bodyPr/>
          <a:lstStyle/>
          <a:p>
            <a:fld id="{E8F8575F-C0BF-4301-B858-321AD926EC45}" type="slidenum">
              <a:rPr lang="en-SG" smtClean="0"/>
              <a:t>9</a:t>
            </a:fld>
            <a:endParaRPr lang="en-SG"/>
          </a:p>
        </p:txBody>
      </p:sp>
    </p:spTree>
    <p:extLst>
      <p:ext uri="{BB962C8B-B14F-4D97-AF65-F5344CB8AC3E}">
        <p14:creationId xmlns:p14="http://schemas.microsoft.com/office/powerpoint/2010/main" val="1032833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C22B9-4E4C-3656-F17C-250A1DC2E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352FF-C505-74D3-B0CC-E9300898A2F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0AC6E63-DBA0-E59A-8318-0B3A0858C64B}"/>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494EFCD-89C0-9EC8-A5D8-4B21AF833231}"/>
              </a:ext>
            </a:extLst>
          </p:cNvPr>
          <p:cNvSpPr>
            <a:spLocks noGrp="1"/>
          </p:cNvSpPr>
          <p:nvPr>
            <p:ph type="sldNum" sz="quarter" idx="5"/>
          </p:nvPr>
        </p:nvSpPr>
        <p:spPr/>
        <p:txBody>
          <a:bodyPr/>
          <a:lstStyle/>
          <a:p>
            <a:fld id="{E8F8575F-C0BF-4301-B858-321AD926EC45}" type="slidenum">
              <a:rPr lang="en-SG" smtClean="0"/>
              <a:t>11</a:t>
            </a:fld>
            <a:endParaRPr lang="en-SG"/>
          </a:p>
        </p:txBody>
      </p:sp>
    </p:spTree>
    <p:extLst>
      <p:ext uri="{BB962C8B-B14F-4D97-AF65-F5344CB8AC3E}">
        <p14:creationId xmlns:p14="http://schemas.microsoft.com/office/powerpoint/2010/main" val="756021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638F1-9ABD-2D16-4856-A812F3B63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1BCD5-1F5B-7F71-5C90-5D4D39EF07E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B69913D-9531-3B00-B1AD-AD70F0C693F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B3FEB603-A7A4-B5E7-4219-C9586B9C4D1D}"/>
              </a:ext>
            </a:extLst>
          </p:cNvPr>
          <p:cNvSpPr>
            <a:spLocks noGrp="1"/>
          </p:cNvSpPr>
          <p:nvPr>
            <p:ph type="sldNum" sz="quarter" idx="5"/>
          </p:nvPr>
        </p:nvSpPr>
        <p:spPr/>
        <p:txBody>
          <a:bodyPr/>
          <a:lstStyle/>
          <a:p>
            <a:fld id="{E8F8575F-C0BF-4301-B858-321AD926EC45}" type="slidenum">
              <a:rPr lang="en-SG" smtClean="0"/>
              <a:t>13</a:t>
            </a:fld>
            <a:endParaRPr lang="en-SG"/>
          </a:p>
        </p:txBody>
      </p:sp>
    </p:spTree>
    <p:extLst>
      <p:ext uri="{BB962C8B-B14F-4D97-AF65-F5344CB8AC3E}">
        <p14:creationId xmlns:p14="http://schemas.microsoft.com/office/powerpoint/2010/main" val="2747460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FB080-8CAC-7F10-19F5-E2B157B31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DF0B7-A746-0644-C381-2CC83E82CCF1}"/>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42A3655A-76A1-531B-9D1C-74F9289DFC7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F81643E-CF22-3427-45CB-8EE8B64252BA}"/>
              </a:ext>
            </a:extLst>
          </p:cNvPr>
          <p:cNvSpPr>
            <a:spLocks noGrp="1"/>
          </p:cNvSpPr>
          <p:nvPr>
            <p:ph type="sldNum" sz="quarter" idx="5"/>
          </p:nvPr>
        </p:nvSpPr>
        <p:spPr/>
        <p:txBody>
          <a:bodyPr/>
          <a:lstStyle/>
          <a:p>
            <a:fld id="{E8F8575F-C0BF-4301-B858-321AD926EC45}" type="slidenum">
              <a:rPr lang="en-SG" smtClean="0"/>
              <a:t>22</a:t>
            </a:fld>
            <a:endParaRPr lang="en-SG"/>
          </a:p>
        </p:txBody>
      </p:sp>
    </p:spTree>
    <p:extLst>
      <p:ext uri="{BB962C8B-B14F-4D97-AF65-F5344CB8AC3E}">
        <p14:creationId xmlns:p14="http://schemas.microsoft.com/office/powerpoint/2010/main" val="3229577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208A0-EB78-547E-85A9-59B625E5C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C8B8-E995-5F19-EA2E-20A2ED13B24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0413D25-7FB9-43E0-4B97-BF1D0E51B6A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23AECCD-6CF6-F7DD-0EE4-27D2F010CC7C}"/>
              </a:ext>
            </a:extLst>
          </p:cNvPr>
          <p:cNvSpPr>
            <a:spLocks noGrp="1"/>
          </p:cNvSpPr>
          <p:nvPr>
            <p:ph type="sldNum" sz="quarter" idx="5"/>
          </p:nvPr>
        </p:nvSpPr>
        <p:spPr/>
        <p:txBody>
          <a:bodyPr/>
          <a:lstStyle/>
          <a:p>
            <a:fld id="{E8F8575F-C0BF-4301-B858-321AD926EC45}" type="slidenum">
              <a:rPr lang="en-SG" smtClean="0"/>
              <a:t>23</a:t>
            </a:fld>
            <a:endParaRPr lang="en-SG"/>
          </a:p>
        </p:txBody>
      </p:sp>
    </p:spTree>
    <p:extLst>
      <p:ext uri="{BB962C8B-B14F-4D97-AF65-F5344CB8AC3E}">
        <p14:creationId xmlns:p14="http://schemas.microsoft.com/office/powerpoint/2010/main" val="3000098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B802D-F2B7-24C9-8146-4963A387C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FA4BA-61BF-0EF8-A132-E800DE9BABDA}"/>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F9EB140-B896-9BEC-1903-786C63843E7A}"/>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1CECF308-989A-FCA7-43F6-2BB615E1F24A}"/>
              </a:ext>
            </a:extLst>
          </p:cNvPr>
          <p:cNvSpPr>
            <a:spLocks noGrp="1"/>
          </p:cNvSpPr>
          <p:nvPr>
            <p:ph type="sldNum" sz="quarter" idx="5"/>
          </p:nvPr>
        </p:nvSpPr>
        <p:spPr/>
        <p:txBody>
          <a:bodyPr/>
          <a:lstStyle/>
          <a:p>
            <a:fld id="{E8F8575F-C0BF-4301-B858-321AD926EC45}" type="slidenum">
              <a:rPr lang="en-SG" smtClean="0"/>
              <a:t>24</a:t>
            </a:fld>
            <a:endParaRPr lang="en-SG"/>
          </a:p>
        </p:txBody>
      </p:sp>
    </p:spTree>
    <p:extLst>
      <p:ext uri="{BB962C8B-B14F-4D97-AF65-F5344CB8AC3E}">
        <p14:creationId xmlns:p14="http://schemas.microsoft.com/office/powerpoint/2010/main" val="125454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C9F4-80F7-6FEE-8F70-7AA067F47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5365A-80D3-F49B-694F-A6058DC4C2C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C637ACF9-2757-4658-5ACD-3787B4E18B69}"/>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574895FD-39D1-53A3-0475-7C228DB0EF4B}"/>
              </a:ext>
            </a:extLst>
          </p:cNvPr>
          <p:cNvSpPr>
            <a:spLocks noGrp="1"/>
          </p:cNvSpPr>
          <p:nvPr>
            <p:ph type="sldNum" sz="quarter" idx="5"/>
          </p:nvPr>
        </p:nvSpPr>
        <p:spPr/>
        <p:txBody>
          <a:bodyPr/>
          <a:lstStyle/>
          <a:p>
            <a:fld id="{E8F8575F-C0BF-4301-B858-321AD926EC45}" type="slidenum">
              <a:rPr lang="en-SG" smtClean="0"/>
              <a:t>26</a:t>
            </a:fld>
            <a:endParaRPr lang="en-SG"/>
          </a:p>
        </p:txBody>
      </p:sp>
    </p:spTree>
    <p:extLst>
      <p:ext uri="{BB962C8B-B14F-4D97-AF65-F5344CB8AC3E}">
        <p14:creationId xmlns:p14="http://schemas.microsoft.com/office/powerpoint/2010/main" val="2071832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80357-6CC4-22D5-82B4-5D0DA7788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AA707-1A7C-9B46-F98D-6085A6A453C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4CE9157-79CB-3756-CDDD-DC39B703C60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A2F01779-31DA-8D61-903D-8189A054A319}"/>
              </a:ext>
            </a:extLst>
          </p:cNvPr>
          <p:cNvSpPr>
            <a:spLocks noGrp="1"/>
          </p:cNvSpPr>
          <p:nvPr>
            <p:ph type="sldNum" sz="quarter" idx="5"/>
          </p:nvPr>
        </p:nvSpPr>
        <p:spPr/>
        <p:txBody>
          <a:bodyPr/>
          <a:lstStyle/>
          <a:p>
            <a:fld id="{E8F8575F-C0BF-4301-B858-321AD926EC45}" type="slidenum">
              <a:rPr lang="en-SG" smtClean="0"/>
              <a:t>27</a:t>
            </a:fld>
            <a:endParaRPr lang="en-SG"/>
          </a:p>
        </p:txBody>
      </p:sp>
    </p:spTree>
    <p:extLst>
      <p:ext uri="{BB962C8B-B14F-4D97-AF65-F5344CB8AC3E}">
        <p14:creationId xmlns:p14="http://schemas.microsoft.com/office/powerpoint/2010/main" val="4194476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BAAE5-A824-7BF0-73C5-8B225F257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8F4D9-DE48-F260-B848-0C6CA92039D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CCB6B60-0398-2929-87E2-B3DCD31FCD8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5BDEE10E-E2F8-0315-8AAE-9ED9ABF366FF}"/>
              </a:ext>
            </a:extLst>
          </p:cNvPr>
          <p:cNvSpPr>
            <a:spLocks noGrp="1"/>
          </p:cNvSpPr>
          <p:nvPr>
            <p:ph type="sldNum" sz="quarter" idx="5"/>
          </p:nvPr>
        </p:nvSpPr>
        <p:spPr/>
        <p:txBody>
          <a:bodyPr/>
          <a:lstStyle/>
          <a:p>
            <a:fld id="{E8F8575F-C0BF-4301-B858-321AD926EC45}" type="slidenum">
              <a:rPr lang="en-SG" smtClean="0"/>
              <a:t>28</a:t>
            </a:fld>
            <a:endParaRPr lang="en-SG"/>
          </a:p>
        </p:txBody>
      </p:sp>
    </p:spTree>
    <p:extLst>
      <p:ext uri="{BB962C8B-B14F-4D97-AF65-F5344CB8AC3E}">
        <p14:creationId xmlns:p14="http://schemas.microsoft.com/office/powerpoint/2010/main" val="2565475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E8F8575F-C0BF-4301-B858-321AD926EC45}" type="slidenum">
              <a:rPr lang="en-SG" smtClean="0"/>
              <a:t>29</a:t>
            </a:fld>
            <a:endParaRPr lang="en-SG"/>
          </a:p>
        </p:txBody>
      </p:sp>
    </p:spTree>
    <p:extLst>
      <p:ext uri="{BB962C8B-B14F-4D97-AF65-F5344CB8AC3E}">
        <p14:creationId xmlns:p14="http://schemas.microsoft.com/office/powerpoint/2010/main" val="704577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C3AB-621D-62DB-82FB-AF571DFCC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F580B-40AA-3BEF-5170-4FF1FBD49AC0}"/>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91E59CC-37C9-FCCC-EEEF-2A2485BD72A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D787134-11A7-DAA6-6971-31264AFC34AC}"/>
              </a:ext>
            </a:extLst>
          </p:cNvPr>
          <p:cNvSpPr>
            <a:spLocks noGrp="1"/>
          </p:cNvSpPr>
          <p:nvPr>
            <p:ph type="sldNum" sz="quarter" idx="5"/>
          </p:nvPr>
        </p:nvSpPr>
        <p:spPr/>
        <p:txBody>
          <a:bodyPr/>
          <a:lstStyle/>
          <a:p>
            <a:fld id="{E8F8575F-C0BF-4301-B858-321AD926EC45}" type="slidenum">
              <a:rPr lang="en-SG" smtClean="0"/>
              <a:t>30</a:t>
            </a:fld>
            <a:endParaRPr lang="en-SG"/>
          </a:p>
        </p:txBody>
      </p:sp>
    </p:spTree>
    <p:extLst>
      <p:ext uri="{BB962C8B-B14F-4D97-AF65-F5344CB8AC3E}">
        <p14:creationId xmlns:p14="http://schemas.microsoft.com/office/powerpoint/2010/main" val="244435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A828-34F9-3774-A76E-DCD4A7554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AF76D-9EAA-19FB-62E4-A57BC1FB042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F82ECF9-7B67-63B0-8B9C-23206B6A5F14}"/>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C83F0942-8345-28B0-89F9-B606C890EA0B}"/>
              </a:ext>
            </a:extLst>
          </p:cNvPr>
          <p:cNvSpPr>
            <a:spLocks noGrp="1"/>
          </p:cNvSpPr>
          <p:nvPr>
            <p:ph type="sldNum" sz="quarter" idx="5"/>
          </p:nvPr>
        </p:nvSpPr>
        <p:spPr/>
        <p:txBody>
          <a:bodyPr/>
          <a:lstStyle/>
          <a:p>
            <a:fld id="{E8F8575F-C0BF-4301-B858-321AD926EC45}" type="slidenum">
              <a:rPr lang="en-SG" smtClean="0"/>
              <a:t>33</a:t>
            </a:fld>
            <a:endParaRPr lang="en-SG"/>
          </a:p>
        </p:txBody>
      </p:sp>
    </p:spTree>
    <p:extLst>
      <p:ext uri="{BB962C8B-B14F-4D97-AF65-F5344CB8AC3E}">
        <p14:creationId xmlns:p14="http://schemas.microsoft.com/office/powerpoint/2010/main" val="2054049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B7EBF-9295-9122-23EE-B3EB6D354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5DA16-A376-0377-7290-733AE41AAA0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7847DE2-7021-B5FE-471C-77753C15D99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1358FD1-48D1-B68F-D34C-FDDBF4432B41}"/>
              </a:ext>
            </a:extLst>
          </p:cNvPr>
          <p:cNvSpPr>
            <a:spLocks noGrp="1"/>
          </p:cNvSpPr>
          <p:nvPr>
            <p:ph type="sldNum" sz="quarter" idx="5"/>
          </p:nvPr>
        </p:nvSpPr>
        <p:spPr/>
        <p:txBody>
          <a:bodyPr/>
          <a:lstStyle/>
          <a:p>
            <a:fld id="{E8F8575F-C0BF-4301-B858-321AD926EC45}" type="slidenum">
              <a:rPr lang="en-SG" smtClean="0"/>
              <a:t>34</a:t>
            </a:fld>
            <a:endParaRPr lang="en-SG"/>
          </a:p>
        </p:txBody>
      </p:sp>
    </p:spTree>
    <p:extLst>
      <p:ext uri="{BB962C8B-B14F-4D97-AF65-F5344CB8AC3E}">
        <p14:creationId xmlns:p14="http://schemas.microsoft.com/office/powerpoint/2010/main" val="796088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5D30B-6756-0FBA-95E2-DC757D726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B1EEE-C62E-4D4E-839F-313CFE5C063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568E1075-61B2-4483-DC78-5DE38F19513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1EB21FE-DBAF-9CB2-B662-5819C48ADB49}"/>
              </a:ext>
            </a:extLst>
          </p:cNvPr>
          <p:cNvSpPr>
            <a:spLocks noGrp="1"/>
          </p:cNvSpPr>
          <p:nvPr>
            <p:ph type="sldNum" sz="quarter" idx="5"/>
          </p:nvPr>
        </p:nvSpPr>
        <p:spPr/>
        <p:txBody>
          <a:bodyPr/>
          <a:lstStyle/>
          <a:p>
            <a:fld id="{E8F8575F-C0BF-4301-B858-321AD926EC45}" type="slidenum">
              <a:rPr lang="en-SG" smtClean="0"/>
              <a:t>36</a:t>
            </a:fld>
            <a:endParaRPr lang="en-SG"/>
          </a:p>
        </p:txBody>
      </p:sp>
    </p:spTree>
    <p:extLst>
      <p:ext uri="{BB962C8B-B14F-4D97-AF65-F5344CB8AC3E}">
        <p14:creationId xmlns:p14="http://schemas.microsoft.com/office/powerpoint/2010/main" val="2915631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A58D6-25F2-CAA6-CFF3-9933B388B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7034C-428F-BC07-E796-9E46B796DC1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480D564-38DB-8145-0666-4B47B74A6DD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41D38D1-D77C-D218-A2B5-C4FB674E4F41}"/>
              </a:ext>
            </a:extLst>
          </p:cNvPr>
          <p:cNvSpPr>
            <a:spLocks noGrp="1"/>
          </p:cNvSpPr>
          <p:nvPr>
            <p:ph type="sldNum" sz="quarter" idx="5"/>
          </p:nvPr>
        </p:nvSpPr>
        <p:spPr/>
        <p:txBody>
          <a:bodyPr/>
          <a:lstStyle/>
          <a:p>
            <a:fld id="{E8F8575F-C0BF-4301-B858-321AD926EC45}" type="slidenum">
              <a:rPr lang="en-SG" smtClean="0"/>
              <a:t>37</a:t>
            </a:fld>
            <a:endParaRPr lang="en-SG"/>
          </a:p>
        </p:txBody>
      </p:sp>
    </p:spTree>
    <p:extLst>
      <p:ext uri="{BB962C8B-B14F-4D97-AF65-F5344CB8AC3E}">
        <p14:creationId xmlns:p14="http://schemas.microsoft.com/office/powerpoint/2010/main" val="2987445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E683D-7F62-32C0-CB5C-5414C734B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CBEEE-F4A9-1479-1EB7-EF4EB2BE479E}"/>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3088E52-EF20-B606-7FC8-61FD0FB7C45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F37156A4-FD28-1507-BBAC-2101A717CC2D}"/>
              </a:ext>
            </a:extLst>
          </p:cNvPr>
          <p:cNvSpPr>
            <a:spLocks noGrp="1"/>
          </p:cNvSpPr>
          <p:nvPr>
            <p:ph type="sldNum" sz="quarter" idx="5"/>
          </p:nvPr>
        </p:nvSpPr>
        <p:spPr/>
        <p:txBody>
          <a:bodyPr/>
          <a:lstStyle/>
          <a:p>
            <a:fld id="{E8F8575F-C0BF-4301-B858-321AD926EC45}" type="slidenum">
              <a:rPr lang="en-SG" smtClean="0"/>
              <a:t>38</a:t>
            </a:fld>
            <a:endParaRPr lang="en-SG"/>
          </a:p>
        </p:txBody>
      </p:sp>
    </p:spTree>
    <p:extLst>
      <p:ext uri="{BB962C8B-B14F-4D97-AF65-F5344CB8AC3E}">
        <p14:creationId xmlns:p14="http://schemas.microsoft.com/office/powerpoint/2010/main" val="1555388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19DBD-550E-2D04-7494-4FC6A57B7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A5699-F995-F887-8E7F-ED89BFBB23C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052005D-6073-21BF-C96B-3573C99FAC0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8EFA7BC-A6AF-B8F4-1EA9-5662E6B2FF3E}"/>
              </a:ext>
            </a:extLst>
          </p:cNvPr>
          <p:cNvSpPr>
            <a:spLocks noGrp="1"/>
          </p:cNvSpPr>
          <p:nvPr>
            <p:ph type="sldNum" sz="quarter" idx="5"/>
          </p:nvPr>
        </p:nvSpPr>
        <p:spPr/>
        <p:txBody>
          <a:bodyPr/>
          <a:lstStyle/>
          <a:p>
            <a:fld id="{E8F8575F-C0BF-4301-B858-321AD926EC45}" type="slidenum">
              <a:rPr lang="en-SG" smtClean="0"/>
              <a:t>39</a:t>
            </a:fld>
            <a:endParaRPr lang="en-SG"/>
          </a:p>
        </p:txBody>
      </p:sp>
    </p:spTree>
    <p:extLst>
      <p:ext uri="{BB962C8B-B14F-4D97-AF65-F5344CB8AC3E}">
        <p14:creationId xmlns:p14="http://schemas.microsoft.com/office/powerpoint/2010/main" val="1317227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r>
              <a:rPr lang="en-US"/>
              <a:t>WSO2 flow</a:t>
            </a:r>
            <a:br>
              <a:rPr lang="en-US"/>
            </a:br>
            <a:r>
              <a:rPr lang="en-US"/>
              <a:t>1. WSO2 runs in ACA, authenticated via UAMI.</a:t>
            </a:r>
          </a:p>
          <a:p>
            <a:r>
              <a:rPr lang="en-US"/>
              <a:t>2. Sub-Agent authenticates to WSO2 (using </a:t>
            </a:r>
            <a:r>
              <a:rPr lang="en-US" err="1"/>
              <a:t>mTLS</a:t>
            </a:r>
            <a:r>
              <a:rPr lang="en-US"/>
              <a:t> or Private Key JWT).</a:t>
            </a:r>
          </a:p>
          <a:p>
            <a:r>
              <a:rPr lang="en-US"/>
              <a:t>3. WSO2 issues a token to the agent based on Delegation Rules.</a:t>
            </a:r>
          </a:p>
          <a:p>
            <a:r>
              <a:rPr lang="en-US"/>
              <a:t>4. The agent presents this token to Azure.</a:t>
            </a:r>
          </a:p>
          <a:p>
            <a:r>
              <a:rPr lang="en-US"/>
              <a:t>5. Azure (via WIF) validates the token against the App Registration and grants the agent access to specific cloud resources.</a:t>
            </a:r>
            <a:endParaRPr lang="en-SG"/>
          </a:p>
        </p:txBody>
      </p:sp>
      <p:sp>
        <p:nvSpPr>
          <p:cNvPr id="4" name="Slide Number Placeholder 3"/>
          <p:cNvSpPr>
            <a:spLocks noGrp="1"/>
          </p:cNvSpPr>
          <p:nvPr>
            <p:ph type="sldNum" sz="quarter" idx="5"/>
          </p:nvPr>
        </p:nvSpPr>
        <p:spPr/>
        <p:txBody>
          <a:bodyPr/>
          <a:lstStyle/>
          <a:p>
            <a:fld id="{E8F8575F-C0BF-4301-B858-321AD926EC45}" type="slidenum">
              <a:rPr lang="en-SG" smtClean="0"/>
              <a:t>45</a:t>
            </a:fld>
            <a:endParaRPr lang="en-SG"/>
          </a:p>
        </p:txBody>
      </p:sp>
    </p:spTree>
    <p:extLst>
      <p:ext uri="{BB962C8B-B14F-4D97-AF65-F5344CB8AC3E}">
        <p14:creationId xmlns:p14="http://schemas.microsoft.com/office/powerpoint/2010/main" val="3339095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hyperlink" Target="https://www.iras.gov.sg/" TargetMode="External"/><Relationship Id="rId4" Type="http://schemas.openxmlformats.org/officeDocument/2006/relationships/image" Target="../media/image5.png"/><Relationship Id="rId5" Type="http://schemas.openxmlformats.org/officeDocument/2006/relationships/hyperlink" Target="https://www.facebook.com/irassg" TargetMode="External"/><Relationship Id="rId6" Type="http://schemas.openxmlformats.org/officeDocument/2006/relationships/image" Target="../media/image6.png"/><Relationship Id="rId7" Type="http://schemas.openxmlformats.org/officeDocument/2006/relationships/hyperlink" Target="https://www.instagram.com/irassg/" TargetMode="External"/><Relationship Id="rId8" Type="http://schemas.openxmlformats.org/officeDocument/2006/relationships/image" Target="../media/image7.png"/><Relationship Id="rId9" Type="http://schemas.openxmlformats.org/officeDocument/2006/relationships/hyperlink" Target="https://www.tiktok.com/@irassg" TargetMode="External"/><Relationship Id="rId10" Type="http://schemas.openxmlformats.org/officeDocument/2006/relationships/image" Target="../media/image8.png"/><Relationship Id="rId11" Type="http://schemas.openxmlformats.org/officeDocument/2006/relationships/hyperlink" Target="https://www.x.com/iras_sg" TargetMode="External"/><Relationship Id="rId12" Type="http://schemas.openxmlformats.org/officeDocument/2006/relationships/image" Target="../media/image9.png"/><Relationship Id="rId13" Type="http://schemas.openxmlformats.org/officeDocument/2006/relationships/hyperlink" Target="http://linkedin.com/company/iras" TargetMode="External"/><Relationship Id="rId14" Type="http://schemas.openxmlformats.org/officeDocument/2006/relationships/image" Target="../media/image10.png"/><Relationship Id="rId15" Type="http://schemas.openxmlformats.org/officeDocument/2006/relationships/hyperlink" Target="https://www.youtube.com/channel/UCVWvCzqueXUdrT7VdnrnpaQ" TargetMode="External"/><Relationship Id="rId16" Type="http://schemas.openxmlformats.org/officeDocument/2006/relationships/image" Target="../media/image11.png"/><Relationship Id="rId17" Type="http://schemas.openxmlformats.org/officeDocument/2006/relationships/hyperlink" Target="https://t.me/irassg" TargetMode="External"/><Relationship Id="rId18" Type="http://schemas.openxmlformats.org/officeDocument/2006/relationships/image" Target="../media/image12.png"/><Relationship Id="rId19" Type="http://schemas.openxmlformats.org/officeDocument/2006/relationships/hyperlink" Target="https://whatsapp.com/channel/0029VZzNwbsEAKW8218Tl60R" TargetMode="External"/><Relationship Id="rId20"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8F4BD-9E67-6131-13D7-62B9492D96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D91C1B2-48C4-B5B8-A716-99125EE266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7630F83C-2070-A248-5204-8A2479E4573C}"/>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092166BC-1FF2-15D1-73C5-D0C17ACAF21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6C7AB63-39B1-B608-7B22-0978E35F6087}"/>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448608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D6F6-D2D0-84CD-E1D1-A86431A7AAA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937655F-E193-3FC0-6A12-4EDF1D6EE9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E38BECD-2E85-9E25-BB66-0E783FDD7071}"/>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D665E9AC-673C-9A00-FCCC-A3ED0F44516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BB90C82-A54F-1470-8261-8AF7DE0B68B2}"/>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73832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5FDA-6CF2-BF36-6007-EEFDD4148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AA99C36B-9026-5BE7-C39D-1FA43E61F1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B540A0-58A9-AF42-E33B-467F882CE4BD}"/>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5BBD2BED-833E-5E75-EB88-4F7EF4DAD86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FBE5C3B-2A48-FF82-EFE5-860B9DB623AC}"/>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295304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3A02B-D9C8-8C71-7B8E-D088DEE553CD}"/>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8EAAD55-9333-0823-1AED-07F11FC78C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911FE43D-C70C-7550-6CFD-76B01CEF2D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3C346A4-74A1-29FF-8F3D-A074EE94005C}"/>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6" name="Footer Placeholder 5">
            <a:extLst>
              <a:ext uri="{FF2B5EF4-FFF2-40B4-BE49-F238E27FC236}">
                <a16:creationId xmlns:a16="http://schemas.microsoft.com/office/drawing/2014/main" id="{006F4861-B4FA-8361-BDC0-4D74BF06029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AAA52FB-D5F6-B1E5-4EA1-E5B1A8EB26ED}"/>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935168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CD99-4CEE-11AA-5E35-CAE3E4BD0162}"/>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ECA3DD5-B455-544B-9276-7475AA41A5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E8A1F1-024E-389F-0642-AC0B5BA4CB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D76E75-D561-B64C-13EC-170CEF4730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0BE50D-7CE9-F541-9B72-C82E1445F3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248AE02-FDB3-C5F0-C4C0-F36EE81BA7BA}"/>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8" name="Footer Placeholder 7">
            <a:extLst>
              <a:ext uri="{FF2B5EF4-FFF2-40B4-BE49-F238E27FC236}">
                <a16:creationId xmlns:a16="http://schemas.microsoft.com/office/drawing/2014/main" id="{F1BF9D78-3855-5EFC-CE2F-90D2A5386B61}"/>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C6FF48B0-997D-DC9C-7A23-8FB1E855854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817593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78F18-E726-2EF0-BE86-F5453F544154}"/>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B471B8D-D7C4-C892-AE4D-B858E327F972}"/>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4" name="Footer Placeholder 3">
            <a:extLst>
              <a:ext uri="{FF2B5EF4-FFF2-40B4-BE49-F238E27FC236}">
                <a16:creationId xmlns:a16="http://schemas.microsoft.com/office/drawing/2014/main" id="{D68CE4D6-E7E2-2FD9-4EC1-BC98523A51A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CA3DF215-A138-1BEC-2D94-49C62C57E50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139240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549D35-34FC-6A29-9D3C-1C604826C90C}"/>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3" name="Footer Placeholder 2">
            <a:extLst>
              <a:ext uri="{FF2B5EF4-FFF2-40B4-BE49-F238E27FC236}">
                <a16:creationId xmlns:a16="http://schemas.microsoft.com/office/drawing/2014/main" id="{05D8E435-7E51-C2B5-72B3-3FD4D4F78FAC}"/>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EF03FC7-B1D8-D525-A32C-E05FB2F3DF7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744239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1230-CD0E-87F0-66C7-E4B042AC3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2140698E-0E24-27D5-DB55-FC0777D4A9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A1680235-55A4-CAF8-0AF6-FA737DE01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E2D31-170E-E75A-E482-5A2DF893AD1B}"/>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6" name="Footer Placeholder 5">
            <a:extLst>
              <a:ext uri="{FF2B5EF4-FFF2-40B4-BE49-F238E27FC236}">
                <a16:creationId xmlns:a16="http://schemas.microsoft.com/office/drawing/2014/main" id="{8F07762B-FA01-3D24-AA39-75E3653F43A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F7B03CF-1499-CFE3-D649-CFA3BBD59EFF}"/>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696130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3746-5BE3-D859-4432-929A8485D8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9398D0E-D299-3CF4-AEDC-CDD040CF6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AFF1CB9-CE0D-66F8-1789-02B54CAB8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3881A7-6552-4823-B5C9-94EF8F62A5F4}"/>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6" name="Footer Placeholder 5">
            <a:extLst>
              <a:ext uri="{FF2B5EF4-FFF2-40B4-BE49-F238E27FC236}">
                <a16:creationId xmlns:a16="http://schemas.microsoft.com/office/drawing/2014/main" id="{32149BAA-8861-9E49-BAF2-DACE06DCBF0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EA0E42D-ADDE-A6E9-3EA5-C8EF762E5DE2}"/>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99212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558F-79B5-CAB6-50F8-F901DCA3D027}"/>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EEA21AA-7BBD-349B-C6EF-374795B5E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308A0CC-D361-42D9-90F7-C6D474AB5F72}"/>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1694501F-7606-2994-B3FC-9E1BF3B7C53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D2ABD95-1DC3-5C61-58AB-1E720C44317F}"/>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07457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6AD9FC-7D4B-E054-61D0-F2C55C3886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0763937-027E-F945-ABD1-F0C173D66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9A3A007-D4FF-5B6B-92FC-A9A6A7114309}"/>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FFD44B91-B8B8-D63D-0B18-FD80F506C84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7D2A8CD-9328-E406-1865-FE639036229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241215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slide 1">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p:spPr>
        <p:txBody>
          <a:bodyPr vert="horz" lIns="91440" tIns="45720" rIns="91440" bIns="45720" rtlCol="0" anchor="ctr"/>
          <a:lstStyle/>
          <a:p>
            <a:pPr lvl="0"/>
            <a:endParaRPr lang="en-US" sz="1200">
              <a:solidFill>
                <a:schemeClr val="tx1"/>
              </a:solidFill>
            </a:endParaRPr>
          </a:p>
        </p:txBody>
      </p:sp>
      <p:sp>
        <p:nvSpPr>
          <p:cNvPr id="21" name="Rectangle 20">
            <a:extLst>
              <a:ext uri="{FF2B5EF4-FFF2-40B4-BE49-F238E27FC236}">
                <a16:creationId xmlns:a16="http://schemas.microsoft.com/office/drawing/2014/main" id="{17673AC9-784A-0A9A-0BE4-0F57094C75BB}"/>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5">
            <a:extLst>
              <a:ext uri="{FF2B5EF4-FFF2-40B4-BE49-F238E27FC236}">
                <a16:creationId xmlns:a16="http://schemas.microsoft.com/office/drawing/2014/main" id="{431270CB-DB41-1302-D182-FDE21C46EB05}"/>
              </a:ext>
            </a:extLst>
          </p:cNvPr>
          <p:cNvSpPr>
            <a:spLocks noGrp="1"/>
          </p:cNvSpPr>
          <p:nvPr userDrawn="1">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4" name="Date Placeholder 3">
            <a:extLst>
              <a:ext uri="{FF2B5EF4-FFF2-40B4-BE49-F238E27FC236}">
                <a16:creationId xmlns:a16="http://schemas.microsoft.com/office/drawing/2014/main" id="{09731D25-D99B-608B-1583-AD331C5820CB}"/>
              </a:ext>
            </a:extLst>
          </p:cNvPr>
          <p:cNvSpPr>
            <a:spLocks noGrp="1"/>
          </p:cNvSpPr>
          <p:nvPr userDrawn="1">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5" name="Footer Placeholder 4">
            <a:extLst>
              <a:ext uri="{FF2B5EF4-FFF2-40B4-BE49-F238E27FC236}">
                <a16:creationId xmlns:a16="http://schemas.microsoft.com/office/drawing/2014/main" id="{D102F7C9-CDA2-10FB-5A3A-FCFE57838A4D}"/>
              </a:ext>
            </a:extLst>
          </p:cNvPr>
          <p:cNvSpPr>
            <a:spLocks noGrp="1"/>
          </p:cNvSpPr>
          <p:nvPr userDrawn="1">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8" name="Freeform 7">
            <a:extLst>
              <a:ext uri="{FF2B5EF4-FFF2-40B4-BE49-F238E27FC236}">
                <a16:creationId xmlns:a16="http://schemas.microsoft.com/office/drawing/2014/main" id="{6D60C5C7-B9BE-265F-7CB8-C65D82256512}"/>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4484C1B7-731B-7918-4ECE-3D51EA5F805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userDrawn="1">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Text Placeholder 2">
            <a:extLst>
              <a:ext uri="{FF2B5EF4-FFF2-40B4-BE49-F238E27FC236}">
                <a16:creationId xmlns:a16="http://schemas.microsoft.com/office/drawing/2014/main" id="{73F335B7-F2FC-A7DA-CAE6-90DB50DB94C6}"/>
              </a:ext>
            </a:extLst>
          </p:cNvPr>
          <p:cNvSpPr>
            <a:spLocks noGrp="1"/>
          </p:cNvSpPr>
          <p:nvPr userDrawn="1">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9C761D30-5A06-7596-A751-2BA29620C8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D69410D3-CA98-9C53-A7D4-7EDB2AF48E25}"/>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56E79DBB-C985-D201-6FF0-28819B2D3261}"/>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902EE2EF-7EA4-B096-38E3-07E6BC12C518}"/>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567035"/>
      </p:ext>
    </p:extLst>
  </p:cSld>
  <p:clrMapOvr>
    <a:masterClrMapping/>
  </p:clrMapOvr>
  <p:extLst>
    <p:ext uri="{DCECCB84-F9BA-43D5-87BE-67443E8EF086}">
      <p15:sldGuideLst xmlns:p15="http://schemas.microsoft.com/office/powerpoint/2012/main">
        <p15:guide id="1" orient="horz" pos="3997">
          <p15:clr>
            <a:srgbClr val="FBAE40"/>
          </p15:clr>
        </p15:guide>
        <p15:guide id="2" pos="715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2">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BBC1368-6726-E83D-A81F-DD0107A94EE8}"/>
              </a:ext>
            </a:extLst>
          </p:cNvPr>
          <p:cNvGrpSpPr/>
          <p:nvPr userDrawn="1"/>
        </p:nvGrpSpPr>
        <p:grpSpPr>
          <a:xfrm>
            <a:off x="161849" y="274454"/>
            <a:ext cx="1669897" cy="2268934"/>
            <a:chOff x="256846" y="331725"/>
            <a:chExt cx="1669897" cy="2268934"/>
          </a:xfrm>
        </p:grpSpPr>
        <p:sp>
          <p:nvSpPr>
            <p:cNvPr id="7" name="Freeform 6">
              <a:extLst>
                <a:ext uri="{FF2B5EF4-FFF2-40B4-BE49-F238E27FC236}">
                  <a16:creationId xmlns:a16="http://schemas.microsoft.com/office/drawing/2014/main" id="{E48324F2-1695-2026-6E04-E1B5387B6728}"/>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6F8AC559-FF8D-7457-5AF0-674DC41188DB}"/>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01A1A4A9-02C1-E412-E568-46304F2FEDFC}"/>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42AD30BC-ECBD-3ED0-05A8-54A844BDF218}"/>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19" name="Slide Number Placeholder 5">
            <a:extLst>
              <a:ext uri="{FF2B5EF4-FFF2-40B4-BE49-F238E27FC236}">
                <a16:creationId xmlns:a16="http://schemas.microsoft.com/office/drawing/2014/main" id="{BA4D53D5-213C-8398-6103-AFF0172214F1}"/>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0" name="Date Placeholder 3">
            <a:extLst>
              <a:ext uri="{FF2B5EF4-FFF2-40B4-BE49-F238E27FC236}">
                <a16:creationId xmlns:a16="http://schemas.microsoft.com/office/drawing/2014/main" id="{FD302B77-99C4-B4CE-1987-F44A573AF1C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1" name="Footer Placeholder 4">
            <a:extLst>
              <a:ext uri="{FF2B5EF4-FFF2-40B4-BE49-F238E27FC236}">
                <a16:creationId xmlns:a16="http://schemas.microsoft.com/office/drawing/2014/main" id="{0EFEEC7D-51EF-65D7-D9C2-C673380482CB}"/>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6" name="Freeform 5">
            <a:extLst>
              <a:ext uri="{FF2B5EF4-FFF2-40B4-BE49-F238E27FC236}">
                <a16:creationId xmlns:a16="http://schemas.microsoft.com/office/drawing/2014/main" id="{74D7914E-41B8-F021-E865-66B47B257B0D}"/>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Text Placeholder 2">
            <a:extLst>
              <a:ext uri="{FF2B5EF4-FFF2-40B4-BE49-F238E27FC236}">
                <a16:creationId xmlns:a16="http://schemas.microsoft.com/office/drawing/2014/main" id="{69F20E04-C09D-7075-9137-465A62BBA4A6}"/>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22F4EBA7-2EF5-674E-3890-CA3A0B279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24" name="Group 23">
            <a:extLst>
              <a:ext uri="{FF2B5EF4-FFF2-40B4-BE49-F238E27FC236}">
                <a16:creationId xmlns:a16="http://schemas.microsoft.com/office/drawing/2014/main" id="{798F55B2-0A0B-CECF-90AB-600B03E75CF4}"/>
              </a:ext>
            </a:extLst>
          </p:cNvPr>
          <p:cNvGrpSpPr/>
          <p:nvPr userDrawn="1"/>
        </p:nvGrpSpPr>
        <p:grpSpPr>
          <a:xfrm>
            <a:off x="7409792" y="6400799"/>
            <a:ext cx="4782209" cy="457201"/>
            <a:chOff x="7409792" y="6400799"/>
            <a:chExt cx="4782209" cy="457201"/>
          </a:xfrm>
        </p:grpSpPr>
        <p:sp>
          <p:nvSpPr>
            <p:cNvPr id="25" name="Right Triangle 24">
              <a:extLst>
                <a:ext uri="{FF2B5EF4-FFF2-40B4-BE49-F238E27FC236}">
                  <a16:creationId xmlns:a16="http://schemas.microsoft.com/office/drawing/2014/main" id="{E124273E-D143-BEBA-B1F1-843832B283C5}"/>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8A2AE08D-E32B-24BC-259F-EFAC900FB3E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463358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10406" y="-6488"/>
            <a:ext cx="12202406" cy="6864488"/>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grpSp>
        <p:nvGrpSpPr>
          <p:cNvPr id="23" name="Group 22">
            <a:extLst>
              <a:ext uri="{FF2B5EF4-FFF2-40B4-BE49-F238E27FC236}">
                <a16:creationId xmlns:a16="http://schemas.microsoft.com/office/drawing/2014/main" id="{FFA45A03-48CA-6C80-5699-E2BF5E0E453E}"/>
              </a:ext>
            </a:extLst>
          </p:cNvPr>
          <p:cNvGrpSpPr/>
          <p:nvPr userDrawn="1"/>
        </p:nvGrpSpPr>
        <p:grpSpPr>
          <a:xfrm>
            <a:off x="0" y="554836"/>
            <a:ext cx="4569154" cy="5748327"/>
            <a:chOff x="0" y="554836"/>
            <a:chExt cx="4569154" cy="5748327"/>
          </a:xfrm>
        </p:grpSpPr>
        <p:sp>
          <p:nvSpPr>
            <p:cNvPr id="22" name="Freeform 21">
              <a:extLst>
                <a:ext uri="{FF2B5EF4-FFF2-40B4-BE49-F238E27FC236}">
                  <a16:creationId xmlns:a16="http://schemas.microsoft.com/office/drawing/2014/main" id="{8174D15F-250A-9850-9CB0-F6D2F56DADD4}"/>
                </a:ext>
              </a:extLst>
            </p:cNvPr>
            <p:cNvSpPr/>
            <p:nvPr userDrawn="1"/>
          </p:nvSpPr>
          <p:spPr>
            <a:xfrm>
              <a:off x="0" y="554836"/>
              <a:ext cx="4409954" cy="5748327"/>
            </a:xfrm>
            <a:custGeom>
              <a:avLst/>
              <a:gdLst>
                <a:gd name="connsiteX0" fmla="*/ 1694991 w 4409954"/>
                <a:gd name="connsiteY0" fmla="*/ 0 h 5748327"/>
                <a:gd name="connsiteX1" fmla="*/ 4343288 w 4409954"/>
                <a:gd name="connsiteY1" fmla="*/ 1755409 h 5748327"/>
                <a:gd name="connsiteX2" fmla="*/ 4409954 w 4409954"/>
                <a:gd name="connsiteY2" fmla="*/ 1937555 h 5748327"/>
                <a:gd name="connsiteX3" fmla="*/ 4409954 w 4409954"/>
                <a:gd name="connsiteY3" fmla="*/ 3810772 h 5748327"/>
                <a:gd name="connsiteX4" fmla="*/ 4343288 w 4409954"/>
                <a:gd name="connsiteY4" fmla="*/ 3992918 h 5748327"/>
                <a:gd name="connsiteX5" fmla="*/ 1694991 w 4409954"/>
                <a:gd name="connsiteY5" fmla="*/ 5748327 h 5748327"/>
                <a:gd name="connsiteX6" fmla="*/ 88018 w 4409954"/>
                <a:gd name="connsiteY6" fmla="*/ 5257465 h 5748327"/>
                <a:gd name="connsiteX7" fmla="*/ 0 w 4409954"/>
                <a:gd name="connsiteY7" fmla="*/ 5191647 h 5748327"/>
                <a:gd name="connsiteX8" fmla="*/ 0 w 4409954"/>
                <a:gd name="connsiteY8" fmla="*/ 556681 h 5748327"/>
                <a:gd name="connsiteX9" fmla="*/ 88018 w 4409954"/>
                <a:gd name="connsiteY9" fmla="*/ 490862 h 5748327"/>
                <a:gd name="connsiteX10" fmla="*/ 1694991 w 4409954"/>
                <a:gd name="connsiteY10" fmla="*/ 0 h 5748327"/>
                <a:gd name="connsiteX11" fmla="*/ 735733 w 4409954"/>
                <a:gd name="connsiteY11" fmla="*/ 1931614 h 5748327"/>
                <a:gd name="connsiteX12" fmla="*/ 735733 w 4409954"/>
                <a:gd name="connsiteY12" fmla="*/ 3840540 h 5748327"/>
                <a:gd name="connsiteX13" fmla="*/ 2644659 w 4409954"/>
                <a:gd name="connsiteY13" fmla="*/ 3840540 h 5748327"/>
                <a:gd name="connsiteX14" fmla="*/ 2644659 w 4409954"/>
                <a:gd name="connsiteY14" fmla="*/ 1931614 h 5748327"/>
                <a:gd name="connsiteX15" fmla="*/ 735733 w 4409954"/>
                <a:gd name="connsiteY15" fmla="*/ 1931614 h 574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954" h="5748327">
                  <a:moveTo>
                    <a:pt x="1694991" y="0"/>
                  </a:moveTo>
                  <a:cubicBezTo>
                    <a:pt x="2885509" y="0"/>
                    <a:pt x="3906967" y="723828"/>
                    <a:pt x="4343288" y="1755409"/>
                  </a:cubicBezTo>
                  <a:lnTo>
                    <a:pt x="4409954" y="1937555"/>
                  </a:lnTo>
                  <a:lnTo>
                    <a:pt x="4409954" y="3810772"/>
                  </a:lnTo>
                  <a:lnTo>
                    <a:pt x="4343288" y="3992918"/>
                  </a:lnTo>
                  <a:cubicBezTo>
                    <a:pt x="3906967" y="5024499"/>
                    <a:pt x="2885509" y="5748327"/>
                    <a:pt x="1694991" y="5748327"/>
                  </a:cubicBezTo>
                  <a:cubicBezTo>
                    <a:pt x="1099732" y="5748327"/>
                    <a:pt x="546738" y="5567370"/>
                    <a:pt x="88018" y="5257465"/>
                  </a:cubicBezTo>
                  <a:lnTo>
                    <a:pt x="0" y="5191647"/>
                  </a:lnTo>
                  <a:lnTo>
                    <a:pt x="0" y="556681"/>
                  </a:lnTo>
                  <a:lnTo>
                    <a:pt x="88018" y="490862"/>
                  </a:lnTo>
                  <a:cubicBezTo>
                    <a:pt x="546738" y="180957"/>
                    <a:pt x="1099732" y="0"/>
                    <a:pt x="1694991" y="0"/>
                  </a:cubicBezTo>
                  <a:close/>
                  <a:moveTo>
                    <a:pt x="735733" y="1931614"/>
                  </a:moveTo>
                  <a:lnTo>
                    <a:pt x="735733" y="3840540"/>
                  </a:lnTo>
                  <a:lnTo>
                    <a:pt x="2644659" y="3840540"/>
                  </a:lnTo>
                  <a:lnTo>
                    <a:pt x="2644659" y="1931614"/>
                  </a:lnTo>
                  <a:lnTo>
                    <a:pt x="735733" y="1931614"/>
                  </a:lnTo>
                  <a:close/>
                </a:path>
              </a:pathLst>
            </a:custGeom>
            <a:solidFill>
              <a:srgbClr val="1173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3" name="Freeform 12">
              <a:extLst>
                <a:ext uri="{FF2B5EF4-FFF2-40B4-BE49-F238E27FC236}">
                  <a16:creationId xmlns:a16="http://schemas.microsoft.com/office/drawing/2014/main" id="{E32C35DA-92AC-B5E9-FDB4-0DA506B21754}"/>
                </a:ext>
              </a:extLst>
            </p:cNvPr>
            <p:cNvSpPr/>
            <p:nvPr userDrawn="1"/>
          </p:nvSpPr>
          <p:spPr>
            <a:xfrm>
              <a:off x="4409954" y="2492391"/>
              <a:ext cx="159200" cy="1873217"/>
            </a:xfrm>
            <a:custGeom>
              <a:avLst/>
              <a:gdLst>
                <a:gd name="connsiteX0" fmla="*/ 0 w 159200"/>
                <a:gd name="connsiteY0" fmla="*/ 0 h 1873217"/>
                <a:gd name="connsiteX1" fmla="*/ 29983 w 159200"/>
                <a:gd name="connsiteY1" fmla="*/ 81920 h 1873217"/>
                <a:gd name="connsiteX2" fmla="*/ 159200 w 159200"/>
                <a:gd name="connsiteY2" fmla="*/ 936609 h 1873217"/>
                <a:gd name="connsiteX3" fmla="*/ 29983 w 159200"/>
                <a:gd name="connsiteY3" fmla="*/ 1791297 h 1873217"/>
                <a:gd name="connsiteX4" fmla="*/ 0 w 159200"/>
                <a:gd name="connsiteY4" fmla="*/ 1873217 h 1873217"/>
                <a:gd name="connsiteX5" fmla="*/ 0 w 159200"/>
                <a:gd name="connsiteY5" fmla="*/ 0 h 18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00" h="1873217">
                  <a:moveTo>
                    <a:pt x="0" y="0"/>
                  </a:moveTo>
                  <a:lnTo>
                    <a:pt x="29983" y="81920"/>
                  </a:lnTo>
                  <a:cubicBezTo>
                    <a:pt x="113961" y="351916"/>
                    <a:pt x="159200" y="638980"/>
                    <a:pt x="159200" y="936609"/>
                  </a:cubicBezTo>
                  <a:cubicBezTo>
                    <a:pt x="159200" y="1234239"/>
                    <a:pt x="113961" y="1521302"/>
                    <a:pt x="29983" y="1791297"/>
                  </a:cubicBezTo>
                  <a:lnTo>
                    <a:pt x="0" y="1873217"/>
                  </a:lnTo>
                  <a:lnTo>
                    <a:pt x="0" y="0"/>
                  </a:lnTo>
                  <a:close/>
                </a:path>
              </a:pathLst>
            </a:custGeom>
            <a:solidFill>
              <a:srgbClr val="1173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8" name="Freeform 7">
            <a:extLst>
              <a:ext uri="{FF2B5EF4-FFF2-40B4-BE49-F238E27FC236}">
                <a16:creationId xmlns:a16="http://schemas.microsoft.com/office/drawing/2014/main" id="{F2F075DC-010F-67C9-02A0-20CEBB8A854A}"/>
              </a:ext>
            </a:extLst>
          </p:cNvPr>
          <p:cNvSpPr/>
          <p:nvPr userDrawn="1"/>
        </p:nvSpPr>
        <p:spPr>
          <a:xfrm>
            <a:off x="10789920" y="4617853"/>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Freeform 8">
            <a:extLst>
              <a:ext uri="{FF2B5EF4-FFF2-40B4-BE49-F238E27FC236}">
                <a16:creationId xmlns:a16="http://schemas.microsoft.com/office/drawing/2014/main" id="{77C2D8CD-A91A-8531-9CB6-F7EA15775CDC}"/>
              </a:ext>
            </a:extLst>
          </p:cNvPr>
          <p:cNvSpPr/>
          <p:nvPr userDrawn="1"/>
        </p:nvSpPr>
        <p:spPr>
          <a:xfrm>
            <a:off x="10789920" y="3412002"/>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4F982CFB-B954-F5BC-8645-769B14D3D8D4}"/>
              </a:ext>
            </a:extLst>
          </p:cNvPr>
          <p:cNvSpPr/>
          <p:nvPr userDrawn="1"/>
        </p:nvSpPr>
        <p:spPr>
          <a:xfrm>
            <a:off x="9705646" y="3947293"/>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1" name="Freeform 10">
            <a:extLst>
              <a:ext uri="{FF2B5EF4-FFF2-40B4-BE49-F238E27FC236}">
                <a16:creationId xmlns:a16="http://schemas.microsoft.com/office/drawing/2014/main" id="{DB1CF321-B883-B77E-1E45-12A89D037AFC}"/>
              </a:ext>
            </a:extLst>
          </p:cNvPr>
          <p:cNvSpPr/>
          <p:nvPr userDrawn="1"/>
        </p:nvSpPr>
        <p:spPr>
          <a:xfrm>
            <a:off x="9705646" y="2746522"/>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 name="Title 1">
            <a:extLst>
              <a:ext uri="{FF2B5EF4-FFF2-40B4-BE49-F238E27FC236}">
                <a16:creationId xmlns:a16="http://schemas.microsoft.com/office/drawing/2014/main" id="{455E07EA-2624-DA0C-56A8-7A2358C1E0E8}"/>
              </a:ext>
            </a:extLst>
          </p:cNvPr>
          <p:cNvSpPr>
            <a:spLocks noGrp="1"/>
          </p:cNvSpPr>
          <p:nvPr userDrawn="1">
            <p:ph type="ctrTitle"/>
          </p:nvPr>
        </p:nvSpPr>
        <p:spPr>
          <a:xfrm>
            <a:off x="3232304" y="1443196"/>
            <a:ext cx="7239810" cy="2387600"/>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userDrawn="1">
            <p:ph type="subTitle" idx="1"/>
          </p:nvPr>
        </p:nvSpPr>
        <p:spPr>
          <a:xfrm>
            <a:off x="8604908" y="5255179"/>
            <a:ext cx="2856136" cy="990661"/>
          </a:xfrm>
        </p:spPr>
        <p:txBody>
          <a:bodyPr>
            <a:normAutofit/>
          </a:bodyPr>
          <a:lstStyle>
            <a:lvl1pPr marL="0" indent="0" algn="l">
              <a:buNone/>
              <a:defRPr lang="en-US" sz="2000" kern="1200" dirty="0">
                <a:solidFill>
                  <a:srgbClr val="ECF6FC"/>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12" name="Picture 11">
            <a:extLst>
              <a:ext uri="{FF2B5EF4-FFF2-40B4-BE49-F238E27FC236}">
                <a16:creationId xmlns:a16="http://schemas.microsoft.com/office/drawing/2014/main" id="{F507D1FB-A266-4BC5-C7DA-22E57F83A2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grpSp>
        <p:nvGrpSpPr>
          <p:cNvPr id="21" name="Group 20">
            <a:extLst>
              <a:ext uri="{FF2B5EF4-FFF2-40B4-BE49-F238E27FC236}">
                <a16:creationId xmlns:a16="http://schemas.microsoft.com/office/drawing/2014/main" id="{35777A2D-2709-A28C-4B53-9FA2FD959A1F}"/>
              </a:ext>
            </a:extLst>
          </p:cNvPr>
          <p:cNvGrpSpPr/>
          <p:nvPr userDrawn="1"/>
        </p:nvGrpSpPr>
        <p:grpSpPr>
          <a:xfrm>
            <a:off x="5334000" y="6274676"/>
            <a:ext cx="6858000" cy="583324"/>
            <a:chOff x="5334000" y="6274676"/>
            <a:chExt cx="6858000" cy="583324"/>
          </a:xfrm>
        </p:grpSpPr>
        <p:sp>
          <p:nvSpPr>
            <p:cNvPr id="20" name="Right Triangle 19">
              <a:extLst>
                <a:ext uri="{FF2B5EF4-FFF2-40B4-BE49-F238E27FC236}">
                  <a16:creationId xmlns:a16="http://schemas.microsoft.com/office/drawing/2014/main" id="{20C620F9-6C65-AEF5-9EBB-297DCC8D93EA}"/>
                </a:ext>
              </a:extLst>
            </p:cNvPr>
            <p:cNvSpPr/>
            <p:nvPr userDrawn="1"/>
          </p:nvSpPr>
          <p:spPr>
            <a:xfrm rot="16200000">
              <a:off x="10581289" y="5247289"/>
              <a:ext cx="583324" cy="2638097"/>
            </a:xfrm>
            <a:prstGeom prst="rtTriangle">
              <a:avLst/>
            </a:prstGeom>
            <a:solidFill>
              <a:srgbClr val="21B4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48F387C0-BA07-3D3F-61CA-AC6201771322}"/>
                </a:ext>
              </a:extLst>
            </p:cNvPr>
            <p:cNvSpPr/>
            <p:nvPr userDrawn="1"/>
          </p:nvSpPr>
          <p:spPr>
            <a:xfrm rot="16200000">
              <a:off x="8634248" y="3300248"/>
              <a:ext cx="257503" cy="6858000"/>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5029136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2120831-E1F0-B7CA-61F5-ACAAEC3A4E3F}"/>
              </a:ext>
            </a:extLst>
          </p:cNvPr>
          <p:cNvSpPr/>
          <p:nvPr userDrawn="1"/>
        </p:nvSpPr>
        <p:spPr>
          <a:xfrm>
            <a:off x="0" y="1320"/>
            <a:ext cx="12192000" cy="685668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p:nvPr>
        </p:nvSpPr>
        <p:spPr>
          <a:xfrm>
            <a:off x="8604908" y="5255179"/>
            <a:ext cx="2856136" cy="990661"/>
          </a:xfrm>
        </p:spPr>
        <p:txBody>
          <a:bodyPr>
            <a:normAutofit/>
          </a:bodyPr>
          <a:lstStyle>
            <a:lvl1pPr marL="0" indent="0" algn="l">
              <a:buNone/>
              <a:defRPr lang="en-US" sz="2000" kern="1200" dirty="0">
                <a:solidFill>
                  <a:srgbClr val="657784"/>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reeform 12">
            <a:extLst>
              <a:ext uri="{FF2B5EF4-FFF2-40B4-BE49-F238E27FC236}">
                <a16:creationId xmlns:a16="http://schemas.microsoft.com/office/drawing/2014/main" id="{40C68E95-86A9-1AEC-988F-870CF0509F28}"/>
              </a:ext>
            </a:extLst>
          </p:cNvPr>
          <p:cNvSpPr/>
          <p:nvPr userDrawn="1"/>
        </p:nvSpPr>
        <p:spPr>
          <a:xfrm>
            <a:off x="10789920" y="4893739"/>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0" name="Freeform 19">
            <a:extLst>
              <a:ext uri="{FF2B5EF4-FFF2-40B4-BE49-F238E27FC236}">
                <a16:creationId xmlns:a16="http://schemas.microsoft.com/office/drawing/2014/main" id="{02727E51-704B-245B-2A32-978C64030AA0}"/>
              </a:ext>
            </a:extLst>
          </p:cNvPr>
          <p:cNvSpPr/>
          <p:nvPr userDrawn="1"/>
        </p:nvSpPr>
        <p:spPr>
          <a:xfrm>
            <a:off x="10789920" y="3687888"/>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1" name="Freeform 20">
            <a:extLst>
              <a:ext uri="{FF2B5EF4-FFF2-40B4-BE49-F238E27FC236}">
                <a16:creationId xmlns:a16="http://schemas.microsoft.com/office/drawing/2014/main" id="{8AEBFF9D-A0DF-261E-E582-AA53B7EA8BC3}"/>
              </a:ext>
            </a:extLst>
          </p:cNvPr>
          <p:cNvSpPr/>
          <p:nvPr userDrawn="1"/>
        </p:nvSpPr>
        <p:spPr>
          <a:xfrm>
            <a:off x="9705646" y="4223179"/>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Freeform 21">
            <a:extLst>
              <a:ext uri="{FF2B5EF4-FFF2-40B4-BE49-F238E27FC236}">
                <a16:creationId xmlns:a16="http://schemas.microsoft.com/office/drawing/2014/main" id="{87F09748-B4F8-32CD-0403-EDA5188E836C}"/>
              </a:ext>
            </a:extLst>
          </p:cNvPr>
          <p:cNvSpPr/>
          <p:nvPr userDrawn="1"/>
        </p:nvSpPr>
        <p:spPr>
          <a:xfrm>
            <a:off x="9705646" y="3022408"/>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nvGrpSpPr>
          <p:cNvPr id="8" name="Group 7">
            <a:extLst>
              <a:ext uri="{FF2B5EF4-FFF2-40B4-BE49-F238E27FC236}">
                <a16:creationId xmlns:a16="http://schemas.microsoft.com/office/drawing/2014/main" id="{E1AA728D-47C1-4973-B15D-F9D7CAD3F1CD}"/>
              </a:ext>
            </a:extLst>
          </p:cNvPr>
          <p:cNvGrpSpPr/>
          <p:nvPr userDrawn="1"/>
        </p:nvGrpSpPr>
        <p:grpSpPr>
          <a:xfrm>
            <a:off x="-7057" y="581429"/>
            <a:ext cx="4569154" cy="5748327"/>
            <a:chOff x="0" y="554836"/>
            <a:chExt cx="4569154" cy="5748327"/>
          </a:xfrm>
          <a:solidFill>
            <a:srgbClr val="FFFFFF"/>
          </a:solidFill>
        </p:grpSpPr>
        <p:sp>
          <p:nvSpPr>
            <p:cNvPr id="9" name="Freeform 8">
              <a:extLst>
                <a:ext uri="{FF2B5EF4-FFF2-40B4-BE49-F238E27FC236}">
                  <a16:creationId xmlns:a16="http://schemas.microsoft.com/office/drawing/2014/main" id="{4CD10C20-C626-E285-5CF1-68D72F549DE9}"/>
                </a:ext>
              </a:extLst>
            </p:cNvPr>
            <p:cNvSpPr/>
            <p:nvPr userDrawn="1"/>
          </p:nvSpPr>
          <p:spPr>
            <a:xfrm>
              <a:off x="0" y="554836"/>
              <a:ext cx="4409954" cy="5748327"/>
            </a:xfrm>
            <a:custGeom>
              <a:avLst/>
              <a:gdLst>
                <a:gd name="connsiteX0" fmla="*/ 1694991 w 4409954"/>
                <a:gd name="connsiteY0" fmla="*/ 0 h 5748327"/>
                <a:gd name="connsiteX1" fmla="*/ 4343288 w 4409954"/>
                <a:gd name="connsiteY1" fmla="*/ 1755409 h 5748327"/>
                <a:gd name="connsiteX2" fmla="*/ 4409954 w 4409954"/>
                <a:gd name="connsiteY2" fmla="*/ 1937555 h 5748327"/>
                <a:gd name="connsiteX3" fmla="*/ 4409954 w 4409954"/>
                <a:gd name="connsiteY3" fmla="*/ 3810772 h 5748327"/>
                <a:gd name="connsiteX4" fmla="*/ 4343288 w 4409954"/>
                <a:gd name="connsiteY4" fmla="*/ 3992918 h 5748327"/>
                <a:gd name="connsiteX5" fmla="*/ 1694991 w 4409954"/>
                <a:gd name="connsiteY5" fmla="*/ 5748327 h 5748327"/>
                <a:gd name="connsiteX6" fmla="*/ 88018 w 4409954"/>
                <a:gd name="connsiteY6" fmla="*/ 5257465 h 5748327"/>
                <a:gd name="connsiteX7" fmla="*/ 0 w 4409954"/>
                <a:gd name="connsiteY7" fmla="*/ 5191647 h 5748327"/>
                <a:gd name="connsiteX8" fmla="*/ 0 w 4409954"/>
                <a:gd name="connsiteY8" fmla="*/ 556681 h 5748327"/>
                <a:gd name="connsiteX9" fmla="*/ 88018 w 4409954"/>
                <a:gd name="connsiteY9" fmla="*/ 490862 h 5748327"/>
                <a:gd name="connsiteX10" fmla="*/ 1694991 w 4409954"/>
                <a:gd name="connsiteY10" fmla="*/ 0 h 5748327"/>
                <a:gd name="connsiteX11" fmla="*/ 735733 w 4409954"/>
                <a:gd name="connsiteY11" fmla="*/ 1931614 h 5748327"/>
                <a:gd name="connsiteX12" fmla="*/ 735733 w 4409954"/>
                <a:gd name="connsiteY12" fmla="*/ 3840540 h 5748327"/>
                <a:gd name="connsiteX13" fmla="*/ 2644659 w 4409954"/>
                <a:gd name="connsiteY13" fmla="*/ 3840540 h 5748327"/>
                <a:gd name="connsiteX14" fmla="*/ 2644659 w 4409954"/>
                <a:gd name="connsiteY14" fmla="*/ 1931614 h 5748327"/>
                <a:gd name="connsiteX15" fmla="*/ 735733 w 4409954"/>
                <a:gd name="connsiteY15" fmla="*/ 1931614 h 574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954" h="5748327">
                  <a:moveTo>
                    <a:pt x="1694991" y="0"/>
                  </a:moveTo>
                  <a:cubicBezTo>
                    <a:pt x="2885509" y="0"/>
                    <a:pt x="3906967" y="723828"/>
                    <a:pt x="4343288" y="1755409"/>
                  </a:cubicBezTo>
                  <a:lnTo>
                    <a:pt x="4409954" y="1937555"/>
                  </a:lnTo>
                  <a:lnTo>
                    <a:pt x="4409954" y="3810772"/>
                  </a:lnTo>
                  <a:lnTo>
                    <a:pt x="4343288" y="3992918"/>
                  </a:lnTo>
                  <a:cubicBezTo>
                    <a:pt x="3906967" y="5024499"/>
                    <a:pt x="2885509" y="5748327"/>
                    <a:pt x="1694991" y="5748327"/>
                  </a:cubicBezTo>
                  <a:cubicBezTo>
                    <a:pt x="1099732" y="5748327"/>
                    <a:pt x="546738" y="5567370"/>
                    <a:pt x="88018" y="5257465"/>
                  </a:cubicBezTo>
                  <a:lnTo>
                    <a:pt x="0" y="5191647"/>
                  </a:lnTo>
                  <a:lnTo>
                    <a:pt x="0" y="556681"/>
                  </a:lnTo>
                  <a:lnTo>
                    <a:pt x="88018" y="490862"/>
                  </a:lnTo>
                  <a:cubicBezTo>
                    <a:pt x="546738" y="180957"/>
                    <a:pt x="1099732" y="0"/>
                    <a:pt x="1694991" y="0"/>
                  </a:cubicBezTo>
                  <a:close/>
                  <a:moveTo>
                    <a:pt x="735733" y="1931614"/>
                  </a:moveTo>
                  <a:lnTo>
                    <a:pt x="735733" y="3840540"/>
                  </a:lnTo>
                  <a:lnTo>
                    <a:pt x="2644659" y="3840540"/>
                  </a:lnTo>
                  <a:lnTo>
                    <a:pt x="2644659" y="1931614"/>
                  </a:lnTo>
                  <a:lnTo>
                    <a:pt x="735733" y="193161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67994038-063F-6DA4-A475-8D67F994A071}"/>
                </a:ext>
              </a:extLst>
            </p:cNvPr>
            <p:cNvSpPr/>
            <p:nvPr userDrawn="1"/>
          </p:nvSpPr>
          <p:spPr>
            <a:xfrm>
              <a:off x="4409954" y="2492391"/>
              <a:ext cx="159200" cy="1873217"/>
            </a:xfrm>
            <a:custGeom>
              <a:avLst/>
              <a:gdLst>
                <a:gd name="connsiteX0" fmla="*/ 0 w 159200"/>
                <a:gd name="connsiteY0" fmla="*/ 0 h 1873217"/>
                <a:gd name="connsiteX1" fmla="*/ 29983 w 159200"/>
                <a:gd name="connsiteY1" fmla="*/ 81920 h 1873217"/>
                <a:gd name="connsiteX2" fmla="*/ 159200 w 159200"/>
                <a:gd name="connsiteY2" fmla="*/ 936609 h 1873217"/>
                <a:gd name="connsiteX3" fmla="*/ 29983 w 159200"/>
                <a:gd name="connsiteY3" fmla="*/ 1791297 h 1873217"/>
                <a:gd name="connsiteX4" fmla="*/ 0 w 159200"/>
                <a:gd name="connsiteY4" fmla="*/ 1873217 h 1873217"/>
                <a:gd name="connsiteX5" fmla="*/ 0 w 159200"/>
                <a:gd name="connsiteY5" fmla="*/ 0 h 18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00" h="1873217">
                  <a:moveTo>
                    <a:pt x="0" y="0"/>
                  </a:moveTo>
                  <a:lnTo>
                    <a:pt x="29983" y="81920"/>
                  </a:lnTo>
                  <a:cubicBezTo>
                    <a:pt x="113961" y="351916"/>
                    <a:pt x="159200" y="638980"/>
                    <a:pt x="159200" y="936609"/>
                  </a:cubicBezTo>
                  <a:cubicBezTo>
                    <a:pt x="159200" y="1234239"/>
                    <a:pt x="113961" y="1521302"/>
                    <a:pt x="29983" y="1791297"/>
                  </a:cubicBezTo>
                  <a:lnTo>
                    <a:pt x="0" y="1873217"/>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 name="Title 1">
            <a:extLst>
              <a:ext uri="{FF2B5EF4-FFF2-40B4-BE49-F238E27FC236}">
                <a16:creationId xmlns:a16="http://schemas.microsoft.com/office/drawing/2014/main" id="{455E07EA-2624-DA0C-56A8-7A2358C1E0E8}"/>
              </a:ext>
            </a:extLst>
          </p:cNvPr>
          <p:cNvSpPr>
            <a:spLocks noGrp="1"/>
          </p:cNvSpPr>
          <p:nvPr userDrawn="1">
            <p:ph type="ctrTitle"/>
          </p:nvPr>
        </p:nvSpPr>
        <p:spPr>
          <a:xfrm>
            <a:off x="3232304" y="1443196"/>
            <a:ext cx="7239810" cy="2387600"/>
          </a:xfrm>
        </p:spPr>
        <p:txBody>
          <a:bodyPr anchor="b">
            <a:normAutofit/>
          </a:bodyPr>
          <a:lstStyle>
            <a:lvl1pPr algn="l">
              <a:defRPr lang="en-GB" sz="5400" b="1" kern="1200" dirty="0">
                <a:solidFill>
                  <a:srgbClr val="005AAB"/>
                </a:solidFill>
                <a:latin typeface="Source Sans Pro" panose="020B0503030403020204" pitchFamily="34" charset="0"/>
                <a:ea typeface="+mn-ea"/>
                <a:cs typeface="+mn-cs"/>
              </a:defRPr>
            </a:lvl1pPr>
          </a:lstStyle>
          <a:p>
            <a:r>
              <a:rPr lang="en-GB"/>
              <a:t>Click to edit Master title style</a:t>
            </a:r>
            <a:endParaRPr lang="en-US"/>
          </a:p>
        </p:txBody>
      </p:sp>
      <p:pic>
        <p:nvPicPr>
          <p:cNvPr id="12" name="Picture 11">
            <a:extLst>
              <a:ext uri="{FF2B5EF4-FFF2-40B4-BE49-F238E27FC236}">
                <a16:creationId xmlns:a16="http://schemas.microsoft.com/office/drawing/2014/main" id="{9345A8F4-CC3D-AE53-6879-E58F50E2C9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29307" y="342458"/>
            <a:ext cx="1355713" cy="1355713"/>
          </a:xfrm>
          <a:prstGeom prst="rect">
            <a:avLst/>
          </a:prstGeom>
        </p:spPr>
      </p:pic>
      <p:grpSp>
        <p:nvGrpSpPr>
          <p:cNvPr id="14" name="Group 13">
            <a:extLst>
              <a:ext uri="{FF2B5EF4-FFF2-40B4-BE49-F238E27FC236}">
                <a16:creationId xmlns:a16="http://schemas.microsoft.com/office/drawing/2014/main" id="{843F9F94-8E38-BF84-F36C-A02B7A0BA469}"/>
              </a:ext>
            </a:extLst>
          </p:cNvPr>
          <p:cNvGrpSpPr/>
          <p:nvPr userDrawn="1"/>
        </p:nvGrpSpPr>
        <p:grpSpPr>
          <a:xfrm>
            <a:off x="7409792" y="6400799"/>
            <a:ext cx="4782209" cy="457201"/>
            <a:chOff x="7409792" y="6400799"/>
            <a:chExt cx="4782209" cy="457201"/>
          </a:xfrm>
        </p:grpSpPr>
        <p:sp>
          <p:nvSpPr>
            <p:cNvPr id="15" name="Right Triangle 14">
              <a:extLst>
                <a:ext uri="{FF2B5EF4-FFF2-40B4-BE49-F238E27FC236}">
                  <a16:creationId xmlns:a16="http://schemas.microsoft.com/office/drawing/2014/main" id="{E3CB1439-D410-F553-BBA8-A03EC28ED384}"/>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4515BE05-3B0B-A01C-0463-64E3D152984B}"/>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3173318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5CF3292-BA41-D34E-CF88-A5ACA38CD163}"/>
              </a:ext>
            </a:extLst>
          </p:cNvPr>
          <p:cNvSpPr/>
          <p:nvPr userDrawn="1"/>
        </p:nvSpPr>
        <p:spPr>
          <a:xfrm>
            <a:off x="0" y="0"/>
            <a:ext cx="1223023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90E58835-6407-6496-07BF-2A202649DE0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150"/>
          <a:stretch/>
        </p:blipFill>
        <p:spPr>
          <a:xfrm>
            <a:off x="-38230" y="208402"/>
            <a:ext cx="8089154" cy="6658580"/>
          </a:xfrm>
          <a:prstGeom prst="rect">
            <a:avLst/>
          </a:prstGeom>
        </p:spPr>
      </p:pic>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19" name="Freeform 18">
            <a:extLst>
              <a:ext uri="{FF2B5EF4-FFF2-40B4-BE49-F238E27FC236}">
                <a16:creationId xmlns:a16="http://schemas.microsoft.com/office/drawing/2014/main" id="{D2E58EFF-45B8-F6B5-7B46-806824C80ED5}"/>
              </a:ext>
            </a:extLst>
          </p:cNvPr>
          <p:cNvSpPr/>
          <p:nvPr userDrawn="1"/>
        </p:nvSpPr>
        <p:spPr>
          <a:xfrm>
            <a:off x="5404102" y="564847"/>
            <a:ext cx="1554212" cy="1554212"/>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005AAB">
                <a:alpha val="32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BFA307B4-F0D0-91D1-18B3-6159164C5ABE}"/>
              </a:ext>
            </a:extLst>
          </p:cNvPr>
          <p:cNvSpPr/>
          <p:nvPr userDrawn="1"/>
        </p:nvSpPr>
        <p:spPr>
          <a:xfrm>
            <a:off x="-38230" y="1"/>
            <a:ext cx="1623535" cy="899187"/>
          </a:xfrm>
          <a:custGeom>
            <a:avLst/>
            <a:gdLst>
              <a:gd name="connsiteX0" fmla="*/ 0 w 1623535"/>
              <a:gd name="connsiteY0" fmla="*/ 0 h 899187"/>
              <a:gd name="connsiteX1" fmla="*/ 1623535 w 1623535"/>
              <a:gd name="connsiteY1" fmla="*/ 0 h 899187"/>
              <a:gd name="connsiteX2" fmla="*/ 1575984 w 1623535"/>
              <a:gd name="connsiteY2" fmla="*/ 98712 h 899187"/>
              <a:gd name="connsiteX3" fmla="*/ 231042 w 1623535"/>
              <a:gd name="connsiteY3" fmla="*/ 899187 h 899187"/>
              <a:gd name="connsiteX4" fmla="*/ 74654 w 1623535"/>
              <a:gd name="connsiteY4" fmla="*/ 891290 h 899187"/>
              <a:gd name="connsiteX5" fmla="*/ 0 w 1623535"/>
              <a:gd name="connsiteY5" fmla="*/ 879897 h 89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3535" h="899187">
                <a:moveTo>
                  <a:pt x="0" y="0"/>
                </a:moveTo>
                <a:lnTo>
                  <a:pt x="1623535" y="0"/>
                </a:lnTo>
                <a:lnTo>
                  <a:pt x="1575984" y="98712"/>
                </a:lnTo>
                <a:cubicBezTo>
                  <a:pt x="1316971" y="575511"/>
                  <a:pt x="811806" y="899187"/>
                  <a:pt x="231042" y="899187"/>
                </a:cubicBezTo>
                <a:cubicBezTo>
                  <a:pt x="178245" y="899187"/>
                  <a:pt x="126073" y="896512"/>
                  <a:pt x="74654" y="891290"/>
                </a:cubicBezTo>
                <a:lnTo>
                  <a:pt x="0" y="879897"/>
                </a:lnTo>
                <a:close/>
              </a:path>
            </a:pathLst>
          </a:cu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p:nvPr>
        </p:nvSpPr>
        <p:spPr>
          <a:xfrm>
            <a:off x="4526159" y="2152314"/>
            <a:ext cx="7239810" cy="2387600"/>
          </a:xfrm>
        </p:spPr>
        <p:txBody>
          <a:bodyPr anchor="b">
            <a:normAutofit/>
          </a:bodyPr>
          <a:lstStyle>
            <a:lvl1pPr marL="0" indent="9525" algn="l">
              <a:tabLst/>
              <a:defRPr lang="en-GB" sz="5400" b="1" kern="1200" dirty="0">
                <a:solidFill>
                  <a:srgbClr val="005AAB"/>
                </a:solidFill>
                <a:latin typeface="Source Sans Pro" panose="020B0503030403020204" pitchFamily="34" charset="0"/>
                <a:ea typeface="+mn-ea"/>
                <a:cs typeface="+mn-cs"/>
              </a:defRPr>
            </a:lvl1pPr>
          </a:lstStyle>
          <a:p>
            <a:r>
              <a:rPr lang="en-GB"/>
              <a:t>Click to edit Master title style</a:t>
            </a:r>
            <a:endParaRPr lang="en-US"/>
          </a:p>
        </p:txBody>
      </p:sp>
      <p:sp>
        <p:nvSpPr>
          <p:cNvPr id="11" name="Freeform 10">
            <a:extLst>
              <a:ext uri="{FF2B5EF4-FFF2-40B4-BE49-F238E27FC236}">
                <a16:creationId xmlns:a16="http://schemas.microsoft.com/office/drawing/2014/main" id="{3AE7D4A6-0DE3-272C-39C4-1556B8BBEFDF}"/>
              </a:ext>
            </a:extLst>
          </p:cNvPr>
          <p:cNvSpPr/>
          <p:nvPr userDrawn="1"/>
        </p:nvSpPr>
        <p:spPr>
          <a:xfrm>
            <a:off x="6648809" y="5373264"/>
            <a:ext cx="3054574" cy="1484737"/>
          </a:xfrm>
          <a:custGeom>
            <a:avLst/>
            <a:gdLst>
              <a:gd name="connsiteX0" fmla="*/ 1527287 w 3054574"/>
              <a:gd name="connsiteY0" fmla="*/ 0 h 1484737"/>
              <a:gd name="connsiteX1" fmla="*/ 3048940 w 3054574"/>
              <a:gd name="connsiteY1" fmla="*/ 1373163 h 1484737"/>
              <a:gd name="connsiteX2" fmla="*/ 3054574 w 3054574"/>
              <a:gd name="connsiteY2" fmla="*/ 1484737 h 1484737"/>
              <a:gd name="connsiteX3" fmla="*/ 2032674 w 3054574"/>
              <a:gd name="connsiteY3" fmla="*/ 1484737 h 1484737"/>
              <a:gd name="connsiteX4" fmla="*/ 2032674 w 3054574"/>
              <a:gd name="connsiteY4" fmla="*/ 1027952 h 1484737"/>
              <a:gd name="connsiteX5" fmla="*/ 1016797 w 3054574"/>
              <a:gd name="connsiteY5" fmla="*/ 1027952 h 1484737"/>
              <a:gd name="connsiteX6" fmla="*/ 1016797 w 3054574"/>
              <a:gd name="connsiteY6" fmla="*/ 1484737 h 1484737"/>
              <a:gd name="connsiteX7" fmla="*/ 0 w 3054574"/>
              <a:gd name="connsiteY7" fmla="*/ 1484737 h 1484737"/>
              <a:gd name="connsiteX8" fmla="*/ 5634 w 3054574"/>
              <a:gd name="connsiteY8" fmla="*/ 1373163 h 1484737"/>
              <a:gd name="connsiteX9" fmla="*/ 1527287 w 3054574"/>
              <a:gd name="connsiteY9" fmla="*/ 0 h 1484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4574" h="1484737">
                <a:moveTo>
                  <a:pt x="1527287" y="0"/>
                </a:moveTo>
                <a:cubicBezTo>
                  <a:pt x="2319238" y="0"/>
                  <a:pt x="2970612" y="601877"/>
                  <a:pt x="3048940" y="1373163"/>
                </a:cubicBezTo>
                <a:lnTo>
                  <a:pt x="3054574" y="1484737"/>
                </a:lnTo>
                <a:lnTo>
                  <a:pt x="2032674" y="1484737"/>
                </a:lnTo>
                <a:lnTo>
                  <a:pt x="2032674" y="1027952"/>
                </a:lnTo>
                <a:lnTo>
                  <a:pt x="1016797" y="1027952"/>
                </a:lnTo>
                <a:lnTo>
                  <a:pt x="1016797" y="1484737"/>
                </a:lnTo>
                <a:lnTo>
                  <a:pt x="0" y="1484737"/>
                </a:lnTo>
                <a:lnTo>
                  <a:pt x="5634" y="1373163"/>
                </a:lnTo>
                <a:cubicBezTo>
                  <a:pt x="83962" y="601877"/>
                  <a:pt x="735336" y="0"/>
                  <a:pt x="1527287" y="0"/>
                </a:cubicBezTo>
                <a:close/>
              </a:path>
            </a:pathLst>
          </a:cu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p:nvPr>
        </p:nvSpPr>
        <p:spPr>
          <a:xfrm>
            <a:off x="4511675" y="4771302"/>
            <a:ext cx="5381341" cy="990661"/>
          </a:xfrm>
        </p:spPr>
        <p:txBody>
          <a:bodyPr>
            <a:normAutofit/>
          </a:bodyPr>
          <a:lstStyle>
            <a:lvl1pPr marL="0" indent="50800" algn="l">
              <a:buNone/>
              <a:tabLst/>
              <a:defRPr lang="en-US" sz="2000" kern="1200" dirty="0">
                <a:solidFill>
                  <a:srgbClr val="657784"/>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6" name="Picture 5">
            <a:extLst>
              <a:ext uri="{FF2B5EF4-FFF2-40B4-BE49-F238E27FC236}">
                <a16:creationId xmlns:a16="http://schemas.microsoft.com/office/drawing/2014/main" id="{46E142BC-FE7C-DDFE-68D3-6239870A600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429307" y="342458"/>
            <a:ext cx="1355713" cy="1355713"/>
          </a:xfrm>
          <a:prstGeom prst="rect">
            <a:avLst/>
          </a:prstGeom>
        </p:spPr>
      </p:pic>
    </p:spTree>
    <p:extLst>
      <p:ext uri="{BB962C8B-B14F-4D97-AF65-F5344CB8AC3E}">
        <p14:creationId xmlns:p14="http://schemas.microsoft.com/office/powerpoint/2010/main" val="970199859"/>
      </p:ext>
    </p:extLst>
  </p:cSld>
  <p:clrMapOvr>
    <a:masterClrMapping/>
  </p:clrMapOvr>
  <p:extLst>
    <p:ext uri="{DCECCB84-F9BA-43D5-87BE-67443E8EF086}">
      <p15:sldGuideLst xmlns:p15="http://schemas.microsoft.com/office/powerpoint/2012/main">
        <p15:guide id="1" orient="horz" pos="2160">
          <p15:clr>
            <a:srgbClr val="FBAE40"/>
          </p15:clr>
        </p15:guide>
        <p15:guide id="2" pos="28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p:spPr>
        <p:txBody>
          <a:bodyPr vert="horz" lIns="91440" tIns="45720" rIns="91440" bIns="45720" rtlCol="0" anchor="ctr"/>
          <a:lstStyle/>
          <a:p>
            <a:pPr lvl="0"/>
            <a:endParaRPr lang="en-US" sz="1200">
              <a:solidFill>
                <a:schemeClr val="tx1"/>
              </a:solidFill>
            </a:endParaRPr>
          </a:p>
        </p:txBody>
      </p:sp>
      <p:sp>
        <p:nvSpPr>
          <p:cNvPr id="21" name="Rectangle 20">
            <a:extLst>
              <a:ext uri="{FF2B5EF4-FFF2-40B4-BE49-F238E27FC236}">
                <a16:creationId xmlns:a16="http://schemas.microsoft.com/office/drawing/2014/main" id="{17673AC9-784A-0A9A-0BE4-0F57094C75BB}"/>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5">
            <a:extLst>
              <a:ext uri="{FF2B5EF4-FFF2-40B4-BE49-F238E27FC236}">
                <a16:creationId xmlns:a16="http://schemas.microsoft.com/office/drawing/2014/main" id="{431270CB-DB41-1302-D182-FDE21C46EB05}"/>
              </a:ext>
            </a:extLst>
          </p:cNvPr>
          <p:cNvSpPr>
            <a:spLocks noGrp="1"/>
          </p:cNvSpPr>
          <p:nvPr userDrawn="1">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4" name="Date Placeholder 3">
            <a:extLst>
              <a:ext uri="{FF2B5EF4-FFF2-40B4-BE49-F238E27FC236}">
                <a16:creationId xmlns:a16="http://schemas.microsoft.com/office/drawing/2014/main" id="{09731D25-D99B-608B-1583-AD331C5820CB}"/>
              </a:ext>
            </a:extLst>
          </p:cNvPr>
          <p:cNvSpPr>
            <a:spLocks noGrp="1"/>
          </p:cNvSpPr>
          <p:nvPr userDrawn="1">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5" name="Footer Placeholder 4">
            <a:extLst>
              <a:ext uri="{FF2B5EF4-FFF2-40B4-BE49-F238E27FC236}">
                <a16:creationId xmlns:a16="http://schemas.microsoft.com/office/drawing/2014/main" id="{D102F7C9-CDA2-10FB-5A3A-FCFE57838A4D}"/>
              </a:ext>
            </a:extLst>
          </p:cNvPr>
          <p:cNvSpPr>
            <a:spLocks noGrp="1"/>
          </p:cNvSpPr>
          <p:nvPr userDrawn="1">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8" name="Freeform 7">
            <a:extLst>
              <a:ext uri="{FF2B5EF4-FFF2-40B4-BE49-F238E27FC236}">
                <a16:creationId xmlns:a16="http://schemas.microsoft.com/office/drawing/2014/main" id="{6D60C5C7-B9BE-265F-7CB8-C65D82256512}"/>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4484C1B7-731B-7918-4ECE-3D51EA5F805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userDrawn="1">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Text Placeholder 2">
            <a:extLst>
              <a:ext uri="{FF2B5EF4-FFF2-40B4-BE49-F238E27FC236}">
                <a16:creationId xmlns:a16="http://schemas.microsoft.com/office/drawing/2014/main" id="{73F335B7-F2FC-A7DA-CAE6-90DB50DB94C6}"/>
              </a:ext>
            </a:extLst>
          </p:cNvPr>
          <p:cNvSpPr>
            <a:spLocks noGrp="1"/>
          </p:cNvSpPr>
          <p:nvPr userDrawn="1">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9C761D30-5A06-7596-A751-2BA29620C8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D69410D3-CA98-9C53-A7D4-7EDB2AF48E25}"/>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56E79DBB-C985-D201-6FF0-28819B2D3261}"/>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902EE2EF-7EA4-B096-38E3-07E6BC12C518}"/>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78805223"/>
      </p:ext>
    </p:extLst>
  </p:cSld>
  <p:clrMapOvr>
    <a:masterClrMapping/>
  </p:clrMapOvr>
  <p:extLst>
    <p:ext uri="{DCECCB84-F9BA-43D5-87BE-67443E8EF086}">
      <p15:sldGuideLst xmlns:p15="http://schemas.microsoft.com/office/powerpoint/2012/main">
        <p15:guide id="1" orient="horz" pos="3997">
          <p15:clr>
            <a:srgbClr val="FBAE40"/>
          </p15:clr>
        </p15:guide>
        <p15:guide id="2" pos="715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BBC1368-6726-E83D-A81F-DD0107A94EE8}"/>
              </a:ext>
            </a:extLst>
          </p:cNvPr>
          <p:cNvGrpSpPr/>
          <p:nvPr userDrawn="1"/>
        </p:nvGrpSpPr>
        <p:grpSpPr>
          <a:xfrm>
            <a:off x="161849" y="274454"/>
            <a:ext cx="1669897" cy="2268934"/>
            <a:chOff x="256846" y="331725"/>
            <a:chExt cx="1669897" cy="2268934"/>
          </a:xfrm>
        </p:grpSpPr>
        <p:sp>
          <p:nvSpPr>
            <p:cNvPr id="7" name="Freeform 6">
              <a:extLst>
                <a:ext uri="{FF2B5EF4-FFF2-40B4-BE49-F238E27FC236}">
                  <a16:creationId xmlns:a16="http://schemas.microsoft.com/office/drawing/2014/main" id="{E48324F2-1695-2026-6E04-E1B5387B6728}"/>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6F8AC559-FF8D-7457-5AF0-674DC41188DB}"/>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01A1A4A9-02C1-E412-E568-46304F2FEDFC}"/>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42AD30BC-ECBD-3ED0-05A8-54A844BDF218}"/>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19" name="Slide Number Placeholder 5">
            <a:extLst>
              <a:ext uri="{FF2B5EF4-FFF2-40B4-BE49-F238E27FC236}">
                <a16:creationId xmlns:a16="http://schemas.microsoft.com/office/drawing/2014/main" id="{BA4D53D5-213C-8398-6103-AFF0172214F1}"/>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0" name="Date Placeholder 3">
            <a:extLst>
              <a:ext uri="{FF2B5EF4-FFF2-40B4-BE49-F238E27FC236}">
                <a16:creationId xmlns:a16="http://schemas.microsoft.com/office/drawing/2014/main" id="{FD302B77-99C4-B4CE-1987-F44A573AF1C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1" name="Footer Placeholder 4">
            <a:extLst>
              <a:ext uri="{FF2B5EF4-FFF2-40B4-BE49-F238E27FC236}">
                <a16:creationId xmlns:a16="http://schemas.microsoft.com/office/drawing/2014/main" id="{0EFEEC7D-51EF-65D7-D9C2-C673380482CB}"/>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6" name="Freeform 5">
            <a:extLst>
              <a:ext uri="{FF2B5EF4-FFF2-40B4-BE49-F238E27FC236}">
                <a16:creationId xmlns:a16="http://schemas.microsoft.com/office/drawing/2014/main" id="{74D7914E-41B8-F021-E865-66B47B257B0D}"/>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Text Placeholder 2">
            <a:extLst>
              <a:ext uri="{FF2B5EF4-FFF2-40B4-BE49-F238E27FC236}">
                <a16:creationId xmlns:a16="http://schemas.microsoft.com/office/drawing/2014/main" id="{69F20E04-C09D-7075-9137-465A62BBA4A6}"/>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22F4EBA7-2EF5-674E-3890-CA3A0B279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24" name="Group 23">
            <a:extLst>
              <a:ext uri="{FF2B5EF4-FFF2-40B4-BE49-F238E27FC236}">
                <a16:creationId xmlns:a16="http://schemas.microsoft.com/office/drawing/2014/main" id="{798F55B2-0A0B-CECF-90AB-600B03E75CF4}"/>
              </a:ext>
            </a:extLst>
          </p:cNvPr>
          <p:cNvGrpSpPr/>
          <p:nvPr userDrawn="1"/>
        </p:nvGrpSpPr>
        <p:grpSpPr>
          <a:xfrm>
            <a:off x="7409792" y="6400799"/>
            <a:ext cx="4782209" cy="457201"/>
            <a:chOff x="7409792" y="6400799"/>
            <a:chExt cx="4782209" cy="457201"/>
          </a:xfrm>
        </p:grpSpPr>
        <p:sp>
          <p:nvSpPr>
            <p:cNvPr id="25" name="Right Triangle 24">
              <a:extLst>
                <a:ext uri="{FF2B5EF4-FFF2-40B4-BE49-F238E27FC236}">
                  <a16:creationId xmlns:a16="http://schemas.microsoft.com/office/drawing/2014/main" id="{E124273E-D143-BEBA-B1F1-843832B283C5}"/>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8A2AE08D-E32B-24BC-259F-EFAC900FB3E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10639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lide Number Placeholder 5">
            <a:extLst>
              <a:ext uri="{FF2B5EF4-FFF2-40B4-BE49-F238E27FC236}">
                <a16:creationId xmlns:a16="http://schemas.microsoft.com/office/drawing/2014/main" id="{CC0864E1-F08A-EB51-4148-CEB390275C55}"/>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3" name="Date Placeholder 3">
            <a:extLst>
              <a:ext uri="{FF2B5EF4-FFF2-40B4-BE49-F238E27FC236}">
                <a16:creationId xmlns:a16="http://schemas.microsoft.com/office/drawing/2014/main" id="{E5BB4880-141C-051F-4230-C5FE42A43C50}"/>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4" name="Footer Placeholder 4">
            <a:extLst>
              <a:ext uri="{FF2B5EF4-FFF2-40B4-BE49-F238E27FC236}">
                <a16:creationId xmlns:a16="http://schemas.microsoft.com/office/drawing/2014/main" id="{A0A14C03-5607-C4FF-B96A-C798366456B9}"/>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3" name="Freeform 2">
            <a:extLst>
              <a:ext uri="{FF2B5EF4-FFF2-40B4-BE49-F238E27FC236}">
                <a16:creationId xmlns:a16="http://schemas.microsoft.com/office/drawing/2014/main" id="{041DA8FE-F2DA-08CD-C4A4-11B9DD3FF395}"/>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B368D7A3-C662-1A00-53B1-D310597AD525}"/>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ontent Placeholder 3">
            <a:extLst>
              <a:ext uri="{FF2B5EF4-FFF2-40B4-BE49-F238E27FC236}">
                <a16:creationId xmlns:a16="http://schemas.microsoft.com/office/drawing/2014/main" id="{775DD632-2E11-2063-1C76-632A82AF97D7}"/>
              </a:ext>
            </a:extLst>
          </p:cNvPr>
          <p:cNvSpPr>
            <a:spLocks noGrp="1"/>
          </p:cNvSpPr>
          <p:nvPr>
            <p:ph sz="half" idx="2"/>
          </p:nvPr>
        </p:nvSpPr>
        <p:spPr>
          <a:xfrm>
            <a:off x="6172200" y="1825625"/>
            <a:ext cx="5181600" cy="4351338"/>
          </a:xfrm>
        </p:spPr>
        <p:txBody>
          <a:bodyPr/>
          <a:lstStyle>
            <a:lvl1pPr>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68738101-02B8-AA95-EF26-C3C57A427F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868E9000-22E6-76D6-FCCF-2ED169DC8CB9}"/>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ED51E26B-4ECF-88C7-EF6E-482041ACD40C}"/>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CF4E57DE-F122-C3A6-F8EB-71DF80FAAFB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855961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10048"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BD8A00FD-3D92-F06D-995C-0FC2FF583E5D}"/>
              </a:ext>
            </a:extLst>
          </p:cNvPr>
          <p:cNvGrpSpPr/>
          <p:nvPr userDrawn="1"/>
        </p:nvGrpSpPr>
        <p:grpSpPr>
          <a:xfrm>
            <a:off x="284582" y="5053083"/>
            <a:ext cx="1669897" cy="2268934"/>
            <a:chOff x="256846" y="331725"/>
            <a:chExt cx="1669897" cy="2268934"/>
          </a:xfrm>
        </p:grpSpPr>
        <p:sp>
          <p:nvSpPr>
            <p:cNvPr id="7" name="Freeform 6">
              <a:extLst>
                <a:ext uri="{FF2B5EF4-FFF2-40B4-BE49-F238E27FC236}">
                  <a16:creationId xmlns:a16="http://schemas.microsoft.com/office/drawing/2014/main" id="{720FEA40-81F6-B034-21F1-E36330146BDA}"/>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7B552142-4427-897A-BF4B-9210D7E59A38}"/>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549B930B-270D-B5BE-0384-72179237B705}"/>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BD6E84B7-C140-F1D8-86C0-E46F1FE572DC}"/>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0" name="Slide Number Placeholder 5">
            <a:extLst>
              <a:ext uri="{FF2B5EF4-FFF2-40B4-BE49-F238E27FC236}">
                <a16:creationId xmlns:a16="http://schemas.microsoft.com/office/drawing/2014/main" id="{DECBCD78-9697-5E2F-C428-2460BF003ABD}"/>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1" name="Date Placeholder 3">
            <a:extLst>
              <a:ext uri="{FF2B5EF4-FFF2-40B4-BE49-F238E27FC236}">
                <a16:creationId xmlns:a16="http://schemas.microsoft.com/office/drawing/2014/main" id="{72C7D018-7F25-CF99-890C-8315AF834FC7}"/>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2" name="Footer Placeholder 4">
            <a:extLst>
              <a:ext uri="{FF2B5EF4-FFF2-40B4-BE49-F238E27FC236}">
                <a16:creationId xmlns:a16="http://schemas.microsoft.com/office/drawing/2014/main" id="{7920A892-FC30-ADF2-3225-54E55685A8C8}"/>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4" name="Freeform 3">
            <a:extLst>
              <a:ext uri="{FF2B5EF4-FFF2-40B4-BE49-F238E27FC236}">
                <a16:creationId xmlns:a16="http://schemas.microsoft.com/office/drawing/2014/main" id="{E56A7035-D94D-04D8-794C-459DAB3AD08C}"/>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1D9E2B85-A8C3-82F8-00E4-7D07F4FB967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Content Placeholder 3">
            <a:extLst>
              <a:ext uri="{FF2B5EF4-FFF2-40B4-BE49-F238E27FC236}">
                <a16:creationId xmlns:a16="http://schemas.microsoft.com/office/drawing/2014/main" id="{775DD632-2E11-2063-1C76-632A82AF97D7}"/>
              </a:ext>
            </a:extLst>
          </p:cNvPr>
          <p:cNvSpPr>
            <a:spLocks noGrp="1"/>
          </p:cNvSpPr>
          <p:nvPr>
            <p:ph sz="half" idx="2"/>
          </p:nvPr>
        </p:nvSpPr>
        <p:spPr>
          <a:xfrm>
            <a:off x="6172200" y="1825625"/>
            <a:ext cx="5181600" cy="4351338"/>
          </a:xfrm>
        </p:spPr>
        <p:txBody>
          <a:bodyPr/>
          <a:lstStyle>
            <a:lvl1pPr marL="0" indent="0">
              <a:buNone/>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marL="0" indent="0">
              <a:buNone/>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endParaRPr lang="en-US"/>
          </a:p>
        </p:txBody>
      </p:sp>
      <p:pic>
        <p:nvPicPr>
          <p:cNvPr id="6" name="Picture 5">
            <a:extLst>
              <a:ext uri="{FF2B5EF4-FFF2-40B4-BE49-F238E27FC236}">
                <a16:creationId xmlns:a16="http://schemas.microsoft.com/office/drawing/2014/main" id="{1C5362BD-7B08-9BF7-FB89-A052C4CF2E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7256634E-E388-3325-5934-84AFC4AE502F}"/>
              </a:ext>
            </a:extLst>
          </p:cNvPr>
          <p:cNvGrpSpPr/>
          <p:nvPr userDrawn="1"/>
        </p:nvGrpSpPr>
        <p:grpSpPr>
          <a:xfrm>
            <a:off x="7409792" y="6400799"/>
            <a:ext cx="4782209" cy="457201"/>
            <a:chOff x="7409792" y="6400799"/>
            <a:chExt cx="4782209" cy="457201"/>
          </a:xfrm>
        </p:grpSpPr>
        <p:sp>
          <p:nvSpPr>
            <p:cNvPr id="15" name="Right Triangle 14">
              <a:extLst>
                <a:ext uri="{FF2B5EF4-FFF2-40B4-BE49-F238E27FC236}">
                  <a16:creationId xmlns:a16="http://schemas.microsoft.com/office/drawing/2014/main" id="{5E9C775D-E9C3-BAF4-16AF-AB13362827F7}"/>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Triangle 16">
              <a:extLst>
                <a:ext uri="{FF2B5EF4-FFF2-40B4-BE49-F238E27FC236}">
                  <a16:creationId xmlns:a16="http://schemas.microsoft.com/office/drawing/2014/main" id="{16697B31-91A7-9C67-096D-BDDAB27101CE}"/>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4753120"/>
      </p:ext>
    </p:extLst>
  </p:cSld>
  <p:clrMapOvr>
    <a:masterClrMapping/>
  </p:clrMapOvr>
  <p:extLst>
    <p:ext uri="{DCECCB84-F9BA-43D5-87BE-67443E8EF086}">
      <p15:sldGuideLst xmlns:p15="http://schemas.microsoft.com/office/powerpoint/2012/main">
        <p15:guide id="1" orient="horz" pos="2160">
          <p15:clr>
            <a:srgbClr val="FBAE40"/>
          </p15:clr>
        </p15:guide>
        <p15:guide id="2" pos="715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and Text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2"/>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lide Number Placeholder 5">
            <a:extLst>
              <a:ext uri="{FF2B5EF4-FFF2-40B4-BE49-F238E27FC236}">
                <a16:creationId xmlns:a16="http://schemas.microsoft.com/office/drawing/2014/main" id="{B7BD09EE-CACA-DCA0-63D6-A31C60CE867C}"/>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8" name="Date Placeholder 3">
            <a:extLst>
              <a:ext uri="{FF2B5EF4-FFF2-40B4-BE49-F238E27FC236}">
                <a16:creationId xmlns:a16="http://schemas.microsoft.com/office/drawing/2014/main" id="{BBE3141D-8D1A-1D21-AE0C-E71966B4F8D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9" name="Footer Placeholder 4">
            <a:extLst>
              <a:ext uri="{FF2B5EF4-FFF2-40B4-BE49-F238E27FC236}">
                <a16:creationId xmlns:a16="http://schemas.microsoft.com/office/drawing/2014/main" id="{F4E1F3FF-1BE0-8B99-B670-0496F973B9BF}"/>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3" name="Freeform 2">
            <a:extLst>
              <a:ext uri="{FF2B5EF4-FFF2-40B4-BE49-F238E27FC236}">
                <a16:creationId xmlns:a16="http://schemas.microsoft.com/office/drawing/2014/main" id="{67E368FC-EF8C-DC00-5D69-176D64FA3CFF}"/>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1AFB849F-9681-A61F-DA6A-5FAC48D97E13}"/>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oup 20">
            <a:extLst>
              <a:ext uri="{FF2B5EF4-FFF2-40B4-BE49-F238E27FC236}">
                <a16:creationId xmlns:a16="http://schemas.microsoft.com/office/drawing/2014/main" id="{B0E06F8A-12FC-C7DF-3F2B-BA0ED78343D2}"/>
              </a:ext>
            </a:extLst>
          </p:cNvPr>
          <p:cNvGrpSpPr/>
          <p:nvPr userDrawn="1"/>
        </p:nvGrpSpPr>
        <p:grpSpPr>
          <a:xfrm>
            <a:off x="10222956" y="3907687"/>
            <a:ext cx="1669897" cy="2268934"/>
            <a:chOff x="256846" y="331725"/>
            <a:chExt cx="1669897" cy="2268934"/>
          </a:xfrm>
        </p:grpSpPr>
        <p:sp>
          <p:nvSpPr>
            <p:cNvPr id="22" name="Freeform 21">
              <a:extLst>
                <a:ext uri="{FF2B5EF4-FFF2-40B4-BE49-F238E27FC236}">
                  <a16:creationId xmlns:a16="http://schemas.microsoft.com/office/drawing/2014/main" id="{461AE352-1E16-3DE5-0350-23B1ECFC7295}"/>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3" name="Freeform 22">
              <a:extLst>
                <a:ext uri="{FF2B5EF4-FFF2-40B4-BE49-F238E27FC236}">
                  <a16:creationId xmlns:a16="http://schemas.microsoft.com/office/drawing/2014/main" id="{80CB5A76-7C23-A6B8-9046-E57F16F97322}"/>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29923522-C037-90AD-94D2-EB4038BD7D2D}"/>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4F6ED453-7DC8-5748-378E-C38F78A03E4F}"/>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20" name="Content Placeholder 3">
            <a:extLst>
              <a:ext uri="{FF2B5EF4-FFF2-40B4-BE49-F238E27FC236}">
                <a16:creationId xmlns:a16="http://schemas.microsoft.com/office/drawing/2014/main" id="{D144C1CF-C823-09F7-30AE-C9C4F33A32F6}"/>
              </a:ext>
            </a:extLst>
          </p:cNvPr>
          <p:cNvSpPr>
            <a:spLocks noGrp="1"/>
          </p:cNvSpPr>
          <p:nvPr>
            <p:ph sz="half" idx="2"/>
          </p:nvPr>
        </p:nvSpPr>
        <p:spPr>
          <a:xfrm>
            <a:off x="6172200" y="1825625"/>
            <a:ext cx="5181600" cy="4351338"/>
          </a:xfrm>
        </p:spPr>
        <p:txBody>
          <a:bodyPr/>
          <a:lstStyle>
            <a:lvl1pPr>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marL="0" indent="0">
              <a:buNone/>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endParaRPr lang="en-US"/>
          </a:p>
        </p:txBody>
      </p:sp>
      <p:pic>
        <p:nvPicPr>
          <p:cNvPr id="5" name="Picture 4">
            <a:extLst>
              <a:ext uri="{FF2B5EF4-FFF2-40B4-BE49-F238E27FC236}">
                <a16:creationId xmlns:a16="http://schemas.microsoft.com/office/drawing/2014/main" id="{0C36148C-06A0-7942-DC2D-7AE12416754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6" name="Group 5">
            <a:extLst>
              <a:ext uri="{FF2B5EF4-FFF2-40B4-BE49-F238E27FC236}">
                <a16:creationId xmlns:a16="http://schemas.microsoft.com/office/drawing/2014/main" id="{D1408B6B-01CE-D2F4-6F55-7F9F679BE230}"/>
              </a:ext>
            </a:extLst>
          </p:cNvPr>
          <p:cNvGrpSpPr/>
          <p:nvPr userDrawn="1"/>
        </p:nvGrpSpPr>
        <p:grpSpPr>
          <a:xfrm>
            <a:off x="7409792" y="6400799"/>
            <a:ext cx="4782209" cy="457201"/>
            <a:chOff x="7409792" y="6400799"/>
            <a:chExt cx="4782209" cy="457201"/>
          </a:xfrm>
        </p:grpSpPr>
        <p:sp>
          <p:nvSpPr>
            <p:cNvPr id="7" name="Right Triangle 6">
              <a:extLst>
                <a:ext uri="{FF2B5EF4-FFF2-40B4-BE49-F238E27FC236}">
                  <a16:creationId xmlns:a16="http://schemas.microsoft.com/office/drawing/2014/main" id="{9A91F009-8A94-8CA5-7BA9-EA701106FA9C}"/>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E3312A93-05EC-2145-432F-8D5763A23BEF}"/>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27531388"/>
      </p:ext>
    </p:extLst>
  </p:cSld>
  <p:clrMapOvr>
    <a:masterClrMapping/>
  </p:clrMapOvr>
  <p:extLst>
    <p:ext uri="{DCECCB84-F9BA-43D5-87BE-67443E8EF086}">
      <p15:sldGuideLst xmlns:p15="http://schemas.microsoft.com/office/powerpoint/2012/main">
        <p15:guide id="1" orient="horz" pos="2160">
          <p15:clr>
            <a:srgbClr val="FBAE40"/>
          </p15:clr>
        </p15:guide>
        <p15:guide id="2" pos="710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10406" y="0"/>
            <a:ext cx="12202406" cy="6858000"/>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1</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Date Placeholder 8">
            <a:extLst>
              <a:ext uri="{FF2B5EF4-FFF2-40B4-BE49-F238E27FC236}">
                <a16:creationId xmlns:a16="http://schemas.microsoft.com/office/drawing/2014/main" id="{2C7C3A47-5024-D5C2-1550-14C864B52DE8}"/>
              </a:ext>
            </a:extLst>
          </p:cNvPr>
          <p:cNvSpPr>
            <a:spLocks noGrp="1"/>
          </p:cNvSpPr>
          <p:nvPr>
            <p:ph type="dt" sz="half" idx="10"/>
          </p:nvPr>
        </p:nvSpPr>
        <p:spPr/>
        <p:txBody>
          <a:bodyPr/>
          <a:lstStyle>
            <a:lvl1pPr>
              <a:defRPr>
                <a:solidFill>
                  <a:schemeClr val="bg1"/>
                </a:solidFill>
              </a:defRPr>
            </a:lvl1pPr>
          </a:lstStyle>
          <a:p>
            <a:fld id="{24BB3054-D0FF-6949-B6FD-C363344CA48B}" type="datetime1">
              <a:rPr lang="en-SG" smtClean="0"/>
              <a:pPr/>
              <a:t>15/5/2026</a:t>
            </a:fld>
            <a:endParaRPr lang="en-US"/>
          </a:p>
        </p:txBody>
      </p:sp>
      <p:sp>
        <p:nvSpPr>
          <p:cNvPr id="10" name="Footer Placeholder 9">
            <a:extLst>
              <a:ext uri="{FF2B5EF4-FFF2-40B4-BE49-F238E27FC236}">
                <a16:creationId xmlns:a16="http://schemas.microsoft.com/office/drawing/2014/main" id="{C184FD84-FC8D-119D-39C4-A51A288E8B19}"/>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0F967868-E27A-E379-71CB-D7D52D68E9E6}"/>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4" name="Picture 3">
            <a:extLst>
              <a:ext uri="{FF2B5EF4-FFF2-40B4-BE49-F238E27FC236}">
                <a16:creationId xmlns:a16="http://schemas.microsoft.com/office/drawing/2014/main" id="{A04FF0F4-DA57-27D5-30E2-9996EAF524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1084443050"/>
      </p:ext>
    </p:extLst>
  </p:cSld>
  <p:clrMapOvr>
    <a:masterClrMapping/>
  </p:clrMapOvr>
  <p:extLst>
    <p:ext uri="{DCECCB84-F9BA-43D5-87BE-67443E8EF086}">
      <p15:sldGuideLst xmlns:p15="http://schemas.microsoft.com/office/powerpoint/2012/main">
        <p15:guide id="2" pos="7151">
          <p15:clr>
            <a:srgbClr val="FBAE40"/>
          </p15:clr>
        </p15:guide>
        <p15:guide id="3" orient="horz" pos="22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vider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lvl1pPr>
              <a:defRPr>
                <a:solidFill>
                  <a:schemeClr val="bg1"/>
                </a:solidFill>
              </a:defRPr>
            </a:lvl1pPr>
          </a:lstStyle>
          <a:p>
            <a:fld id="{2E6E18A1-707A-2543-909F-690E542C927A}" type="datetime1">
              <a:rPr lang="en-SG" smtClean="0"/>
              <a:pPr/>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2</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Slide Number Placeholder 5">
            <a:extLst>
              <a:ext uri="{FF2B5EF4-FFF2-40B4-BE49-F238E27FC236}">
                <a16:creationId xmlns:a16="http://schemas.microsoft.com/office/drawing/2014/main" id="{764D9953-232D-AAAB-7CA1-4FF4EDD8A7DD}"/>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6" name="Picture 5">
            <a:extLst>
              <a:ext uri="{FF2B5EF4-FFF2-40B4-BE49-F238E27FC236}">
                <a16:creationId xmlns:a16="http://schemas.microsoft.com/office/drawing/2014/main" id="{9B1E1536-27AB-77BC-9C52-6C560AD4B46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322310744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ivider 3">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20B4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lvl1pPr>
              <a:defRPr>
                <a:solidFill>
                  <a:schemeClr val="bg1"/>
                </a:solidFill>
              </a:defRPr>
            </a:lvl1pPr>
          </a:lstStyle>
          <a:p>
            <a:fld id="{2E6E18A1-707A-2543-909F-690E542C927A}" type="datetime1">
              <a:rPr lang="en-SG" smtClean="0"/>
              <a:pPr/>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3</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30" name="Slide Number Placeholder 5">
            <a:extLst>
              <a:ext uri="{FF2B5EF4-FFF2-40B4-BE49-F238E27FC236}">
                <a16:creationId xmlns:a16="http://schemas.microsoft.com/office/drawing/2014/main" id="{053F6043-8612-600E-9C2C-05430811ED41}"/>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6" name="Picture 5">
            <a:extLst>
              <a:ext uri="{FF2B5EF4-FFF2-40B4-BE49-F238E27FC236}">
                <a16:creationId xmlns:a16="http://schemas.microsoft.com/office/drawing/2014/main" id="{24BCBA92-B08F-7B65-A5A4-3C041ECF42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174076432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Divider 4">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005AAB"/>
                </a:solidFill>
                <a:latin typeface="Source Sans Pro" panose="020B0503030403020204" pitchFamily="34" charset="0"/>
                <a:ea typeface="+mj-ea"/>
                <a:cs typeface="+mj-cs"/>
              </a:defRPr>
            </a:lvl1pPr>
          </a:lstStyle>
          <a:p>
            <a:r>
              <a:rPr lang="en-GB"/>
              <a:t>Divider 4</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GB" sz="4000" kern="1200" dirty="0" smtClean="0">
                <a:solidFill>
                  <a:srgbClr val="142E4F"/>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17" name="Freeform 16">
            <a:extLst>
              <a:ext uri="{FF2B5EF4-FFF2-40B4-BE49-F238E27FC236}">
                <a16:creationId xmlns:a16="http://schemas.microsoft.com/office/drawing/2014/main" id="{5C1C0FE5-44FB-72D5-08D2-45402CEF1E37}"/>
              </a:ext>
            </a:extLst>
          </p:cNvPr>
          <p:cNvSpPr/>
          <p:nvPr userDrawn="1"/>
        </p:nvSpPr>
        <p:spPr>
          <a:xfrm>
            <a:off x="653086" y="39032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8" name="Freeform 17">
            <a:extLst>
              <a:ext uri="{FF2B5EF4-FFF2-40B4-BE49-F238E27FC236}">
                <a16:creationId xmlns:a16="http://schemas.microsoft.com/office/drawing/2014/main" id="{C5E61D77-3350-1934-C501-11B107E16025}"/>
              </a:ext>
            </a:extLst>
          </p:cNvPr>
          <p:cNvSpPr/>
          <p:nvPr userDrawn="1"/>
        </p:nvSpPr>
        <p:spPr>
          <a:xfrm>
            <a:off x="653086" y="26830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9" name="Freeform 18">
            <a:extLst>
              <a:ext uri="{FF2B5EF4-FFF2-40B4-BE49-F238E27FC236}">
                <a16:creationId xmlns:a16="http://schemas.microsoft.com/office/drawing/2014/main" id="{7172709F-51B0-3CC2-4EFA-524CF2FC919D}"/>
              </a:ext>
            </a:extLst>
          </p:cNvPr>
          <p:cNvSpPr/>
          <p:nvPr userDrawn="1"/>
        </p:nvSpPr>
        <p:spPr>
          <a:xfrm>
            <a:off x="653086" y="14822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Slide Number Placeholder 5">
            <a:extLst>
              <a:ext uri="{FF2B5EF4-FFF2-40B4-BE49-F238E27FC236}">
                <a16:creationId xmlns:a16="http://schemas.microsoft.com/office/drawing/2014/main" id="{A4D8CC7F-D600-AA99-342E-37B4E8A45922}"/>
              </a:ext>
            </a:extLst>
          </p:cNvPr>
          <p:cNvSpPr>
            <a:spLocks noGrp="1"/>
          </p:cNvSpPr>
          <p:nvPr>
            <p:ph type="sldNum" sz="quarter" idx="12"/>
          </p:nvPr>
        </p:nvSpPr>
        <p:spPr>
          <a:xfrm>
            <a:off x="8610600" y="6349301"/>
            <a:ext cx="2743200" cy="365125"/>
          </a:xfrm>
        </p:spPr>
        <p:txBody>
          <a:bodyPr/>
          <a:lstStyle>
            <a:lvl1pPr>
              <a:defRPr lang="en-US" sz="1200" kern="1200" smtClean="0">
                <a:solidFill>
                  <a:schemeClr val="tx1">
                    <a:tint val="75000"/>
                  </a:schemeClr>
                </a:solidFill>
                <a:latin typeface="+mn-lt"/>
                <a:ea typeface="+mn-ea"/>
                <a:cs typeface="+mn-cs"/>
              </a:defRPr>
            </a:lvl1pPr>
          </a:lstStyle>
          <a:p>
            <a:fld id="{5DF5AE18-F94A-B54C-9347-4CAFB5D76058}" type="slidenum">
              <a:rPr lang="en-SG" smtClean="0"/>
              <a:pPr/>
              <a:t>‹#›</a:t>
            </a:fld>
            <a:endParaRPr lang="en-SG"/>
          </a:p>
        </p:txBody>
      </p:sp>
      <p:pic>
        <p:nvPicPr>
          <p:cNvPr id="11" name="Picture 10">
            <a:extLst>
              <a:ext uri="{FF2B5EF4-FFF2-40B4-BE49-F238E27FC236}">
                <a16:creationId xmlns:a16="http://schemas.microsoft.com/office/drawing/2014/main" id="{B36C5303-B951-95C6-DEC6-80731DCA9CB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0015" y="367488"/>
            <a:ext cx="1516545" cy="1516545"/>
          </a:xfrm>
          <a:prstGeom prst="rect">
            <a:avLst/>
          </a:prstGeom>
        </p:spPr>
      </p:pic>
    </p:spTree>
    <p:extLst>
      <p:ext uri="{BB962C8B-B14F-4D97-AF65-F5344CB8AC3E}">
        <p14:creationId xmlns:p14="http://schemas.microsoft.com/office/powerpoint/2010/main" val="1708061626"/>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vider 5">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FFD7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GB" sz="5400" b="1" kern="1200" dirty="0" smtClean="0">
                <a:solidFill>
                  <a:srgbClr val="005AAB"/>
                </a:solidFill>
                <a:latin typeface="Source Sans Pro" panose="020B0503030403020204" pitchFamily="34" charset="0"/>
                <a:ea typeface="+mj-ea"/>
                <a:cs typeface="+mj-cs"/>
              </a:defRPr>
            </a:lvl1pPr>
          </a:lstStyle>
          <a:p>
            <a:r>
              <a:rPr lang="en-GB"/>
              <a:t>Divider</a:t>
            </a:r>
            <a:r>
              <a:rPr lang="en-US" sz="5400" b="1">
                <a:solidFill>
                  <a:srgbClr val="005AAB"/>
                </a:solidFill>
                <a:latin typeface="Source Sans Pro" panose="020B0503030403020204" pitchFamily="34" charset="0"/>
              </a:rPr>
              <a:t> </a:t>
            </a:r>
            <a:r>
              <a:rPr lang="en-GB"/>
              <a:t>5</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GB" sz="4000" kern="1200" dirty="0" smtClean="0">
                <a:solidFill>
                  <a:srgbClr val="142E4F"/>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pic>
        <p:nvPicPr>
          <p:cNvPr id="8" name="Picture 7">
            <a:extLst>
              <a:ext uri="{FF2B5EF4-FFF2-40B4-BE49-F238E27FC236}">
                <a16:creationId xmlns:a16="http://schemas.microsoft.com/office/drawing/2014/main" id="{8C809E7A-8E45-6A38-5C59-FE1C753BD27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04194" y="420370"/>
            <a:ext cx="1270000" cy="1384300"/>
          </a:xfrm>
          <a:prstGeom prst="rect">
            <a:avLst/>
          </a:prstGeom>
        </p:spPr>
      </p:pic>
      <p:sp>
        <p:nvSpPr>
          <p:cNvPr id="9" name="Freeform 8">
            <a:extLst>
              <a:ext uri="{FF2B5EF4-FFF2-40B4-BE49-F238E27FC236}">
                <a16:creationId xmlns:a16="http://schemas.microsoft.com/office/drawing/2014/main" id="{1EB840C5-1C75-908B-6D53-75E64C211E25}"/>
              </a:ext>
            </a:extLst>
          </p:cNvPr>
          <p:cNvSpPr/>
          <p:nvPr userDrawn="1"/>
        </p:nvSpPr>
        <p:spPr>
          <a:xfrm>
            <a:off x="653086" y="39032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2ADDA777-2F74-9D20-C1D6-B738411C85D2}"/>
              </a:ext>
            </a:extLst>
          </p:cNvPr>
          <p:cNvSpPr/>
          <p:nvPr userDrawn="1"/>
        </p:nvSpPr>
        <p:spPr>
          <a:xfrm>
            <a:off x="653086" y="26830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1" name="Freeform 10">
            <a:extLst>
              <a:ext uri="{FF2B5EF4-FFF2-40B4-BE49-F238E27FC236}">
                <a16:creationId xmlns:a16="http://schemas.microsoft.com/office/drawing/2014/main" id="{0FCD4F8A-5CB6-05E7-3C73-8F62A6DA4D5D}"/>
              </a:ext>
            </a:extLst>
          </p:cNvPr>
          <p:cNvSpPr/>
          <p:nvPr userDrawn="1"/>
        </p:nvSpPr>
        <p:spPr>
          <a:xfrm>
            <a:off x="653086" y="14822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6" name="Slide Number Placeholder 5">
            <a:extLst>
              <a:ext uri="{FF2B5EF4-FFF2-40B4-BE49-F238E27FC236}">
                <a16:creationId xmlns:a16="http://schemas.microsoft.com/office/drawing/2014/main" id="{7E53DE04-7F57-BF5C-9664-258C79BB87F2}"/>
              </a:ext>
            </a:extLst>
          </p:cNvPr>
          <p:cNvSpPr>
            <a:spLocks noGrp="1"/>
          </p:cNvSpPr>
          <p:nvPr>
            <p:ph type="sldNum" sz="quarter" idx="12"/>
          </p:nvPr>
        </p:nvSpPr>
        <p:spPr>
          <a:xfrm>
            <a:off x="8610600" y="6349301"/>
            <a:ext cx="2743200" cy="365125"/>
          </a:xfrm>
        </p:spPr>
        <p:txBody>
          <a:bodyPr/>
          <a:lstStyle>
            <a:lvl1pPr>
              <a:defRPr lang="en-US" sz="1200" kern="1200" smtClean="0">
                <a:solidFill>
                  <a:schemeClr val="tx1">
                    <a:tint val="75000"/>
                  </a:schemeClr>
                </a:solidFill>
                <a:latin typeface="+mn-lt"/>
                <a:ea typeface="+mn-ea"/>
                <a:cs typeface="+mn-cs"/>
              </a:defRPr>
            </a:lvl1pPr>
          </a:lstStyle>
          <a:p>
            <a:fld id="{5DF5AE18-F94A-B54C-9347-4CAFB5D76058}" type="slidenum">
              <a:rPr lang="en-SG" smtClean="0"/>
              <a:pPr/>
              <a:t>‹#›</a:t>
            </a:fld>
            <a:endParaRPr lang="en-SG"/>
          </a:p>
        </p:txBody>
      </p:sp>
    </p:spTree>
    <p:extLst>
      <p:ext uri="{BB962C8B-B14F-4D97-AF65-F5344CB8AC3E}">
        <p14:creationId xmlns:p14="http://schemas.microsoft.com/office/powerpoint/2010/main" val="2985882085"/>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ing slid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20750" y="-599632"/>
            <a:ext cx="13315770" cy="7483733"/>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2EEE51-4C43-2D24-570B-C29FCFFF63E7}"/>
              </a:ext>
            </a:extLst>
          </p:cNvPr>
          <p:cNvSpPr txBox="1"/>
          <p:nvPr userDrawn="1"/>
        </p:nvSpPr>
        <p:spPr>
          <a:xfrm>
            <a:off x="548640" y="5544212"/>
            <a:ext cx="11094719" cy="707886"/>
          </a:xfrm>
          <a:prstGeom prst="rect">
            <a:avLst/>
          </a:prstGeom>
          <a:noFill/>
        </p:spPr>
        <p:txBody>
          <a:bodyPr wrap="square" rtlCol="0">
            <a:spAutoFit/>
          </a:bodyPr>
          <a:lstStyle/>
          <a:p>
            <a:pPr algn="just"/>
            <a:r>
              <a:rPr lang="en-US" sz="1000">
                <a:solidFill>
                  <a:srgbClr val="7FACD9"/>
                </a:solidFill>
                <a:latin typeface="Source Sans Pro" panose="020B0503030403020204" pitchFamily="34" charset="0"/>
                <a:ea typeface="Helvetica Neue" panose="02000503000000020004" pitchFamily="2" charset="0"/>
                <a:cs typeface="Arial" panose="020B0604020202020204" pitchFamily="34" charset="0"/>
              </a:rPr>
              <a:t>The information presented in the slides aims to provide a better general understanding of taxpayers’ tax obligations and is not intended to comprehensively address all possible tax issues that may arise. This information is correct as at the date of presentation. While every effort has been made to ensure that this information is consistent with existing law and practice, should there be any changes, IRAS reserves the right to vary its position accordingly.</a:t>
            </a:r>
          </a:p>
          <a:p>
            <a:pPr algn="just"/>
            <a:endParaRPr lang="en-US" sz="1000">
              <a:solidFill>
                <a:srgbClr val="7FACD9"/>
              </a:solidFill>
              <a:latin typeface="Source Sans Pro" panose="020B0503030403020204" pitchFamily="34" charset="0"/>
              <a:ea typeface="Helvetica Neue" panose="02000503000000020004" pitchFamily="2" charset="0"/>
              <a:cs typeface="Arial" panose="020B0604020202020204" pitchFamily="34" charset="0"/>
            </a:endParaRPr>
          </a:p>
        </p:txBody>
      </p:sp>
      <p:sp>
        <p:nvSpPr>
          <p:cNvPr id="8" name="TextBox 7">
            <a:extLst>
              <a:ext uri="{FF2B5EF4-FFF2-40B4-BE49-F238E27FC236}">
                <a16:creationId xmlns:a16="http://schemas.microsoft.com/office/drawing/2014/main" id="{D4293AA4-0CCB-5AA4-6709-A452A8FD78A5}"/>
              </a:ext>
            </a:extLst>
          </p:cNvPr>
          <p:cNvSpPr txBox="1"/>
          <p:nvPr userDrawn="1"/>
        </p:nvSpPr>
        <p:spPr>
          <a:xfrm>
            <a:off x="548640" y="4630075"/>
            <a:ext cx="6094476" cy="353943"/>
          </a:xfrm>
          <a:prstGeom prst="rect">
            <a:avLst/>
          </a:prstGeom>
          <a:noFill/>
        </p:spPr>
        <p:txBody>
          <a:bodyPr wrap="square">
            <a:spAutoFit/>
          </a:bodyPr>
          <a:lstStyle/>
          <a:p>
            <a:r>
              <a:rPr lang="en-US" sz="1700" b="1">
                <a:solidFill>
                  <a:srgbClr val="7FACD9"/>
                </a:solidFill>
                <a:latin typeface="Source Sans Pro" panose="020B0503030403020204" pitchFamily="34" charset="0"/>
                <a:ea typeface="Helvetica Neue" panose="02000503000000020004" pitchFamily="2" charset="0"/>
                <a:cs typeface="Arial" panose="020B0604020202020204" pitchFamily="34" charset="0"/>
              </a:rPr>
              <a:t>www.iras.gov.sg</a:t>
            </a:r>
            <a:endParaRPr lang="en-SG" sz="1700" b="1">
              <a:solidFill>
                <a:srgbClr val="7FACD9"/>
              </a:solidFill>
              <a:latin typeface="Source Sans Pro" panose="020B0503030403020204" pitchFamily="34" charset="0"/>
              <a:cs typeface="Arial" panose="020B0604020202020204" pitchFamily="34" charset="0"/>
            </a:endParaRPr>
          </a:p>
        </p:txBody>
      </p:sp>
      <p:grpSp>
        <p:nvGrpSpPr>
          <p:cNvPr id="18" name="Group 17">
            <a:extLst>
              <a:ext uri="{FF2B5EF4-FFF2-40B4-BE49-F238E27FC236}">
                <a16:creationId xmlns:a16="http://schemas.microsoft.com/office/drawing/2014/main" id="{BCB0984A-2A3E-9F6D-7FF1-3C2F08B61A9F}"/>
              </a:ext>
            </a:extLst>
          </p:cNvPr>
          <p:cNvGrpSpPr/>
          <p:nvPr userDrawn="1"/>
        </p:nvGrpSpPr>
        <p:grpSpPr>
          <a:xfrm>
            <a:off x="442921" y="634863"/>
            <a:ext cx="1669898" cy="2268933"/>
            <a:chOff x="-868290" y="2603114"/>
            <a:chExt cx="1669898" cy="2268933"/>
          </a:xfrm>
        </p:grpSpPr>
        <p:sp>
          <p:nvSpPr>
            <p:cNvPr id="19" name="Freeform 18">
              <a:extLst>
                <a:ext uri="{FF2B5EF4-FFF2-40B4-BE49-F238E27FC236}">
                  <a16:creationId xmlns:a16="http://schemas.microsoft.com/office/drawing/2014/main" id="{E12B55BC-1D65-590D-842A-B75BF20875B3}"/>
                </a:ext>
              </a:extLst>
            </p:cNvPr>
            <p:cNvSpPr/>
            <p:nvPr/>
          </p:nvSpPr>
          <p:spPr>
            <a:xfrm>
              <a:off x="-21352" y="4049087"/>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0" name="Freeform 19">
              <a:extLst>
                <a:ext uri="{FF2B5EF4-FFF2-40B4-BE49-F238E27FC236}">
                  <a16:creationId xmlns:a16="http://schemas.microsoft.com/office/drawing/2014/main" id="{64C41AF1-1CF2-0563-2ED8-4828235AFD07}"/>
                </a:ext>
              </a:extLst>
            </p:cNvPr>
            <p:cNvSpPr/>
            <p:nvPr/>
          </p:nvSpPr>
          <p:spPr>
            <a:xfrm>
              <a:off x="-45330" y="3105121"/>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1" name="Freeform 20">
              <a:extLst>
                <a:ext uri="{FF2B5EF4-FFF2-40B4-BE49-F238E27FC236}">
                  <a16:creationId xmlns:a16="http://schemas.microsoft.com/office/drawing/2014/main" id="{FE0E580B-BF61-E558-A19E-0EE2F11BF676}"/>
                </a:ext>
              </a:extLst>
            </p:cNvPr>
            <p:cNvSpPr/>
            <p:nvPr/>
          </p:nvSpPr>
          <p:spPr>
            <a:xfrm>
              <a:off x="-868290" y="3542914"/>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Freeform 21">
              <a:extLst>
                <a:ext uri="{FF2B5EF4-FFF2-40B4-BE49-F238E27FC236}">
                  <a16:creationId xmlns:a16="http://schemas.microsoft.com/office/drawing/2014/main" id="{FE0BC440-80BB-87A0-02E3-3012F4F6D3C5}"/>
                </a:ext>
              </a:extLst>
            </p:cNvPr>
            <p:cNvSpPr/>
            <p:nvPr/>
          </p:nvSpPr>
          <p:spPr>
            <a:xfrm>
              <a:off x="-868290" y="2603114"/>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pic>
        <p:nvPicPr>
          <p:cNvPr id="2" name="Picture 1">
            <a:extLst>
              <a:ext uri="{FF2B5EF4-FFF2-40B4-BE49-F238E27FC236}">
                <a16:creationId xmlns:a16="http://schemas.microsoft.com/office/drawing/2014/main" id="{CCB821CC-EDBA-20B2-7B06-2006A1B054B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pic>
        <p:nvPicPr>
          <p:cNvPr id="3" name="Picture 2" descr="A blue and white logo&#10;&#10;Description automatically generated">
            <a:hlinkClick r:id="rId3"/>
            <a:extLst>
              <a:ext uri="{FF2B5EF4-FFF2-40B4-BE49-F238E27FC236}">
                <a16:creationId xmlns:a16="http://schemas.microsoft.com/office/drawing/2014/main" id="{2D585E63-FED3-F71E-16E5-773AA2CE029F}"/>
              </a:ext>
            </a:extLst>
          </p:cNvPr>
          <p:cNvPicPr>
            <a:picLocks noChangeAspect="1"/>
          </p:cNvPicPr>
          <p:nvPr userDrawn="1"/>
        </p:nvPicPr>
        <p:blipFill>
          <a:blip r:embed="rId4"/>
          <a:stretch>
            <a:fillRect/>
          </a:stretch>
        </p:blipFill>
        <p:spPr>
          <a:xfrm>
            <a:off x="631887" y="5103280"/>
            <a:ext cx="306366" cy="310397"/>
          </a:xfrm>
          <a:prstGeom prst="roundRect">
            <a:avLst/>
          </a:prstGeom>
        </p:spPr>
      </p:pic>
      <p:pic>
        <p:nvPicPr>
          <p:cNvPr id="5" name="Picture 4" descr="A blue letter f&#10;&#10;Description automatically generated">
            <a:hlinkClick r:id="rId5"/>
            <a:extLst>
              <a:ext uri="{FF2B5EF4-FFF2-40B4-BE49-F238E27FC236}">
                <a16:creationId xmlns:a16="http://schemas.microsoft.com/office/drawing/2014/main" id="{8912D479-177E-9719-1B99-FC4559F3362E}"/>
              </a:ext>
            </a:extLst>
          </p:cNvPr>
          <p:cNvPicPr>
            <a:picLocks noChangeAspect="1"/>
          </p:cNvPicPr>
          <p:nvPr userDrawn="1"/>
        </p:nvPicPr>
        <p:blipFill>
          <a:blip r:embed="rId6"/>
          <a:stretch>
            <a:fillRect/>
          </a:stretch>
        </p:blipFill>
        <p:spPr>
          <a:xfrm>
            <a:off x="994635" y="5103280"/>
            <a:ext cx="306366" cy="310397"/>
          </a:xfrm>
          <a:prstGeom prst="roundRect">
            <a:avLst/>
          </a:prstGeom>
        </p:spPr>
      </p:pic>
      <p:pic>
        <p:nvPicPr>
          <p:cNvPr id="6" name="Picture 5" descr="A blue and white logo&#10;&#10;Description automatically generated">
            <a:hlinkClick r:id="rId7"/>
            <a:extLst>
              <a:ext uri="{FF2B5EF4-FFF2-40B4-BE49-F238E27FC236}">
                <a16:creationId xmlns:a16="http://schemas.microsoft.com/office/drawing/2014/main" id="{97982942-7969-2AEA-5290-B0A151056C97}"/>
              </a:ext>
            </a:extLst>
          </p:cNvPr>
          <p:cNvPicPr>
            <a:picLocks noChangeAspect="1"/>
          </p:cNvPicPr>
          <p:nvPr userDrawn="1"/>
        </p:nvPicPr>
        <p:blipFill>
          <a:blip r:embed="rId8"/>
          <a:stretch>
            <a:fillRect/>
          </a:stretch>
        </p:blipFill>
        <p:spPr>
          <a:xfrm>
            <a:off x="1357383" y="5103280"/>
            <a:ext cx="306366" cy="310397"/>
          </a:xfrm>
          <a:prstGeom prst="roundRect">
            <a:avLst/>
          </a:prstGeom>
        </p:spPr>
      </p:pic>
      <p:pic>
        <p:nvPicPr>
          <p:cNvPr id="10" name="Picture 9" descr="A blue logo with a white background&#10;&#10;Description automatically generated">
            <a:hlinkClick r:id="rId9"/>
            <a:extLst>
              <a:ext uri="{FF2B5EF4-FFF2-40B4-BE49-F238E27FC236}">
                <a16:creationId xmlns:a16="http://schemas.microsoft.com/office/drawing/2014/main" id="{E2E503EE-8DEC-B5F8-CCC6-A98804AA608F}"/>
              </a:ext>
            </a:extLst>
          </p:cNvPr>
          <p:cNvPicPr>
            <a:picLocks noChangeAspect="1"/>
          </p:cNvPicPr>
          <p:nvPr userDrawn="1"/>
        </p:nvPicPr>
        <p:blipFill>
          <a:blip r:embed="rId10"/>
          <a:stretch>
            <a:fillRect/>
          </a:stretch>
        </p:blipFill>
        <p:spPr>
          <a:xfrm>
            <a:off x="1720131" y="5103280"/>
            <a:ext cx="306366" cy="310397"/>
          </a:xfrm>
          <a:prstGeom prst="roundRect">
            <a:avLst/>
          </a:prstGeom>
        </p:spPr>
      </p:pic>
      <p:pic>
        <p:nvPicPr>
          <p:cNvPr id="14" name="Picture 13" descr="A blue and white x&#10;&#10;Description automatically generated">
            <a:hlinkClick r:id="rId11"/>
            <a:extLst>
              <a:ext uri="{FF2B5EF4-FFF2-40B4-BE49-F238E27FC236}">
                <a16:creationId xmlns:a16="http://schemas.microsoft.com/office/drawing/2014/main" id="{DB676160-988F-BBC4-3D7F-CC5B2CA74115}"/>
              </a:ext>
            </a:extLst>
          </p:cNvPr>
          <p:cNvPicPr>
            <a:picLocks noChangeAspect="1"/>
          </p:cNvPicPr>
          <p:nvPr userDrawn="1"/>
        </p:nvPicPr>
        <p:blipFill>
          <a:blip r:embed="rId12"/>
          <a:stretch>
            <a:fillRect/>
          </a:stretch>
        </p:blipFill>
        <p:spPr>
          <a:xfrm>
            <a:off x="2082879" y="5103280"/>
            <a:ext cx="306366" cy="310397"/>
          </a:xfrm>
          <a:prstGeom prst="roundRect">
            <a:avLst/>
          </a:prstGeom>
        </p:spPr>
      </p:pic>
      <p:pic>
        <p:nvPicPr>
          <p:cNvPr id="16" name="Picture 15" descr="A blue letter on a white background&#10;&#10;Description automatically generated">
            <a:hlinkClick r:id="rId13"/>
            <a:extLst>
              <a:ext uri="{FF2B5EF4-FFF2-40B4-BE49-F238E27FC236}">
                <a16:creationId xmlns:a16="http://schemas.microsoft.com/office/drawing/2014/main" id="{6ECC4F10-6667-5781-65B1-20F3142A841F}"/>
              </a:ext>
            </a:extLst>
          </p:cNvPr>
          <p:cNvPicPr>
            <a:picLocks noChangeAspect="1"/>
          </p:cNvPicPr>
          <p:nvPr userDrawn="1"/>
        </p:nvPicPr>
        <p:blipFill>
          <a:blip r:embed="rId14"/>
          <a:stretch>
            <a:fillRect/>
          </a:stretch>
        </p:blipFill>
        <p:spPr>
          <a:xfrm>
            <a:off x="2445627" y="5103280"/>
            <a:ext cx="306366" cy="310397"/>
          </a:xfrm>
          <a:prstGeom prst="roundRect">
            <a:avLst/>
          </a:prstGeom>
        </p:spPr>
      </p:pic>
      <p:pic>
        <p:nvPicPr>
          <p:cNvPr id="23" name="Picture 22" descr="A blue play button with a white arrow&#10;&#10;Description automatically generated">
            <a:hlinkClick r:id="rId15"/>
            <a:extLst>
              <a:ext uri="{FF2B5EF4-FFF2-40B4-BE49-F238E27FC236}">
                <a16:creationId xmlns:a16="http://schemas.microsoft.com/office/drawing/2014/main" id="{50FA0735-5682-C5F2-406A-0C18773F670B}"/>
              </a:ext>
            </a:extLst>
          </p:cNvPr>
          <p:cNvPicPr>
            <a:picLocks noChangeAspect="1"/>
          </p:cNvPicPr>
          <p:nvPr userDrawn="1"/>
        </p:nvPicPr>
        <p:blipFill>
          <a:blip r:embed="rId16"/>
          <a:stretch>
            <a:fillRect/>
          </a:stretch>
        </p:blipFill>
        <p:spPr>
          <a:xfrm>
            <a:off x="2808375" y="5103280"/>
            <a:ext cx="306366" cy="310397"/>
          </a:xfrm>
          <a:prstGeom prst="roundRect">
            <a:avLst/>
          </a:prstGeom>
        </p:spPr>
      </p:pic>
      <p:pic>
        <p:nvPicPr>
          <p:cNvPr id="24" name="Picture 23" descr="A blue paper plane logo&#10;&#10;Description automatically generated">
            <a:hlinkClick r:id="rId17"/>
            <a:extLst>
              <a:ext uri="{FF2B5EF4-FFF2-40B4-BE49-F238E27FC236}">
                <a16:creationId xmlns:a16="http://schemas.microsoft.com/office/drawing/2014/main" id="{74D8F6D2-5914-1E94-1E77-45EBF847478C}"/>
              </a:ext>
            </a:extLst>
          </p:cNvPr>
          <p:cNvPicPr>
            <a:picLocks noChangeAspect="1"/>
          </p:cNvPicPr>
          <p:nvPr userDrawn="1"/>
        </p:nvPicPr>
        <p:blipFill>
          <a:blip r:embed="rId18"/>
          <a:stretch>
            <a:fillRect/>
          </a:stretch>
        </p:blipFill>
        <p:spPr>
          <a:xfrm>
            <a:off x="3171123" y="5103280"/>
            <a:ext cx="306366" cy="310397"/>
          </a:xfrm>
          <a:prstGeom prst="roundRect">
            <a:avLst/>
          </a:prstGeom>
        </p:spPr>
      </p:pic>
      <p:pic>
        <p:nvPicPr>
          <p:cNvPr id="25" name="Picture 24" descr="A blue and white logo&#10;&#10;Description automatically generated">
            <a:hlinkClick r:id="rId19"/>
            <a:extLst>
              <a:ext uri="{FF2B5EF4-FFF2-40B4-BE49-F238E27FC236}">
                <a16:creationId xmlns:a16="http://schemas.microsoft.com/office/drawing/2014/main" id="{AF0667AA-6DC1-3BF0-FB14-C8DD062B8CD7}"/>
              </a:ext>
            </a:extLst>
          </p:cNvPr>
          <p:cNvPicPr>
            <a:picLocks noChangeAspect="1"/>
          </p:cNvPicPr>
          <p:nvPr userDrawn="1"/>
        </p:nvPicPr>
        <p:blipFill>
          <a:blip r:embed="rId20"/>
          <a:stretch>
            <a:fillRect/>
          </a:stretch>
        </p:blipFill>
        <p:spPr>
          <a:xfrm>
            <a:off x="3533871" y="5103280"/>
            <a:ext cx="306368" cy="310397"/>
          </a:xfrm>
          <a:prstGeom prst="roundRect">
            <a:avLst/>
          </a:prstGeom>
        </p:spPr>
      </p:pic>
    </p:spTree>
    <p:extLst>
      <p:ext uri="{BB962C8B-B14F-4D97-AF65-F5344CB8AC3E}">
        <p14:creationId xmlns:p14="http://schemas.microsoft.com/office/powerpoint/2010/main" val="3679419173"/>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BC94-FA1E-22D8-D4CE-E791BFA1338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4427F96-2243-F3B8-722A-5E5715384B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6745D9-02AB-7A92-28BC-6E0EDD81AC6A}"/>
              </a:ext>
            </a:extLst>
          </p:cNvPr>
          <p:cNvSpPr>
            <a:spLocks noGrp="1"/>
          </p:cNvSpPr>
          <p:nvPr>
            <p:ph type="dt" sz="half" idx="10"/>
          </p:nvPr>
        </p:nvSpPr>
        <p:spPr/>
        <p:txBody>
          <a:bodyPr/>
          <a:lstStyle/>
          <a:p>
            <a:fld id="{08F8C4C5-14AC-CD4E-B858-8D13EE358ED0}" type="datetime1">
              <a:rPr lang="en-SG" smtClean="0"/>
              <a:t>15/5/2026</a:t>
            </a:fld>
            <a:endParaRPr lang="en-US"/>
          </a:p>
        </p:txBody>
      </p:sp>
      <p:sp>
        <p:nvSpPr>
          <p:cNvPr id="5" name="Footer Placeholder 4">
            <a:extLst>
              <a:ext uri="{FF2B5EF4-FFF2-40B4-BE49-F238E27FC236}">
                <a16:creationId xmlns:a16="http://schemas.microsoft.com/office/drawing/2014/main" id="{6DD1058D-F069-009A-602D-C2169AE43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044B6-B605-9495-435A-667DA07F89E4}"/>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0146897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C8B2-AA0F-4FD8-DE3E-ECD7193EED9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B213DB7-6375-6020-29D9-7E648274E51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7E09403-B1E7-34C2-8F35-AC3BF849E09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B935DFE-04A3-7688-D58A-2468B5370DF5}"/>
              </a:ext>
            </a:extLst>
          </p:cNvPr>
          <p:cNvSpPr>
            <a:spLocks noGrp="1"/>
          </p:cNvSpPr>
          <p:nvPr>
            <p:ph type="dt" sz="half" idx="10"/>
          </p:nvPr>
        </p:nvSpPr>
        <p:spPr/>
        <p:txBody>
          <a:bodyPr/>
          <a:lstStyle/>
          <a:p>
            <a:fld id="{10D53C8B-94E3-E144-AD36-2E68493F7592}" type="datetime1">
              <a:rPr lang="en-SG" smtClean="0"/>
              <a:t>15/5/2026</a:t>
            </a:fld>
            <a:endParaRPr lang="en-US"/>
          </a:p>
        </p:txBody>
      </p:sp>
      <p:sp>
        <p:nvSpPr>
          <p:cNvPr id="6" name="Footer Placeholder 5">
            <a:extLst>
              <a:ext uri="{FF2B5EF4-FFF2-40B4-BE49-F238E27FC236}">
                <a16:creationId xmlns:a16="http://schemas.microsoft.com/office/drawing/2014/main" id="{BDD0CBE7-4EF6-C43A-1D08-E30DE2BFD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D3B28D-5733-C0F0-5976-5CC233F3458A}"/>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843604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8CBD5-4712-A63C-D787-8600248756E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1DBADD3-789C-D9D1-9A30-9AE312D464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E3122F-D03B-71A7-4F81-DAB2B4C6E72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3C7E347-E89F-12A0-BCE9-6C71CD2E5C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8251682-42ED-43E8-03C8-DB276856D1F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FDA26AF-44F8-A7A0-D334-53343A434608}"/>
              </a:ext>
            </a:extLst>
          </p:cNvPr>
          <p:cNvSpPr>
            <a:spLocks noGrp="1"/>
          </p:cNvSpPr>
          <p:nvPr>
            <p:ph type="dt" sz="half" idx="10"/>
          </p:nvPr>
        </p:nvSpPr>
        <p:spPr/>
        <p:txBody>
          <a:bodyPr/>
          <a:lstStyle/>
          <a:p>
            <a:fld id="{020D5926-59AB-514A-882D-6D1C60A3AA5B}" type="datetime1">
              <a:rPr lang="en-SG" smtClean="0"/>
              <a:t>15/5/2026</a:t>
            </a:fld>
            <a:endParaRPr lang="en-US"/>
          </a:p>
        </p:txBody>
      </p:sp>
      <p:sp>
        <p:nvSpPr>
          <p:cNvPr id="8" name="Footer Placeholder 7">
            <a:extLst>
              <a:ext uri="{FF2B5EF4-FFF2-40B4-BE49-F238E27FC236}">
                <a16:creationId xmlns:a16="http://schemas.microsoft.com/office/drawing/2014/main" id="{AC3812E1-38A7-9F79-7FBA-E48BDAD2DA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924FA8-A98F-C035-726B-013976002FAE}"/>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72508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D0F70-52AB-EE1B-EFFB-A31B0FB44A1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9FF72D2-7F00-9351-00E3-456EBF0296D9}"/>
              </a:ext>
            </a:extLst>
          </p:cNvPr>
          <p:cNvSpPr>
            <a:spLocks noGrp="1"/>
          </p:cNvSpPr>
          <p:nvPr>
            <p:ph type="dt" sz="half" idx="10"/>
          </p:nvPr>
        </p:nvSpPr>
        <p:spPr/>
        <p:txBody>
          <a:bodyPr/>
          <a:lstStyle/>
          <a:p>
            <a:fld id="{C1B3191A-8EDA-3C47-A55C-BE7E6C1C3452}" type="datetime1">
              <a:rPr lang="en-SG" smtClean="0"/>
              <a:t>15/5/2026</a:t>
            </a:fld>
            <a:endParaRPr lang="en-US"/>
          </a:p>
        </p:txBody>
      </p:sp>
      <p:sp>
        <p:nvSpPr>
          <p:cNvPr id="4" name="Footer Placeholder 3">
            <a:extLst>
              <a:ext uri="{FF2B5EF4-FFF2-40B4-BE49-F238E27FC236}">
                <a16:creationId xmlns:a16="http://schemas.microsoft.com/office/drawing/2014/main" id="{143EE16B-1897-27F6-62D0-B1D710D5F5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F91B2E-DCCB-BDF6-2903-FABA602D0C63}"/>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10299509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8B5B0D-9149-E170-FB64-D1BDB742379E}"/>
              </a:ext>
            </a:extLst>
          </p:cNvPr>
          <p:cNvSpPr>
            <a:spLocks noGrp="1"/>
          </p:cNvSpPr>
          <p:nvPr>
            <p:ph type="dt" sz="half" idx="10"/>
          </p:nvPr>
        </p:nvSpPr>
        <p:spPr/>
        <p:txBody>
          <a:bodyPr/>
          <a:lstStyle/>
          <a:p>
            <a:fld id="{0A2AFC1D-6E0C-5548-A79C-6DC0F0673A88}" type="datetime1">
              <a:rPr lang="en-SG" smtClean="0"/>
              <a:t>15/5/2026</a:t>
            </a:fld>
            <a:endParaRPr lang="en-US"/>
          </a:p>
        </p:txBody>
      </p:sp>
      <p:sp>
        <p:nvSpPr>
          <p:cNvPr id="3" name="Footer Placeholder 2">
            <a:extLst>
              <a:ext uri="{FF2B5EF4-FFF2-40B4-BE49-F238E27FC236}">
                <a16:creationId xmlns:a16="http://schemas.microsoft.com/office/drawing/2014/main" id="{743FC931-A83B-C737-D60E-D355F50E99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8057B5-F3DF-4BD5-B2A5-7C0FD88D8F1B}"/>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14896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654D6-72B9-BD25-80E7-5A3B954DD5B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1A27953-28FF-D3AD-FDB9-8FDCF1397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FF4ECDF-6E13-A7C4-3581-CF607150C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0C0D99-E1A3-E4F4-712D-7DF435AA3B10}"/>
              </a:ext>
            </a:extLst>
          </p:cNvPr>
          <p:cNvSpPr>
            <a:spLocks noGrp="1"/>
          </p:cNvSpPr>
          <p:nvPr>
            <p:ph type="dt" sz="half" idx="10"/>
          </p:nvPr>
        </p:nvSpPr>
        <p:spPr/>
        <p:txBody>
          <a:bodyPr/>
          <a:lstStyle/>
          <a:p>
            <a:fld id="{C2D2DBD9-5EEC-504D-BE85-5A981B58A7B4}" type="datetime1">
              <a:rPr lang="en-SG" smtClean="0"/>
              <a:t>15/5/2026</a:t>
            </a:fld>
            <a:endParaRPr lang="en-US"/>
          </a:p>
        </p:txBody>
      </p:sp>
      <p:sp>
        <p:nvSpPr>
          <p:cNvPr id="6" name="Footer Placeholder 5">
            <a:extLst>
              <a:ext uri="{FF2B5EF4-FFF2-40B4-BE49-F238E27FC236}">
                <a16:creationId xmlns:a16="http://schemas.microsoft.com/office/drawing/2014/main" id="{783703FB-2E22-ABC1-4F91-04A8250C5D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AD39D2-A01A-F7B0-2293-067D81767E8F}"/>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7746724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4A908-B6B4-EF5A-7978-096761A7801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6A08EAC-3A4C-815C-C094-86B61CCE34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0DFD54-2C25-2E82-C172-67525E9E89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D0EA7D-D215-3FEA-3BEB-952005721D5E}"/>
              </a:ext>
            </a:extLst>
          </p:cNvPr>
          <p:cNvSpPr>
            <a:spLocks noGrp="1"/>
          </p:cNvSpPr>
          <p:nvPr>
            <p:ph type="dt" sz="half" idx="10"/>
          </p:nvPr>
        </p:nvSpPr>
        <p:spPr/>
        <p:txBody>
          <a:bodyPr/>
          <a:lstStyle/>
          <a:p>
            <a:fld id="{D63E337C-1D74-9646-919F-283ED9C14D29}" type="datetime1">
              <a:rPr lang="en-SG" smtClean="0"/>
              <a:t>15/5/2026</a:t>
            </a:fld>
            <a:endParaRPr lang="en-US"/>
          </a:p>
        </p:txBody>
      </p:sp>
      <p:sp>
        <p:nvSpPr>
          <p:cNvPr id="6" name="Footer Placeholder 5">
            <a:extLst>
              <a:ext uri="{FF2B5EF4-FFF2-40B4-BE49-F238E27FC236}">
                <a16:creationId xmlns:a16="http://schemas.microsoft.com/office/drawing/2014/main" id="{03C24A47-555E-2812-90E6-95F55DF27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7615B7-5CE0-0ED5-2AC9-570F722AB7A5}"/>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0162025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FAF3-C8E9-E5F1-E78D-B97823C13B5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DBEEAF0-7281-A4B1-1464-1B861AEFAF6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70DEBF-A662-E089-6C57-A822700D0321}"/>
              </a:ext>
            </a:extLst>
          </p:cNvPr>
          <p:cNvSpPr>
            <a:spLocks noGrp="1"/>
          </p:cNvSpPr>
          <p:nvPr>
            <p:ph type="dt" sz="half" idx="10"/>
          </p:nvPr>
        </p:nvSpPr>
        <p:spPr/>
        <p:txBody>
          <a:bodyPr/>
          <a:lstStyle/>
          <a:p>
            <a:fld id="{2DEF6961-09F8-874F-9BA1-C8164B88BA73}" type="datetime1">
              <a:rPr lang="en-SG" smtClean="0"/>
              <a:t>15/5/2026</a:t>
            </a:fld>
            <a:endParaRPr lang="en-US"/>
          </a:p>
        </p:txBody>
      </p:sp>
      <p:sp>
        <p:nvSpPr>
          <p:cNvPr id="5" name="Footer Placeholder 4">
            <a:extLst>
              <a:ext uri="{FF2B5EF4-FFF2-40B4-BE49-F238E27FC236}">
                <a16:creationId xmlns:a16="http://schemas.microsoft.com/office/drawing/2014/main" id="{6D33E3AB-8D44-391D-B3D8-5C5906F94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E0496-FE43-6F6E-6679-07FB9CDD6042}"/>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6672580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605405-A44C-D214-9134-C498A79D3C4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E1CF0E5-0C77-02CC-CD03-44354AA89F4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539181C-936C-9AD1-9304-5B17F4BE84EF}"/>
              </a:ext>
            </a:extLst>
          </p:cNvPr>
          <p:cNvSpPr>
            <a:spLocks noGrp="1"/>
          </p:cNvSpPr>
          <p:nvPr>
            <p:ph type="dt" sz="half" idx="10"/>
          </p:nvPr>
        </p:nvSpPr>
        <p:spPr/>
        <p:txBody>
          <a:bodyPr/>
          <a:lstStyle/>
          <a:p>
            <a:fld id="{D7D87608-DC0F-E34C-8C1C-8FE1046F38D0}" type="datetime1">
              <a:rPr lang="en-SG" smtClean="0"/>
              <a:t>15/5/2026</a:t>
            </a:fld>
            <a:endParaRPr lang="en-US"/>
          </a:p>
        </p:txBody>
      </p:sp>
      <p:sp>
        <p:nvSpPr>
          <p:cNvPr id="5" name="Footer Placeholder 4">
            <a:extLst>
              <a:ext uri="{FF2B5EF4-FFF2-40B4-BE49-F238E27FC236}">
                <a16:creationId xmlns:a16="http://schemas.microsoft.com/office/drawing/2014/main" id="{6B9A8CA2-FED4-F8BE-FFA9-D19101ED8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37D0B-898C-8216-79E6-6BC6CFF30663}"/>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397007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slideLayout" Target="../slideLayouts/slideLayout33.xml"/><Relationship Id="rId21" Type="http://schemas.openxmlformats.org/officeDocument/2006/relationships/slideLayout" Target="../slideLayouts/slideLayout34.xml"/><Relationship Id="rId22" Type="http://schemas.openxmlformats.org/officeDocument/2006/relationships/slideLayout" Target="../slideLayouts/slideLayout35.xml"/><Relationship Id="rId23" Type="http://schemas.openxmlformats.org/officeDocument/2006/relationships/slideLayout" Target="../slideLayouts/slideLayout36.xml"/><Relationship Id="rId2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33578-C3F3-A36D-000A-6D1988DAFD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066BDC4-DF72-8D08-0372-06ABF24FE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884AF9C-DBF9-1F2E-11BC-ACE867D4A4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5DF9D5E9-F0A4-782A-1823-1A223DCECC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B4963BFC-8BB1-EACF-4DA4-55CF5DDD2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7117E0-1359-4C0B-83B0-C602786C33F4}" type="slidenum">
              <a:rPr lang="en-SG" smtClean="0"/>
              <a:t>‹#›</a:t>
            </a:fld>
            <a:endParaRPr lang="en-SG"/>
          </a:p>
        </p:txBody>
      </p:sp>
    </p:spTree>
    <p:extLst>
      <p:ext uri="{BB962C8B-B14F-4D97-AF65-F5344CB8AC3E}">
        <p14:creationId xmlns:p14="http://schemas.microsoft.com/office/powerpoint/2010/main" val="972052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F48C6A-32B6-3A39-5670-D6B3D7DE6C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FEF6E1-201E-8822-F982-3932E017A0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2B412D3-A0BF-6CA5-434A-7C5C421BBC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B3054-D0FF-6949-B6FD-C363344CA48B}" type="datetime1">
              <a:rPr lang="en-SG" smtClean="0"/>
              <a:t>15/5/2026</a:t>
            </a:fld>
            <a:endParaRPr lang="en-US"/>
          </a:p>
        </p:txBody>
      </p:sp>
      <p:sp>
        <p:nvSpPr>
          <p:cNvPr id="5" name="Footer Placeholder 4">
            <a:extLst>
              <a:ext uri="{FF2B5EF4-FFF2-40B4-BE49-F238E27FC236}">
                <a16:creationId xmlns:a16="http://schemas.microsoft.com/office/drawing/2014/main" id="{7548D4CC-7D63-FA48-F280-1B43408F8F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D52923-63C2-FCA9-56B1-026DC08DB9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F5AE18-F94A-B54C-9347-4CAFB5D76058}" type="slidenum">
              <a:rPr lang="en-US" smtClean="0"/>
              <a:t>‹#›</a:t>
            </a:fld>
            <a:endParaRPr lang="en-US"/>
          </a:p>
        </p:txBody>
      </p:sp>
    </p:spTree>
    <p:extLst>
      <p:ext uri="{BB962C8B-B14F-4D97-AF65-F5344CB8AC3E}">
        <p14:creationId xmlns:p14="http://schemas.microsoft.com/office/powerpoint/2010/main" val="18277579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5.jpeg"/><Relationship Id="rId3" Type="http://schemas.openxmlformats.org/officeDocument/2006/relationships/image" Target="../media/image26.png"/><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30.jpeg"/><Relationship Id="rId5"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21.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b="1">
                <a:latin typeface="Source Sans Pro"/>
              </a:rPr>
              <a:t>AI Blueprint</a:t>
            </a:r>
          </a:p>
        </p:txBody>
      </p:sp>
      <p:sp>
        <p:nvSpPr>
          <p:cNvPr id="3" name="Subtitle 2"/>
          <p:cNvSpPr>
            <a:spLocks noGrp="1"/>
          </p:cNvSpPr>
          <p:nvPr>
            <p:ph type="subTitle" idx="1"/>
          </p:nvPr>
        </p:nvSpPr>
        <p:spPr/>
        <p:txBody>
          <a:bodyPr/>
          <a:lstStyle/>
          <a:p/>
        </p:txBody>
      </p:sp>
      <p:sp>
        <p:nvSpPr>
          <p:cNvPr id="4" name="TextBox 3"/>
          <p:cNvSpPr txBox="1"/>
          <p:nvPr/>
        </p:nvSpPr>
        <p:spPr>
          <a:xfrm>
            <a:off x="3026664" y="3172968"/>
            <a:ext cx="7242048" cy="768096"/>
          </a:xfrm>
          <a:prstGeom prst="rect">
            <a:avLst/>
          </a:prstGeom>
          <a:noFill/>
        </p:spPr>
        <p:txBody>
          <a:bodyPr wrap="square">
            <a:spAutoFit/>
          </a:bodyPr>
          <a:lstStyle/>
          <a:p>
            <a:pPr algn="l"/>
            <a:r>
              <a:rPr sz="2800" b="0" i="0">
                <a:solidFill>
                  <a:srgbClr val="005AAB"/>
                </a:solidFill>
                <a:latin typeface="Source Sans Pro"/>
              </a:rPr>
              <a:t>Operations</a:t>
            </a:r>
          </a:p>
        </p:txBody>
      </p:sp>
      <p:sp>
        <p:nvSpPr>
          <p:cNvPr id="5" name="TextBox 4"/>
          <p:cNvSpPr txBox="1"/>
          <p:nvPr/>
        </p:nvSpPr>
        <p:spPr>
          <a:xfrm>
            <a:off x="8229600" y="5257800"/>
            <a:ext cx="3200400" cy="457200"/>
          </a:xfrm>
          <a:prstGeom prst="rect">
            <a:avLst/>
          </a:prstGeom>
          <a:noFill/>
        </p:spPr>
        <p:txBody>
          <a:bodyPr wrap="square">
            <a:spAutoFit/>
          </a:bodyPr>
          <a:lstStyle/>
          <a:p>
            <a:pPr algn="l"/>
            <a:r>
              <a:rPr sz="1200" b="0" i="0">
                <a:solidFill>
                  <a:srgbClr val="606060"/>
                </a:solidFill>
                <a:latin typeface="Source Sans Pro"/>
              </a:rPr>
              <a:t>AO  |  May 2026</a:t>
            </a:r>
          </a:p>
        </p:txBody>
      </p:sp>
      <p:sp>
        <p:nvSpPr>
          <p:cNvPr id="6" name="TextBox 5"/>
          <p:cNvSpPr txBox="1"/>
          <p:nvPr/>
        </p:nvSpPr>
        <p:spPr>
          <a:xfrm>
            <a:off x="3026664" y="3749039"/>
            <a:ext cx="7242048" cy="457200"/>
          </a:xfrm>
          <a:prstGeom prst="rect">
            <a:avLst/>
          </a:prstGeom>
          <a:noFill/>
        </p:spPr>
        <p:txBody>
          <a:bodyPr wrap="square">
            <a:spAutoFit/>
          </a:bodyPr>
          <a:lstStyle/>
          <a:p>
            <a:pPr algn="l"/>
            <a:r>
              <a:rPr sz="1400" b="0" i="0">
                <a:solidFill>
                  <a:srgbClr val="404040"/>
                </a:solidFill>
                <a:latin typeface="Source Sans Pro"/>
              </a:rPr>
              <a:t>Design &amp; Approach Validation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Playing Rules</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832104"/>
            <a:ext cx="10515600" cy="4754880"/>
          </a:xfrm>
          <a:prstGeom prst="rect">
            <a:avLst/>
          </a:prstGeom>
          <a:noFill/>
        </p:spPr>
        <p:txBody>
          <a:bodyPr wrap="square">
            <a:spAutoFit/>
          </a:bodyPr>
          <a:lstStyle/>
          <a:p>
            <a:pPr algn="l"/>
            <a:r>
              <a:rPr sz="1200" b="0" i="0">
                <a:latin typeface="Source Sans Pro"/>
              </a:rPr>
              <a:t>For Information – Slides marked with this tag present a decision IRAS has taken. Reading is optional; no response is required.</a:t>
            </a:r>
          </a:p>
          <a:p>
            <a:pPr algn="l"/>
            <a:r>
              <a:rPr sz="1200" b="0" i="0">
                <a:latin typeface="Source Sans Pro"/>
              </a:rPr>
              <a:t/>
            </a:r>
          </a:p>
          <a:p>
            <a:pPr algn="l"/>
            <a:r>
              <a:rPr sz="1200" b="0" i="0">
                <a:latin typeface="Source Sans Pro"/>
              </a:rPr>
              <a:t>For Confirmation – Slides marked with this tag present an option or approach that IRAS is seeking external participants' confirmation on. Participants are expected to review and provide comments or validation.</a:t>
            </a:r>
          </a:p>
          <a:p>
            <a:pPr algn="l"/>
            <a:r>
              <a:rPr sz="1200" b="0" i="0">
                <a:latin typeface="Source Sans Pro"/>
              </a:rPr>
              <a:t/>
            </a:r>
          </a:p>
          <a:p>
            <a:pPr algn="l"/>
            <a:r>
              <a:rPr sz="1200" b="0" i="0">
                <a:latin typeface="Source Sans Pro"/>
              </a:rPr>
              <a:t>For Inputs – Slides marked with this tag are open questions. Participants are encouraged to share recommendations, suggestions, or solutions.</a:t>
            </a:r>
          </a:p>
          <a:p>
            <a:pPr algn="l"/>
            <a:r>
              <a:rPr sz="1200" b="0" i="0">
                <a:latin typeface="Source Sans Pro"/>
              </a:rPr>
              <a:t/>
            </a:r>
          </a:p>
          <a:p>
            <a:pPr algn="l"/>
            <a:r>
              <a:rPr sz="1200" b="0" i="0">
                <a:latin typeface="Source Sans Pro"/>
              </a:rPr>
              <a:t>Where multiple options are presented, IRAS' recommended option is marked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Topic Coverage / Scope Validation</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685800"/>
            <a:ext cx="5120640" cy="5303520"/>
          </a:xfrm>
          <a:prstGeom prst="rect">
            <a:avLst/>
          </a:prstGeom>
          <a:noFill/>
        </p:spPr>
        <p:txBody>
          <a:bodyPr wrap="square">
            <a:spAutoFit/>
          </a:bodyPr>
          <a:lstStyle/>
          <a:p>
            <a:pPr algn="l"/>
            <a:r>
              <a:rPr sz="1100" b="0" i="0">
                <a:solidFill>
                  <a:srgbClr val="000000"/>
                </a:solidFill>
                <a:latin typeface="Source Sans Pro"/>
              </a:rPr>
              <a:t>Release Management</a:t>
            </a:r>
          </a:p>
          <a:p>
            <a:pPr algn="l"/>
            <a:r>
              <a:rPr sz="1100" b="0" i="0">
                <a:solidFill>
                  <a:srgbClr val="000000"/>
                </a:solidFill>
                <a:latin typeface="Source Sans Pro"/>
              </a:rPr>
              <a:t>  • Agent Fleet &amp; Version Registry</a:t>
            </a:r>
          </a:p>
          <a:p>
            <a:pPr algn="l"/>
            <a:r>
              <a:rPr sz="1100" b="0" i="0">
                <a:solidFill>
                  <a:srgbClr val="000000"/>
                </a:solidFill>
                <a:latin typeface="Source Sans Pro"/>
              </a:rPr>
              <a:t>  • Deployment Lifecycle (Dev → Test → Pre-Prod → Prod)</a:t>
            </a:r>
          </a:p>
          <a:p>
            <a:pPr algn="l"/>
            <a:r>
              <a:rPr sz="1100" b="0" i="0">
                <a:solidFill>
                  <a:srgbClr val="000000"/>
                </a:solidFill>
                <a:latin typeface="Source Sans Pro"/>
              </a:rPr>
              <a:t>  • Testing Strategy (Blue-Green + Canary)</a:t>
            </a:r>
          </a:p>
          <a:p>
            <a:pPr algn="l"/>
            <a:r>
              <a:rPr sz="1100" b="0" i="0">
                <a:solidFill>
                  <a:srgbClr val="000000"/>
                </a:solidFill>
                <a:latin typeface="Source Sans Pro"/>
              </a:rPr>
              <a:t/>
            </a:r>
          </a:p>
          <a:p>
            <a:pPr algn="l"/>
            <a:r>
              <a:rPr sz="1100" b="0" i="0">
                <a:solidFill>
                  <a:srgbClr val="000000"/>
                </a:solidFill>
                <a:latin typeface="Source Sans Pro"/>
              </a:rPr>
              <a:t>Monitoring, Observability &amp; Auditing</a:t>
            </a:r>
          </a:p>
          <a:p>
            <a:pPr algn="l"/>
            <a:r>
              <a:rPr sz="1100" b="0" i="0">
                <a:solidFill>
                  <a:srgbClr val="000000"/>
                </a:solidFill>
                <a:latin typeface="Source Sans Pro"/>
              </a:rPr>
              <a:t>  • EvalOps: Continuous Quality Evaluation</a:t>
            </a:r>
          </a:p>
          <a:p>
            <a:pPr algn="l"/>
            <a:r>
              <a:rPr sz="1100" b="0" i="0">
                <a:solidFill>
                  <a:srgbClr val="000000"/>
                </a:solidFill>
                <a:latin typeface="Source Sans Pro"/>
              </a:rPr>
              <a:t>  • Distributed Tracing (OpenTelemetry + Langfuse)</a:t>
            </a:r>
          </a:p>
          <a:p>
            <a:pPr algn="l"/>
            <a:r>
              <a:rPr sz="1100" b="0" i="0">
                <a:solidFill>
                  <a:srgbClr val="000000"/>
                </a:solidFill>
                <a:latin typeface="Source Sans Pro"/>
              </a:rPr>
              <a:t>  • Behavioural Auditing &amp; Anomaly Detection</a:t>
            </a:r>
          </a:p>
          <a:p>
            <a:pPr algn="l"/>
            <a:r>
              <a:rPr sz="1100" b="0" i="0">
                <a:solidFill>
                  <a:srgbClr val="000000"/>
                </a:solidFill>
                <a:latin typeface="Source Sans Pro"/>
              </a:rPr>
              <a:t/>
            </a:r>
          </a:p>
          <a:p>
            <a:pPr algn="l"/>
            <a:r>
              <a:rPr sz="1100" b="0" i="0">
                <a:solidFill>
                  <a:srgbClr val="000000"/>
                </a:solidFill>
                <a:latin typeface="Source Sans Pro"/>
              </a:rPr>
              <a:t>Incident Management</a:t>
            </a:r>
          </a:p>
          <a:p>
            <a:pPr algn="l"/>
            <a:r>
              <a:rPr sz="1100" b="0" i="0">
                <a:solidFill>
                  <a:srgbClr val="000000"/>
                </a:solidFill>
                <a:latin typeface="Source Sans Pro"/>
              </a:rPr>
              <a:t>  • Human-in-the-Loop (HITL) Management</a:t>
            </a:r>
          </a:p>
          <a:p>
            <a:pPr algn="l"/>
            <a:r>
              <a:rPr sz="1100" b="0" i="0">
                <a:solidFill>
                  <a:srgbClr val="000000"/>
                </a:solidFill>
                <a:latin typeface="Source Sans Pro"/>
              </a:rPr>
              <a:t>  • Emergency Stop &amp; Kill Switch Hierarchy</a:t>
            </a:r>
          </a:p>
        </p:txBody>
      </p:sp>
      <p:sp>
        <p:nvSpPr>
          <p:cNvPr id="6" name="TextBox 5"/>
          <p:cNvSpPr txBox="1"/>
          <p:nvPr/>
        </p:nvSpPr>
        <p:spPr>
          <a:xfrm>
            <a:off x="6217920" y="685800"/>
            <a:ext cx="5120640" cy="5303520"/>
          </a:xfrm>
          <a:prstGeom prst="rect">
            <a:avLst/>
          </a:prstGeom>
          <a:noFill/>
        </p:spPr>
        <p:txBody>
          <a:bodyPr wrap="square">
            <a:spAutoFit/>
          </a:bodyPr>
          <a:lstStyle/>
          <a:p>
            <a:pPr algn="l"/>
            <a:r>
              <a:rPr sz="1100" b="0" i="0">
                <a:solidFill>
                  <a:srgbClr val="000000"/>
                </a:solidFill>
                <a:latin typeface="Source Sans Pro"/>
              </a:rPr>
              <a:t>Platform Reliability &amp; SLAs</a:t>
            </a:r>
          </a:p>
          <a:p>
            <a:pPr algn="l"/>
            <a:r>
              <a:rPr sz="1100" b="0" i="0">
                <a:solidFill>
                  <a:srgbClr val="000000"/>
                </a:solidFill>
                <a:latin typeface="Source Sans Pro"/>
              </a:rPr>
              <a:t>  • Circuit Breakers &amp; Fallback Routing</a:t>
            </a:r>
          </a:p>
          <a:p>
            <a:pPr algn="l"/>
            <a:r>
              <a:rPr sz="1100" b="0" i="0">
                <a:solidFill>
                  <a:srgbClr val="000000"/>
                </a:solidFill>
                <a:latin typeface="Source Sans Pro"/>
              </a:rPr>
              <a:t>  • SLA Framework (Speed, Quality, Availability, Cost)</a:t>
            </a:r>
          </a:p>
          <a:p>
            <a:pPr algn="l"/>
            <a:r>
              <a:rPr sz="1100" b="0" i="0">
                <a:solidFill>
                  <a:srgbClr val="000000"/>
                </a:solidFill>
                <a:latin typeface="Source Sans Pro"/>
              </a:rPr>
              <a:t/>
            </a:r>
          </a:p>
          <a:p>
            <a:pPr algn="l"/>
            <a:r>
              <a:rPr sz="1100" b="0" i="0">
                <a:solidFill>
                  <a:srgbClr val="000000"/>
                </a:solidFill>
                <a:latin typeface="Source Sans Pro"/>
              </a:rPr>
              <a:t>FinOps: Token &amp; Cost Management</a:t>
            </a:r>
          </a:p>
          <a:p>
            <a:pPr algn="l"/>
            <a:r>
              <a:rPr sz="1100" b="0" i="0">
                <a:solidFill>
                  <a:srgbClr val="000000"/>
                </a:solidFill>
                <a:latin typeface="Source Sans Pro"/>
              </a:rPr>
              <a:t>  • Per-session cost attribution &amp; guardrails</a:t>
            </a:r>
          </a:p>
          <a:p>
            <a:pPr algn="l"/>
            <a:r>
              <a:rPr sz="1100" b="0" i="0">
                <a:solidFill>
                  <a:srgbClr val="000000"/>
                </a:solidFill>
                <a:latin typeface="Source Sans Pro"/>
              </a:rPr>
              <a:t>  • Cost comparison: Agent vs. Human Officer</a:t>
            </a:r>
          </a:p>
          <a:p>
            <a:pPr algn="l"/>
            <a:r>
              <a:rPr sz="1100" b="0" i="0">
                <a:solidFill>
                  <a:srgbClr val="000000"/>
                </a:solidFill>
                <a:latin typeface="Source Sans Pro"/>
              </a:rPr>
              <a:t/>
            </a:r>
          </a:p>
          <a:p>
            <a:pPr algn="l"/>
            <a:r>
              <a:rPr sz="1100" b="0" i="0">
                <a:solidFill>
                  <a:srgbClr val="000000"/>
                </a:solidFill>
                <a:latin typeface="Source Sans Pro"/>
              </a:rPr>
              <a:t>Operational Feedback &amp; Lifecycle</a:t>
            </a:r>
          </a:p>
          <a:p>
            <a:pPr algn="l"/>
            <a:r>
              <a:rPr sz="1100" b="0" i="0">
                <a:solidFill>
                  <a:srgbClr val="000000"/>
                </a:solidFill>
                <a:latin typeface="Source Sans Pro"/>
              </a:rPr>
              <a:t>  • Structured feedback loop</a:t>
            </a:r>
          </a:p>
          <a:p>
            <a:pPr algn="l"/>
            <a:r>
              <a:rPr sz="1100" b="0" i="0">
                <a:solidFill>
                  <a:srgbClr val="000000"/>
                </a:solidFill>
                <a:latin typeface="Source Sans Pro"/>
              </a:rPr>
              <a:t>  • Model / application lifecycle management</a:t>
            </a:r>
          </a:p>
          <a:p>
            <a:pPr algn="l"/>
            <a:r>
              <a:rPr sz="1100" b="0" i="0">
                <a:solidFill>
                  <a:srgbClr val="000000"/>
                </a:solidFill>
                <a:latin typeface="Source Sans Pro"/>
              </a:rPr>
              <a:t/>
            </a:r>
          </a:p>
          <a:p>
            <a:pPr algn="l"/>
            <a:r>
              <a:rPr sz="1100" b="0" i="0">
                <a:solidFill>
                  <a:srgbClr val="000000"/>
                </a:solidFill>
                <a:latin typeface="Source Sans Pro"/>
              </a:rPr>
              <a:t>Operating Model</a:t>
            </a:r>
          </a:p>
          <a:p>
            <a:pPr algn="l"/>
            <a:r>
              <a:rPr sz="1100" b="0" i="0">
                <a:solidFill>
                  <a:srgbClr val="000000"/>
                </a:solidFill>
                <a:latin typeface="Source Sans Pro"/>
              </a:rPr>
              <a:t>  • Roles &amp; responsibilities (RACI)</a:t>
            </a:r>
          </a:p>
          <a:p>
            <a:pPr algn="l"/>
            <a:r>
              <a:rPr sz="1100" b="0" i="0">
                <a:solidFill>
                  <a:srgbClr val="000000"/>
                </a:solidFill>
                <a:latin typeface="Source Sans Pro"/>
              </a:rPr>
              <a:t>  • Runbooks &amp; escalation playbooks</a:t>
            </a:r>
          </a:p>
        </p:txBody>
      </p:sp>
      <p:sp>
        <p:nvSpPr>
          <p:cNvPr id="7" name="TextBox 6"/>
          <p:cNvSpPr txBox="1"/>
          <p:nvPr/>
        </p:nvSpPr>
        <p:spPr>
          <a:xfrm>
            <a:off x="832104" y="5577840"/>
            <a:ext cx="10515600" cy="457200"/>
          </a:xfrm>
          <a:prstGeom prst="rect">
            <a:avLst/>
          </a:prstGeom>
          <a:noFill/>
        </p:spPr>
        <p:txBody>
          <a:bodyPr wrap="square">
            <a:spAutoFit/>
          </a:bodyPr>
          <a:lstStyle/>
          <a:p>
            <a:pPr algn="l"/>
            <a:r>
              <a:rPr sz="1100" b="1" i="0">
                <a:solidFill>
                  <a:srgbClr val="FF0000"/>
                </a:solidFill>
                <a:latin typeface="Source Sans Pro"/>
              </a:rPr>
              <a:t>For Confirmation – Has IRAS covered all the Operations topics for AO that should be included in the Blueprint?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Platform Architecture Overview (AO Perspective)</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832104"/>
            <a:ext cx="10515600" cy="5120640"/>
          </a:xfrm>
          <a:prstGeom prst="rect">
            <a:avLst/>
          </a:prstGeom>
          <a:noFill/>
        </p:spPr>
        <p:txBody>
          <a:bodyPr wrap="square">
            <a:spAutoFit/>
          </a:bodyPr>
          <a:lstStyle/>
          <a:p>
            <a:pPr algn="l"/>
            <a:r>
              <a:rPr sz="1100" b="0" i="0">
                <a:latin typeface="Source Sans Pro"/>
              </a:rPr>
              <a:t>The AIBP platform processes taxpayer emails through four sequential layers. Operations touches every layer.</a:t>
            </a:r>
          </a:p>
          <a:p>
            <a:pPr algn="l"/>
            <a:r>
              <a:rPr sz="1100" b="0" i="0">
                <a:latin typeface="Source Sans Pro"/>
              </a:rPr>
              <a:t/>
            </a:r>
          </a:p>
          <a:p>
            <a:pPr algn="l"/>
            <a:r>
              <a:rPr sz="1100" b="0" i="0">
                <a:latin typeface="Source Sans Pro"/>
              </a:rPr>
              <a:t>Taxpayer Email</a:t>
            </a:r>
          </a:p>
          <a:p>
            <a:pPr algn="l"/>
            <a:r>
              <a:rPr sz="1100" b="0" i="0">
                <a:latin typeface="Source Sans Pro"/>
              </a:rPr>
              <a:t>    ↓</a:t>
            </a:r>
          </a:p>
          <a:p>
            <a:pPr algn="l"/>
            <a:r>
              <a:rPr sz="1100" b="0" i="0">
                <a:latin typeface="Source Sans Pro"/>
              </a:rPr>
              <a:t>SWEE  (Azure App Service / ACA, GCC 2.0)</a:t>
            </a:r>
          </a:p>
          <a:p>
            <a:pPr algn="l"/>
            <a:r>
              <a:rPr sz="1100" b="0" i="0">
                <a:latin typeface="Source Sans Pro"/>
              </a:rPr>
              <a:t>  • Receive inbound email  • Anonymise / PII-strip</a:t>
            </a:r>
          </a:p>
          <a:p>
            <a:pPr algn="l"/>
            <a:r>
              <a:rPr sz="1100" b="0" i="0">
                <a:latin typeface="Source Sans Pro"/>
              </a:rPr>
              <a:t>  • Classify to SOP via vector search  • Enqueue to Service Bus</a:t>
            </a:r>
          </a:p>
          <a:p>
            <a:pPr algn="l"/>
            <a:r>
              <a:rPr sz="1100" b="0" i="0">
                <a:latin typeface="Source Sans Pro"/>
              </a:rPr>
              <a:t>    ↓  Azure Service Bus Premium</a:t>
            </a:r>
          </a:p>
          <a:p>
            <a:pPr algn="l"/>
            <a:r>
              <a:rPr sz="1100" b="0" i="0">
                <a:latin typeface="Source Sans Pro"/>
              </a:rPr>
              <a:t>Agentic Orchestration – AO  (Azure Container Apps, LangGraph)</a:t>
            </a:r>
          </a:p>
          <a:p>
            <a:pPr algn="l"/>
            <a:r>
              <a:rPr sz="1100" b="0" i="0">
                <a:latin typeface="Source Sans Pro"/>
              </a:rPr>
              <a:t>  • One Container App per agent (one-agent-per-container architecture)</a:t>
            </a:r>
          </a:p>
          <a:p>
            <a:pPr algn="l"/>
            <a:r>
              <a:rPr sz="1100" b="0" i="0">
                <a:latin typeface="Source Sans Pro"/>
              </a:rPr>
              <a:t>  • Dequeue, execute agent workflow, call tools via AIGP</a:t>
            </a:r>
          </a:p>
          <a:p>
            <a:pPr algn="l"/>
            <a:r>
              <a:rPr sz="1100" b="0" i="0">
                <a:latin typeface="Source Sans Pro"/>
              </a:rPr>
              <a:t>    ↓  AIGP API (ForgeRock AuthZ + Entra ID AuthN)</a:t>
            </a:r>
          </a:p>
          <a:p>
            <a:pPr algn="l"/>
            <a:r>
              <a:rPr sz="1100" b="0" i="0">
                <a:latin typeface="Source Sans Pro"/>
              </a:rPr>
              <a:t>AI Governance Platform – AIGP</a:t>
            </a:r>
          </a:p>
          <a:p>
            <a:pPr algn="l"/>
            <a:r>
              <a:rPr sz="1100" b="0" i="0">
                <a:latin typeface="Source Sans Pro"/>
              </a:rPr>
              <a:t>  • Policy enforcement (OPA)  • HITL gating  • Audit trail</a:t>
            </a:r>
          </a:p>
          <a:p>
            <a:pPr algn="l"/>
            <a:r>
              <a:rPr sz="1100" b="0" i="0">
                <a:latin typeface="Source Sans Pro"/>
              </a:rPr>
              <a:t>    ↓  Kafka (AKS-hosted)</a:t>
            </a:r>
          </a:p>
          <a:p>
            <a:pPr algn="l"/>
            <a:r>
              <a:rPr sz="1100" b="0" i="0">
                <a:latin typeface="Source Sans Pro"/>
              </a:rPr>
              <a:t>Internal Microservices / DB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Operational Principles</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832104"/>
            <a:ext cx="10515600" cy="5303520"/>
          </a:xfrm>
          <a:prstGeom prst="rect">
            <a:avLst/>
          </a:prstGeom>
          <a:noFill/>
        </p:spPr>
        <p:txBody>
          <a:bodyPr wrap="square">
            <a:spAutoFit/>
          </a:bodyPr>
          <a:lstStyle/>
          <a:p>
            <a:pPr algn="l"/>
            <a:r>
              <a:rPr sz="1100" b="0" i="0">
                <a:latin typeface="Source Sans Pro"/>
              </a:rPr>
              <a:t>1.  Observability-first</a:t>
            </a:r>
          </a:p>
          <a:p>
            <a:pPr algn="l"/>
            <a:r>
              <a:rPr sz="1100" b="0" i="0">
                <a:latin typeface="Source Sans Pro"/>
              </a:rPr>
              <a:t>    No agent may be deployed to production without emitting structured telemetry. If it cannot be observed, it cannot be operated.</a:t>
            </a:r>
          </a:p>
          <a:p>
            <a:pPr algn="l"/>
            <a:r>
              <a:rPr sz="1100" b="0" i="0">
                <a:latin typeface="Source Sans Pro"/>
              </a:rPr>
              <a:t/>
            </a:r>
          </a:p>
          <a:p>
            <a:pPr algn="l"/>
            <a:r>
              <a:rPr sz="1100" b="0" i="0">
                <a:latin typeface="Source Sans Pro"/>
              </a:rPr>
              <a:t>2.  Fail safe, not silent</a:t>
            </a:r>
          </a:p>
          <a:p>
            <a:pPr algn="l"/>
            <a:r>
              <a:rPr sz="1100" b="0" i="0">
                <a:latin typeface="Source Sans Pro"/>
              </a:rPr>
              <a:t>    A failed or uncertain agent action must escalate to a human. An agent that silently succeeds on the wrong action is worse than one that fails loudly.</a:t>
            </a:r>
          </a:p>
          <a:p>
            <a:pPr algn="l"/>
            <a:r>
              <a:rPr sz="1100" b="0" i="0">
                <a:latin typeface="Source Sans Pro"/>
              </a:rPr>
              <a:t/>
            </a:r>
          </a:p>
          <a:p>
            <a:pPr algn="l"/>
            <a:r>
              <a:rPr sz="1100" b="0" i="0">
                <a:latin typeface="Source Sans Pro"/>
              </a:rPr>
              <a:t>3.  Data minimisation in ops tooling</a:t>
            </a:r>
          </a:p>
          <a:p>
            <a:pPr algn="l"/>
            <a:r>
              <a:rPr sz="1100" b="0" i="0">
                <a:latin typeface="Source Sans Pro"/>
              </a:rPr>
              <a:t>    Operational tooling must handle only anonymised or metadata-level data. PII must not appear in any ops pipeline, log stream, or dashboard.</a:t>
            </a:r>
          </a:p>
          <a:p>
            <a:pPr algn="l"/>
            <a:r>
              <a:rPr sz="1100" b="0" i="0">
                <a:latin typeface="Source Sans Pro"/>
              </a:rPr>
              <a:t/>
            </a:r>
          </a:p>
          <a:p>
            <a:pPr algn="l"/>
            <a:r>
              <a:rPr sz="1100" b="0" i="0">
                <a:latin typeface="Source Sans Pro"/>
              </a:rPr>
              <a:t>4.  Policy as code</a:t>
            </a:r>
          </a:p>
          <a:p>
            <a:pPr algn="l"/>
            <a:r>
              <a:rPr sz="1100" b="0" i="0">
                <a:latin typeface="Source Sans Pro"/>
              </a:rPr>
              <a:t>    Operational guardrails (rate limits, kill switches, risk thresholds) are version-controlled code. Manual configuration drift is a reliability and audit risk.</a:t>
            </a:r>
          </a:p>
          <a:p>
            <a:pPr algn="l"/>
            <a:r>
              <a:rPr sz="1100" b="0" i="0">
                <a:latin typeface="Source Sans Pro"/>
              </a:rPr>
              <a:t/>
            </a:r>
          </a:p>
          <a:p>
            <a:pPr algn="l"/>
            <a:r>
              <a:rPr sz="1100" b="0" i="0">
                <a:latin typeface="Source Sans Pro"/>
              </a:rPr>
              <a:t>5.  Separation of concerns</a:t>
            </a:r>
          </a:p>
          <a:p>
            <a:pPr algn="l"/>
            <a:r>
              <a:rPr sz="1100" b="0" i="0">
                <a:latin typeface="Source Sans Pro"/>
              </a:rPr>
              <a:t>    AO team owns agent logic; AIGP team owns governance enforcement; Ops team owns production health. No single team has unilateral access to all layers in production.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Agent Fleet &amp; Version Registry</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Release Management</a:t>
            </a:r>
          </a:p>
        </p:txBody>
      </p:sp>
      <p:sp>
        <p:nvSpPr>
          <p:cNvPr id="6" name="TextBox 5"/>
          <p:cNvSpPr txBox="1"/>
          <p:nvPr/>
        </p:nvSpPr>
        <p:spPr>
          <a:xfrm>
            <a:off x="832104" y="685800"/>
            <a:ext cx="10515600" cy="320040"/>
          </a:xfrm>
          <a:prstGeom prst="rect">
            <a:avLst/>
          </a:prstGeom>
          <a:noFill/>
        </p:spPr>
        <p:txBody>
          <a:bodyPr wrap="square">
            <a:spAutoFit/>
          </a:bodyPr>
          <a:lstStyle/>
          <a:p>
            <a:pPr algn="l"/>
            <a:r>
              <a:rPr sz="1300" b="1" i="0">
                <a:solidFill>
                  <a:srgbClr val="000000"/>
                </a:solidFill>
                <a:latin typeface="Source Sans Pro"/>
              </a:rPr>
              <a:t>Options Comparison</a:t>
            </a:r>
          </a:p>
        </p:txBody>
      </p:sp>
      <p:sp>
        <p:nvSpPr>
          <p:cNvPr id="7" name="TextBox 6"/>
          <p:cNvSpPr txBox="1"/>
          <p:nvPr/>
        </p:nvSpPr>
        <p:spPr>
          <a:xfrm>
            <a:off x="832104" y="1005840"/>
            <a:ext cx="1143000" cy="320040"/>
          </a:xfrm>
          <a:prstGeom prst="rect">
            <a:avLst/>
          </a:prstGeom>
          <a:noFill/>
        </p:spPr>
        <p:txBody>
          <a:bodyPr wrap="square">
            <a:spAutoFit/>
          </a:bodyPr>
          <a:lstStyle/>
          <a:p>
            <a:pPr algn="l"/>
            <a:r>
              <a:rPr sz="1000" b="1" i="0">
                <a:solidFill>
                  <a:srgbClr val="005AAB"/>
                </a:solidFill>
                <a:latin typeface="Source Sans Pro"/>
              </a:rPr>
              <a:t>Option</a:t>
            </a:r>
          </a:p>
        </p:txBody>
      </p:sp>
      <p:sp>
        <p:nvSpPr>
          <p:cNvPr id="8" name="TextBox 7"/>
          <p:cNvSpPr txBox="1"/>
          <p:nvPr/>
        </p:nvSpPr>
        <p:spPr>
          <a:xfrm>
            <a:off x="2020824" y="1005840"/>
            <a:ext cx="3429000" cy="320040"/>
          </a:xfrm>
          <a:prstGeom prst="rect">
            <a:avLst/>
          </a:prstGeom>
          <a:noFill/>
        </p:spPr>
        <p:txBody>
          <a:bodyPr wrap="square">
            <a:spAutoFit/>
          </a:bodyPr>
          <a:lstStyle/>
          <a:p>
            <a:pPr algn="l"/>
            <a:r>
              <a:rPr sz="1000" b="1" i="0">
                <a:solidFill>
                  <a:srgbClr val="005AAB"/>
                </a:solidFill>
                <a:latin typeface="Source Sans Pro"/>
              </a:rPr>
              <a:t>Approach</a:t>
            </a:r>
          </a:p>
        </p:txBody>
      </p:sp>
      <p:sp>
        <p:nvSpPr>
          <p:cNvPr id="9" name="TextBox 8"/>
          <p:cNvSpPr txBox="1"/>
          <p:nvPr/>
        </p:nvSpPr>
        <p:spPr>
          <a:xfrm>
            <a:off x="5495544" y="1005840"/>
            <a:ext cx="2880360" cy="320040"/>
          </a:xfrm>
          <a:prstGeom prst="rect">
            <a:avLst/>
          </a:prstGeom>
          <a:noFill/>
        </p:spPr>
        <p:txBody>
          <a:bodyPr wrap="square">
            <a:spAutoFit/>
          </a:bodyPr>
          <a:lstStyle/>
          <a:p>
            <a:pPr algn="l"/>
            <a:r>
              <a:rPr sz="1000" b="1" i="0">
                <a:solidFill>
                  <a:srgbClr val="005AAB"/>
                </a:solidFill>
                <a:latin typeface="Source Sans Pro"/>
              </a:rPr>
              <a:t>Pros</a:t>
            </a:r>
          </a:p>
        </p:txBody>
      </p:sp>
      <p:sp>
        <p:nvSpPr>
          <p:cNvPr id="10" name="TextBox 9"/>
          <p:cNvSpPr txBox="1"/>
          <p:nvPr/>
        </p:nvSpPr>
        <p:spPr>
          <a:xfrm>
            <a:off x="8421624" y="1005840"/>
            <a:ext cx="2880360" cy="320040"/>
          </a:xfrm>
          <a:prstGeom prst="rect">
            <a:avLst/>
          </a:prstGeom>
          <a:noFill/>
        </p:spPr>
        <p:txBody>
          <a:bodyPr wrap="square">
            <a:spAutoFit/>
          </a:bodyPr>
          <a:lstStyle/>
          <a:p>
            <a:pPr algn="l"/>
            <a:r>
              <a:rPr sz="1000" b="1" i="0">
                <a:solidFill>
                  <a:srgbClr val="005AAB"/>
                </a:solidFill>
                <a:latin typeface="Source Sans Pro"/>
              </a:rPr>
              <a:t>Cons</a:t>
            </a:r>
          </a:p>
        </p:txBody>
      </p:sp>
      <p:sp>
        <p:nvSpPr>
          <p:cNvPr id="11" name="TextBox 10"/>
          <p:cNvSpPr txBox="1"/>
          <p:nvPr/>
        </p:nvSpPr>
        <p:spPr>
          <a:xfrm>
            <a:off x="832104" y="1325880"/>
            <a:ext cx="1143000" cy="274320"/>
          </a:xfrm>
          <a:prstGeom prst="rect">
            <a:avLst/>
          </a:prstGeom>
          <a:noFill/>
        </p:spPr>
        <p:txBody>
          <a:bodyPr wrap="square">
            <a:spAutoFit/>
          </a:bodyPr>
          <a:lstStyle/>
          <a:p>
            <a:pPr algn="l"/>
            <a:r>
              <a:rPr sz="1000" b="1" i="0">
                <a:solidFill>
                  <a:srgbClr val="005AAB"/>
                </a:solidFill>
                <a:latin typeface="Source Sans Pro"/>
              </a:rPr>
              <a:t>✔ Option 1</a:t>
            </a:r>
          </a:p>
          <a:p>
            <a:pPr algn="l"/>
            <a:r>
              <a:rPr sz="1000" b="1" i="0">
                <a:solidFill>
                  <a:srgbClr val="005AAB"/>
                </a:solidFill>
                <a:latin typeface="Source Sans Pro"/>
              </a:rPr>
              <a:t>(Recommended)</a:t>
            </a:r>
          </a:p>
        </p:txBody>
      </p:sp>
      <p:sp>
        <p:nvSpPr>
          <p:cNvPr id="12" name="TextBox 11"/>
          <p:cNvSpPr txBox="1"/>
          <p:nvPr/>
        </p:nvSpPr>
        <p:spPr>
          <a:xfrm>
            <a:off x="2020824" y="1325880"/>
            <a:ext cx="3429000" cy="274320"/>
          </a:xfrm>
          <a:prstGeom prst="rect">
            <a:avLst/>
          </a:prstGeom>
          <a:noFill/>
        </p:spPr>
        <p:txBody>
          <a:bodyPr wrap="square">
            <a:spAutoFit/>
          </a:bodyPr>
          <a:lstStyle/>
          <a:p>
            <a:pPr algn="l"/>
            <a:r>
              <a:rPr sz="1000" b="0" i="0">
                <a:solidFill>
                  <a:srgbClr val="000000"/>
                </a:solidFill>
                <a:latin typeface="Source Sans Pro"/>
              </a:rPr>
              <a:t>SemVer (MAJOR.MINOR.PATCH) + ACR Signed Images (Notation/CNCF) + PostgreSQL Registry DB</a:t>
            </a:r>
          </a:p>
          <a:p>
            <a:pPr algn="l"/>
            <a:r>
              <a:rPr sz="1000" b="0" i="0">
                <a:solidFill>
                  <a:srgbClr val="000000"/>
                </a:solidFill>
                <a:latin typeface="Source Sans Pro"/>
              </a:rPr>
              <a:t>• agent-manifest.json per agent repo</a:t>
            </a:r>
          </a:p>
          <a:p>
            <a:pPr algn="l"/>
            <a:r>
              <a:rPr sz="1000" b="0" i="0">
                <a:solidFill>
                  <a:srgbClr val="000000"/>
                </a:solidFill>
                <a:latin typeface="Source Sans Pro"/>
              </a:rPr>
              <a:t>• Append-only ledger (no UPDATE/DELETE)</a:t>
            </a:r>
          </a:p>
          <a:p>
            <a:pPr algn="l"/>
            <a:r>
              <a:rPr sz="1000" b="0" i="0">
                <a:solidFill>
                  <a:srgbClr val="000000"/>
                </a:solidFill>
                <a:latin typeface="Source Sans Pro"/>
              </a:rPr>
              <a:t>• Image signed via Azure Key Vault</a:t>
            </a:r>
          </a:p>
        </p:txBody>
      </p:sp>
      <p:sp>
        <p:nvSpPr>
          <p:cNvPr id="13" name="TextBox 12"/>
          <p:cNvSpPr txBox="1"/>
          <p:nvPr/>
        </p:nvSpPr>
        <p:spPr>
          <a:xfrm>
            <a:off x="5495544" y="1325880"/>
            <a:ext cx="2880360" cy="274320"/>
          </a:xfrm>
          <a:prstGeom prst="rect">
            <a:avLst/>
          </a:prstGeom>
          <a:noFill/>
        </p:spPr>
        <p:txBody>
          <a:bodyPr wrap="square">
            <a:spAutoFit/>
          </a:bodyPr>
          <a:lstStyle/>
          <a:p>
            <a:pPr algn="l"/>
            <a:r>
              <a:rPr sz="1000" b="0" i="0">
                <a:solidFill>
                  <a:srgbClr val="000000"/>
                </a:solidFill>
                <a:latin typeface="Source Sans Pro"/>
              </a:rPr>
              <a:t>• Cryptographic guarantee: what was tested in CI runs in prod</a:t>
            </a:r>
          </a:p>
          <a:p>
            <a:pPr algn="l"/>
            <a:r>
              <a:rPr sz="1000" b="0" i="0">
                <a:solidFill>
                  <a:srgbClr val="000000"/>
                </a:solidFill>
                <a:latin typeface="Source Sans Pro"/>
              </a:rPr>
              <a:t>• Permanent, auditable version history</a:t>
            </a:r>
          </a:p>
          <a:p>
            <a:pPr algn="l"/>
            <a:r>
              <a:rPr sz="1000" b="0" i="0">
                <a:solidFill>
                  <a:srgbClr val="000000"/>
                </a:solidFill>
                <a:latin typeface="Source Sans Pro"/>
              </a:rPr>
              <a:t>• Targeted rollback possible (PATCH without losing MINOR)</a:t>
            </a:r>
          </a:p>
          <a:p>
            <a:pPr algn="l"/>
            <a:r>
              <a:rPr sz="1000" b="0" i="0">
                <a:solidFill>
                  <a:srgbClr val="000000"/>
                </a:solidFill>
                <a:latin typeface="Source Sans Pro"/>
              </a:rPr>
              <a:t>• ISO 27001 CI-04 compliant</a:t>
            </a:r>
          </a:p>
        </p:txBody>
      </p:sp>
      <p:sp>
        <p:nvSpPr>
          <p:cNvPr id="14" name="TextBox 13"/>
          <p:cNvSpPr txBox="1"/>
          <p:nvPr/>
        </p:nvSpPr>
        <p:spPr>
          <a:xfrm>
            <a:off x="8421624" y="1325880"/>
            <a:ext cx="2880360" cy="274320"/>
          </a:xfrm>
          <a:prstGeom prst="rect">
            <a:avLst/>
          </a:prstGeom>
          <a:noFill/>
        </p:spPr>
        <p:txBody>
          <a:bodyPr wrap="square">
            <a:spAutoFit/>
          </a:bodyPr>
          <a:lstStyle/>
          <a:p>
            <a:pPr algn="l"/>
            <a:r>
              <a:rPr sz="1000" b="0" i="0">
                <a:solidFill>
                  <a:srgbClr val="000000"/>
                </a:solidFill>
                <a:latin typeface="Source Sans Pro"/>
              </a:rPr>
              <a:t>• PostgreSQL registry adds infra dependency</a:t>
            </a:r>
          </a:p>
          <a:p>
            <a:pPr algn="l"/>
            <a:r>
              <a:rPr sz="1000" b="0" i="0">
                <a:solidFill>
                  <a:srgbClr val="000000"/>
                </a:solidFill>
                <a:latin typeface="Source Sans Pro"/>
              </a:rPr>
              <a:t>• PKI cert rotation must be planned for</a:t>
            </a:r>
          </a:p>
        </p:txBody>
      </p:sp>
      <p:sp>
        <p:nvSpPr>
          <p:cNvPr id="15" name="TextBox 14"/>
          <p:cNvSpPr txBox="1"/>
          <p:nvPr/>
        </p:nvSpPr>
        <p:spPr>
          <a:xfrm>
            <a:off x="832104" y="1618488"/>
            <a:ext cx="1143000" cy="274320"/>
          </a:xfrm>
          <a:prstGeom prst="rect">
            <a:avLst/>
          </a:prstGeom>
          <a:noFill/>
        </p:spPr>
        <p:txBody>
          <a:bodyPr wrap="square">
            <a:spAutoFit/>
          </a:bodyPr>
          <a:lstStyle/>
          <a:p>
            <a:pPr algn="l"/>
            <a:r>
              <a:rPr sz="1000" b="0" i="0">
                <a:solidFill>
                  <a:srgbClr val="000000"/>
                </a:solidFill>
                <a:latin typeface="Source Sans Pro"/>
              </a:rPr>
              <a:t>Option 2</a:t>
            </a:r>
          </a:p>
        </p:txBody>
      </p:sp>
      <p:sp>
        <p:nvSpPr>
          <p:cNvPr id="16" name="TextBox 15"/>
          <p:cNvSpPr txBox="1"/>
          <p:nvPr/>
        </p:nvSpPr>
        <p:spPr>
          <a:xfrm>
            <a:off x="2020824" y="1618488"/>
            <a:ext cx="3429000" cy="274320"/>
          </a:xfrm>
          <a:prstGeom prst="rect">
            <a:avLst/>
          </a:prstGeom>
          <a:noFill/>
        </p:spPr>
        <p:txBody>
          <a:bodyPr wrap="square">
            <a:spAutoFit/>
          </a:bodyPr>
          <a:lstStyle/>
          <a:p>
            <a:pPr algn="l"/>
            <a:r>
              <a:rPr sz="1000" b="0" i="0">
                <a:solidFill>
                  <a:srgbClr val="000000"/>
                </a:solidFill>
                <a:latin typeface="Source Sans Pro"/>
              </a:rPr>
              <a:t>Git SHA tagging + flat JSON deployment file</a:t>
            </a:r>
          </a:p>
        </p:txBody>
      </p:sp>
      <p:sp>
        <p:nvSpPr>
          <p:cNvPr id="17" name="TextBox 16"/>
          <p:cNvSpPr txBox="1"/>
          <p:nvPr/>
        </p:nvSpPr>
        <p:spPr>
          <a:xfrm>
            <a:off x="5495544" y="1618488"/>
            <a:ext cx="2880360" cy="274320"/>
          </a:xfrm>
          <a:prstGeom prst="rect">
            <a:avLst/>
          </a:prstGeom>
          <a:noFill/>
        </p:spPr>
        <p:txBody>
          <a:bodyPr wrap="square">
            <a:spAutoFit/>
          </a:bodyPr>
          <a:lstStyle/>
          <a:p>
            <a:pPr algn="l"/>
            <a:r>
              <a:rPr sz="1000" b="0" i="0">
                <a:solidFill>
                  <a:srgbClr val="000000"/>
                </a:solidFill>
                <a:latin typeface="Source Sans Pro"/>
              </a:rPr>
              <a:t>• Zero additional infrastructure</a:t>
            </a:r>
          </a:p>
        </p:txBody>
      </p:sp>
      <p:sp>
        <p:nvSpPr>
          <p:cNvPr id="18" name="TextBox 17"/>
          <p:cNvSpPr txBox="1"/>
          <p:nvPr/>
        </p:nvSpPr>
        <p:spPr>
          <a:xfrm>
            <a:off x="8421624" y="1618488"/>
            <a:ext cx="2880360" cy="274320"/>
          </a:xfrm>
          <a:prstGeom prst="rect">
            <a:avLst/>
          </a:prstGeom>
          <a:noFill/>
        </p:spPr>
        <p:txBody>
          <a:bodyPr wrap="square">
            <a:spAutoFit/>
          </a:bodyPr>
          <a:lstStyle/>
          <a:p>
            <a:pPr algn="l"/>
            <a:r>
              <a:rPr sz="1000" b="0" i="0">
                <a:solidFill>
                  <a:srgbClr val="000000"/>
                </a:solidFill>
                <a:latin typeface="Source Sans Pro"/>
              </a:rPr>
              <a:t>• Opaque to ops tooling; no eval score association</a:t>
            </a:r>
          </a:p>
          <a:p>
            <a:pPr algn="l"/>
            <a:r>
              <a:rPr sz="1000" b="0" i="0">
                <a:solidFill>
                  <a:srgbClr val="000000"/>
                </a:solidFill>
                <a:latin typeface="Source Sans Pro"/>
              </a:rPr>
              <a:t>• Cannot satisfy ISO 27001 audit requirements</a:t>
            </a:r>
          </a:p>
        </p:txBody>
      </p:sp>
      <p:sp>
        <p:nvSpPr>
          <p:cNvPr id="19" name="TextBox 18"/>
          <p:cNvSpPr txBox="1"/>
          <p:nvPr/>
        </p:nvSpPr>
        <p:spPr>
          <a:xfrm>
            <a:off x="832104" y="1911096"/>
            <a:ext cx="1143000" cy="274320"/>
          </a:xfrm>
          <a:prstGeom prst="rect">
            <a:avLst/>
          </a:prstGeom>
          <a:noFill/>
        </p:spPr>
        <p:txBody>
          <a:bodyPr wrap="square">
            <a:spAutoFit/>
          </a:bodyPr>
          <a:lstStyle/>
          <a:p>
            <a:pPr algn="l"/>
            <a:r>
              <a:rPr sz="1000" b="0" i="0">
                <a:solidFill>
                  <a:srgbClr val="000000"/>
                </a:solidFill>
                <a:latin typeface="Source Sans Pro"/>
              </a:rPr>
              <a:t>Option 3</a:t>
            </a:r>
          </a:p>
        </p:txBody>
      </p:sp>
      <p:sp>
        <p:nvSpPr>
          <p:cNvPr id="20" name="TextBox 19"/>
          <p:cNvSpPr txBox="1"/>
          <p:nvPr/>
        </p:nvSpPr>
        <p:spPr>
          <a:xfrm>
            <a:off x="2020824" y="1911096"/>
            <a:ext cx="3429000" cy="274320"/>
          </a:xfrm>
          <a:prstGeom prst="rect">
            <a:avLst/>
          </a:prstGeom>
          <a:noFill/>
        </p:spPr>
        <p:txBody>
          <a:bodyPr wrap="square">
            <a:spAutoFit/>
          </a:bodyPr>
          <a:lstStyle/>
          <a:p>
            <a:pPr algn="l"/>
            <a:r>
              <a:rPr sz="1000" b="0" i="0">
                <a:solidFill>
                  <a:srgbClr val="000000"/>
                </a:solidFill>
                <a:latin typeface="Source Sans Pro"/>
              </a:rPr>
              <a:t>Monolithic release (all agents versioned together)</a:t>
            </a:r>
          </a:p>
        </p:txBody>
      </p:sp>
      <p:sp>
        <p:nvSpPr>
          <p:cNvPr id="21" name="TextBox 20"/>
          <p:cNvSpPr txBox="1"/>
          <p:nvPr/>
        </p:nvSpPr>
        <p:spPr>
          <a:xfrm>
            <a:off x="5495544" y="1911096"/>
            <a:ext cx="2880360" cy="274320"/>
          </a:xfrm>
          <a:prstGeom prst="rect">
            <a:avLst/>
          </a:prstGeom>
          <a:noFill/>
        </p:spPr>
        <p:txBody>
          <a:bodyPr wrap="square">
            <a:spAutoFit/>
          </a:bodyPr>
          <a:lstStyle/>
          <a:p>
            <a:pPr algn="l"/>
            <a:r>
              <a:rPr sz="1000" b="0" i="0">
                <a:solidFill>
                  <a:srgbClr val="000000"/>
                </a:solidFill>
                <a:latin typeface="Source Sans Pro"/>
              </a:rPr>
              <a:t>• Simpler release coordination</a:t>
            </a:r>
          </a:p>
        </p:txBody>
      </p:sp>
      <p:sp>
        <p:nvSpPr>
          <p:cNvPr id="22" name="TextBox 21"/>
          <p:cNvSpPr txBox="1"/>
          <p:nvPr/>
        </p:nvSpPr>
        <p:spPr>
          <a:xfrm>
            <a:off x="8421624" y="1911096"/>
            <a:ext cx="2880360" cy="274320"/>
          </a:xfrm>
          <a:prstGeom prst="rect">
            <a:avLst/>
          </a:prstGeom>
          <a:noFill/>
        </p:spPr>
        <p:txBody>
          <a:bodyPr wrap="square">
            <a:spAutoFit/>
          </a:bodyPr>
          <a:lstStyle/>
          <a:p>
            <a:pPr algn="l"/>
            <a:r>
              <a:rPr sz="1000" b="0" i="0">
                <a:solidFill>
                  <a:srgbClr val="000000"/>
                </a:solidFill>
                <a:latin typeface="Source Sans Pro"/>
              </a:rPr>
              <a:t>• Any change forces full redeployment</a:t>
            </a:r>
          </a:p>
          <a:p>
            <a:pPr algn="l"/>
            <a:r>
              <a:rPr sz="1000" b="0" i="0">
                <a:solidFill>
                  <a:srgbClr val="000000"/>
                </a:solidFill>
                <a:latin typeface="Source Sans Pro"/>
              </a:rPr>
              <a:t>• Regression in one agent rolls back all agents</a:t>
            </a:r>
          </a:p>
        </p:txBody>
      </p:sp>
      <p:sp>
        <p:nvSpPr>
          <p:cNvPr id="23" name="TextBox 22"/>
          <p:cNvSpPr txBox="1"/>
          <p:nvPr/>
        </p:nvSpPr>
        <p:spPr>
          <a:xfrm>
            <a:off x="832104" y="5394960"/>
            <a:ext cx="10515600" cy="457200"/>
          </a:xfrm>
          <a:prstGeom prst="rect">
            <a:avLst/>
          </a:prstGeom>
          <a:noFill/>
        </p:spPr>
        <p:txBody>
          <a:bodyPr wrap="square">
            <a:spAutoFit/>
          </a:bodyPr>
          <a:lstStyle/>
          <a:p>
            <a:pPr algn="l"/>
            <a:r>
              <a:rPr sz="1000" b="1" i="0">
                <a:solidFill>
                  <a:srgbClr val="005AAB"/>
                </a:solidFill>
                <a:latin typeface="Source Sans Pro"/>
              </a:rPr>
              <a:t>IRAS Recommendation: Option 1 — append-only registry + signed images provides the operational forensics and ISO 27001 change management audit trail required.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Deployment Lifecycle: Dev → Test → Pre-Prod → Prod</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Release Management</a:t>
            </a:r>
          </a:p>
        </p:txBody>
      </p:sp>
      <p:sp>
        <p:nvSpPr>
          <p:cNvPr id="6" name="TextBox 5"/>
          <p:cNvSpPr txBox="1"/>
          <p:nvPr/>
        </p:nvSpPr>
        <p:spPr>
          <a:xfrm>
            <a:off x="832104" y="685800"/>
            <a:ext cx="10515600" cy="320040"/>
          </a:xfrm>
          <a:prstGeom prst="rect">
            <a:avLst/>
          </a:prstGeom>
          <a:noFill/>
        </p:spPr>
        <p:txBody>
          <a:bodyPr wrap="square">
            <a:spAutoFit/>
          </a:bodyPr>
          <a:lstStyle/>
          <a:p>
            <a:pPr algn="l"/>
            <a:r>
              <a:rPr sz="1300" b="1" i="0">
                <a:solidFill>
                  <a:srgbClr val="000000"/>
                </a:solidFill>
                <a:latin typeface="Source Sans Pro"/>
              </a:rPr>
              <a:t>Options Comparison</a:t>
            </a:r>
          </a:p>
        </p:txBody>
      </p:sp>
      <p:sp>
        <p:nvSpPr>
          <p:cNvPr id="7" name="TextBox 6"/>
          <p:cNvSpPr txBox="1"/>
          <p:nvPr/>
        </p:nvSpPr>
        <p:spPr>
          <a:xfrm>
            <a:off x="832104" y="1005840"/>
            <a:ext cx="1143000" cy="320040"/>
          </a:xfrm>
          <a:prstGeom prst="rect">
            <a:avLst/>
          </a:prstGeom>
          <a:noFill/>
        </p:spPr>
        <p:txBody>
          <a:bodyPr wrap="square">
            <a:spAutoFit/>
          </a:bodyPr>
          <a:lstStyle/>
          <a:p>
            <a:pPr algn="l"/>
            <a:r>
              <a:rPr sz="1000" b="1" i="0">
                <a:solidFill>
                  <a:srgbClr val="005AAB"/>
                </a:solidFill>
                <a:latin typeface="Source Sans Pro"/>
              </a:rPr>
              <a:t>Option</a:t>
            </a:r>
          </a:p>
        </p:txBody>
      </p:sp>
      <p:sp>
        <p:nvSpPr>
          <p:cNvPr id="8" name="TextBox 7"/>
          <p:cNvSpPr txBox="1"/>
          <p:nvPr/>
        </p:nvSpPr>
        <p:spPr>
          <a:xfrm>
            <a:off x="2020824" y="1005840"/>
            <a:ext cx="3429000" cy="320040"/>
          </a:xfrm>
          <a:prstGeom prst="rect">
            <a:avLst/>
          </a:prstGeom>
          <a:noFill/>
        </p:spPr>
        <p:txBody>
          <a:bodyPr wrap="square">
            <a:spAutoFit/>
          </a:bodyPr>
          <a:lstStyle/>
          <a:p>
            <a:pPr algn="l"/>
            <a:r>
              <a:rPr sz="1000" b="1" i="0">
                <a:solidFill>
                  <a:srgbClr val="005AAB"/>
                </a:solidFill>
                <a:latin typeface="Source Sans Pro"/>
              </a:rPr>
              <a:t>Approach</a:t>
            </a:r>
          </a:p>
        </p:txBody>
      </p:sp>
      <p:sp>
        <p:nvSpPr>
          <p:cNvPr id="9" name="TextBox 8"/>
          <p:cNvSpPr txBox="1"/>
          <p:nvPr/>
        </p:nvSpPr>
        <p:spPr>
          <a:xfrm>
            <a:off x="5495544" y="1005840"/>
            <a:ext cx="2880360" cy="320040"/>
          </a:xfrm>
          <a:prstGeom prst="rect">
            <a:avLst/>
          </a:prstGeom>
          <a:noFill/>
        </p:spPr>
        <p:txBody>
          <a:bodyPr wrap="square">
            <a:spAutoFit/>
          </a:bodyPr>
          <a:lstStyle/>
          <a:p>
            <a:pPr algn="l"/>
            <a:r>
              <a:rPr sz="1000" b="1" i="0">
                <a:solidFill>
                  <a:srgbClr val="005AAB"/>
                </a:solidFill>
                <a:latin typeface="Source Sans Pro"/>
              </a:rPr>
              <a:t>Pros</a:t>
            </a:r>
          </a:p>
        </p:txBody>
      </p:sp>
      <p:sp>
        <p:nvSpPr>
          <p:cNvPr id="10" name="TextBox 9"/>
          <p:cNvSpPr txBox="1"/>
          <p:nvPr/>
        </p:nvSpPr>
        <p:spPr>
          <a:xfrm>
            <a:off x="8421624" y="1005840"/>
            <a:ext cx="2880360" cy="320040"/>
          </a:xfrm>
          <a:prstGeom prst="rect">
            <a:avLst/>
          </a:prstGeom>
          <a:noFill/>
        </p:spPr>
        <p:txBody>
          <a:bodyPr wrap="square">
            <a:spAutoFit/>
          </a:bodyPr>
          <a:lstStyle/>
          <a:p>
            <a:pPr algn="l"/>
            <a:r>
              <a:rPr sz="1000" b="1" i="0">
                <a:solidFill>
                  <a:srgbClr val="005AAB"/>
                </a:solidFill>
                <a:latin typeface="Source Sans Pro"/>
              </a:rPr>
              <a:t>Cons</a:t>
            </a:r>
          </a:p>
        </p:txBody>
      </p:sp>
      <p:sp>
        <p:nvSpPr>
          <p:cNvPr id="11" name="TextBox 10"/>
          <p:cNvSpPr txBox="1"/>
          <p:nvPr/>
        </p:nvSpPr>
        <p:spPr>
          <a:xfrm>
            <a:off x="832104" y="1325880"/>
            <a:ext cx="1143000" cy="274320"/>
          </a:xfrm>
          <a:prstGeom prst="rect">
            <a:avLst/>
          </a:prstGeom>
          <a:noFill/>
        </p:spPr>
        <p:txBody>
          <a:bodyPr wrap="square">
            <a:spAutoFit/>
          </a:bodyPr>
          <a:lstStyle/>
          <a:p>
            <a:pPr algn="l"/>
            <a:r>
              <a:rPr sz="1000" b="1" i="0">
                <a:solidFill>
                  <a:srgbClr val="005AAB"/>
                </a:solidFill>
                <a:latin typeface="Source Sans Pro"/>
              </a:rPr>
              <a:t>✔ Option 1</a:t>
            </a:r>
          </a:p>
          <a:p>
            <a:pPr algn="l"/>
            <a:r>
              <a:rPr sz="1000" b="1" i="0">
                <a:solidFill>
                  <a:srgbClr val="005AAB"/>
                </a:solidFill>
                <a:latin typeface="Source Sans Pro"/>
              </a:rPr>
              <a:t>(Recommended)</a:t>
            </a:r>
          </a:p>
        </p:txBody>
      </p:sp>
      <p:sp>
        <p:nvSpPr>
          <p:cNvPr id="12" name="TextBox 11"/>
          <p:cNvSpPr txBox="1"/>
          <p:nvPr/>
        </p:nvSpPr>
        <p:spPr>
          <a:xfrm>
            <a:off x="2020824" y="1325880"/>
            <a:ext cx="3429000" cy="274320"/>
          </a:xfrm>
          <a:prstGeom prst="rect">
            <a:avLst/>
          </a:prstGeom>
          <a:noFill/>
        </p:spPr>
        <p:txBody>
          <a:bodyPr wrap="square">
            <a:spAutoFit/>
          </a:bodyPr>
          <a:lstStyle/>
          <a:p>
            <a:pPr algn="l"/>
            <a:r>
              <a:rPr sz="1000" b="0" i="0">
                <a:solidFill>
                  <a:srgbClr val="000000"/>
                </a:solidFill>
                <a:latin typeface="Source Sans Pro"/>
              </a:rPr>
              <a:t>Azure DevOps Multi-Stage Pipeline with Manual Approval Gates</a:t>
            </a:r>
          </a:p>
          <a:p>
            <a:pPr algn="l"/>
            <a:r>
              <a:rPr sz="1000" b="0" i="0">
                <a:solidFill>
                  <a:srgbClr val="000000"/>
                </a:solidFill>
                <a:latin typeface="Source Sans Pro"/>
              </a:rPr>
              <a:t>• Stage 1: Build &amp; Sign (PR merge → main)</a:t>
            </a:r>
          </a:p>
          <a:p>
            <a:pPr algn="l"/>
            <a:r>
              <a:rPr sz="1000" b="0" i="0">
                <a:solidFill>
                  <a:srgbClr val="000000"/>
                </a:solidFill>
                <a:latin typeface="Source Sans Pro"/>
              </a:rPr>
              <a:t>• Stage 2: Test env + Synthetic Email Eval Suite (100 labelled emails)</a:t>
            </a:r>
          </a:p>
          <a:p>
            <a:pPr algn="l"/>
            <a:r>
              <a:rPr sz="1000" b="0" i="0">
                <a:solidFill>
                  <a:srgbClr val="000000"/>
                </a:solidFill>
                <a:latin typeface="Source Sans Pro"/>
              </a:rPr>
              <a:t>• Stage 3: Pre-Prod — manual gate (AO team lead approval)</a:t>
            </a:r>
          </a:p>
          <a:p>
            <a:pPr algn="l"/>
            <a:r>
              <a:rPr sz="1000" b="0" i="0">
                <a:solidFill>
                  <a:srgbClr val="000000"/>
                </a:solidFill>
                <a:latin typeface="Source Sans Pro"/>
              </a:rPr>
              <a:t>• Stage 4: Prod Canary — double gate (AO lead + Ops)</a:t>
            </a:r>
          </a:p>
        </p:txBody>
      </p:sp>
      <p:sp>
        <p:nvSpPr>
          <p:cNvPr id="13" name="TextBox 12"/>
          <p:cNvSpPr txBox="1"/>
          <p:nvPr/>
        </p:nvSpPr>
        <p:spPr>
          <a:xfrm>
            <a:off x="5495544" y="1325880"/>
            <a:ext cx="2880360" cy="274320"/>
          </a:xfrm>
          <a:prstGeom prst="rect">
            <a:avLst/>
          </a:prstGeom>
          <a:noFill/>
        </p:spPr>
        <p:txBody>
          <a:bodyPr wrap="square">
            <a:spAutoFit/>
          </a:bodyPr>
          <a:lstStyle/>
          <a:p>
            <a:pPr algn="l"/>
            <a:r>
              <a:rPr sz="1000" b="0" i="0">
                <a:solidFill>
                  <a:srgbClr val="000000"/>
                </a:solidFill>
                <a:latin typeface="Source Sans Pro"/>
              </a:rPr>
              <a:t>• All gates recorded in Azure DevOps + registry DB</a:t>
            </a:r>
          </a:p>
          <a:p>
            <a:pPr algn="l"/>
            <a:r>
              <a:rPr sz="1000" b="0" i="0">
                <a:solidFill>
                  <a:srgbClr val="000000"/>
                </a:solidFill>
                <a:latin typeface="Source Sans Pro"/>
              </a:rPr>
              <a:t>• ISO 27001 change audit trail</a:t>
            </a:r>
          </a:p>
          <a:p>
            <a:pPr algn="l"/>
            <a:r>
              <a:rPr sz="1000" b="0" i="0">
                <a:solidFill>
                  <a:srgbClr val="000000"/>
                </a:solidFill>
                <a:latin typeface="Source Sans Pro"/>
              </a:rPr>
              <a:t>• Environment isolation (separate ACA env, SB namespace, AOAI quota pool)</a:t>
            </a:r>
          </a:p>
          <a:p>
            <a:pPr algn="l"/>
            <a:r>
              <a:rPr sz="1000" b="0" i="0">
                <a:solidFill>
                  <a:srgbClr val="000000"/>
                </a:solidFill>
                <a:latin typeface="Source Sans Pro"/>
              </a:rPr>
              <a:t>• Double approval prevents unilateral prod deploy</a:t>
            </a:r>
          </a:p>
        </p:txBody>
      </p:sp>
      <p:sp>
        <p:nvSpPr>
          <p:cNvPr id="14" name="TextBox 13"/>
          <p:cNvSpPr txBox="1"/>
          <p:nvPr/>
        </p:nvSpPr>
        <p:spPr>
          <a:xfrm>
            <a:off x="8421624" y="1325880"/>
            <a:ext cx="2880360" cy="274320"/>
          </a:xfrm>
          <a:prstGeom prst="rect">
            <a:avLst/>
          </a:prstGeom>
          <a:noFill/>
        </p:spPr>
        <p:txBody>
          <a:bodyPr wrap="square">
            <a:spAutoFit/>
          </a:bodyPr>
          <a:lstStyle/>
          <a:p>
            <a:pPr algn="l"/>
            <a:r>
              <a:rPr sz="1000" b="0" i="0">
                <a:solidFill>
                  <a:srgbClr val="000000"/>
                </a:solidFill>
                <a:latin typeface="Source Sans Pro"/>
              </a:rPr>
              <a:t>• Patch can take 24–72 h from merge to full prod (approval turnaround)</a:t>
            </a:r>
          </a:p>
          <a:p>
            <a:pPr algn="l"/>
            <a:r>
              <a:rPr sz="1000" b="0" i="0">
                <a:solidFill>
                  <a:srgbClr val="000000"/>
                </a:solidFill>
                <a:latin typeface="Source Sans Pro"/>
              </a:rPr>
              <a:t>• Synthetic eval dataset requires ongoing curation</a:t>
            </a:r>
          </a:p>
        </p:txBody>
      </p:sp>
      <p:sp>
        <p:nvSpPr>
          <p:cNvPr id="15" name="TextBox 14"/>
          <p:cNvSpPr txBox="1"/>
          <p:nvPr/>
        </p:nvSpPr>
        <p:spPr>
          <a:xfrm>
            <a:off x="832104" y="1618488"/>
            <a:ext cx="1143000" cy="274320"/>
          </a:xfrm>
          <a:prstGeom prst="rect">
            <a:avLst/>
          </a:prstGeom>
          <a:noFill/>
        </p:spPr>
        <p:txBody>
          <a:bodyPr wrap="square">
            <a:spAutoFit/>
          </a:bodyPr>
          <a:lstStyle/>
          <a:p>
            <a:pPr algn="l"/>
            <a:r>
              <a:rPr sz="1000" b="0" i="0">
                <a:solidFill>
                  <a:srgbClr val="000000"/>
                </a:solidFill>
                <a:latin typeface="Source Sans Pro"/>
              </a:rPr>
              <a:t>Option 2</a:t>
            </a:r>
          </a:p>
        </p:txBody>
      </p:sp>
      <p:sp>
        <p:nvSpPr>
          <p:cNvPr id="16" name="TextBox 15"/>
          <p:cNvSpPr txBox="1"/>
          <p:nvPr/>
        </p:nvSpPr>
        <p:spPr>
          <a:xfrm>
            <a:off x="2020824" y="1618488"/>
            <a:ext cx="3429000" cy="274320"/>
          </a:xfrm>
          <a:prstGeom prst="rect">
            <a:avLst/>
          </a:prstGeom>
          <a:noFill/>
        </p:spPr>
        <p:txBody>
          <a:bodyPr wrap="square">
            <a:spAutoFit/>
          </a:bodyPr>
          <a:lstStyle/>
          <a:p>
            <a:pPr algn="l"/>
            <a:r>
              <a:rPr sz="1000" b="0" i="0">
                <a:solidFill>
                  <a:srgbClr val="000000"/>
                </a:solidFill>
                <a:latin typeface="Source Sans Pro"/>
              </a:rPr>
              <a:t>GitHub Actions + Environment Protection Rules</a:t>
            </a:r>
          </a:p>
        </p:txBody>
      </p:sp>
      <p:sp>
        <p:nvSpPr>
          <p:cNvPr id="17" name="TextBox 16"/>
          <p:cNvSpPr txBox="1"/>
          <p:nvPr/>
        </p:nvSpPr>
        <p:spPr>
          <a:xfrm>
            <a:off x="5495544" y="1618488"/>
            <a:ext cx="2880360" cy="274320"/>
          </a:xfrm>
          <a:prstGeom prst="rect">
            <a:avLst/>
          </a:prstGeom>
          <a:noFill/>
        </p:spPr>
        <p:txBody>
          <a:bodyPr wrap="square">
            <a:spAutoFit/>
          </a:bodyPr>
          <a:lstStyle/>
          <a:p>
            <a:pPr algn="l"/>
            <a:r>
              <a:rPr sz="1000" b="0" i="0">
                <a:solidFill>
                  <a:srgbClr val="000000"/>
                </a:solidFill>
                <a:latin typeface="Source Sans Pro"/>
              </a:rPr>
              <a:t>• Better developer experience; native PR integration</a:t>
            </a:r>
          </a:p>
        </p:txBody>
      </p:sp>
      <p:sp>
        <p:nvSpPr>
          <p:cNvPr id="18" name="TextBox 17"/>
          <p:cNvSpPr txBox="1"/>
          <p:nvPr/>
        </p:nvSpPr>
        <p:spPr>
          <a:xfrm>
            <a:off x="8421624" y="1618488"/>
            <a:ext cx="2880360" cy="274320"/>
          </a:xfrm>
          <a:prstGeom prst="rect">
            <a:avLst/>
          </a:prstGeom>
          <a:noFill/>
        </p:spPr>
        <p:txBody>
          <a:bodyPr wrap="square">
            <a:spAutoFit/>
          </a:bodyPr>
          <a:lstStyle/>
          <a:p>
            <a:pPr algn="l"/>
            <a:r>
              <a:rPr sz="1000" b="0" i="0">
                <a:solidFill>
                  <a:srgbClr val="000000"/>
                </a:solidFill>
                <a:latin typeface="Source Sans Pro"/>
              </a:rPr>
              <a:t>• Self-hosted runners required in GCC 2.0</a:t>
            </a:r>
          </a:p>
          <a:p>
            <a:pPr algn="l"/>
            <a:r>
              <a:rPr sz="1000" b="0" i="0">
                <a:solidFill>
                  <a:srgbClr val="000000"/>
                </a:solidFill>
                <a:latin typeface="Source Sans Pro"/>
              </a:rPr>
              <a:t>• Introduces second CI/CD platform to govern</a:t>
            </a:r>
          </a:p>
        </p:txBody>
      </p:sp>
      <p:sp>
        <p:nvSpPr>
          <p:cNvPr id="19" name="TextBox 18"/>
          <p:cNvSpPr txBox="1"/>
          <p:nvPr/>
        </p:nvSpPr>
        <p:spPr>
          <a:xfrm>
            <a:off x="832104" y="1911096"/>
            <a:ext cx="1143000" cy="274320"/>
          </a:xfrm>
          <a:prstGeom prst="rect">
            <a:avLst/>
          </a:prstGeom>
          <a:noFill/>
        </p:spPr>
        <p:txBody>
          <a:bodyPr wrap="square">
            <a:spAutoFit/>
          </a:bodyPr>
          <a:lstStyle/>
          <a:p>
            <a:pPr algn="l"/>
            <a:r>
              <a:rPr sz="1000" b="0" i="0">
                <a:solidFill>
                  <a:srgbClr val="000000"/>
                </a:solidFill>
                <a:latin typeface="Source Sans Pro"/>
              </a:rPr>
              <a:t>Option 3</a:t>
            </a:r>
          </a:p>
        </p:txBody>
      </p:sp>
      <p:sp>
        <p:nvSpPr>
          <p:cNvPr id="20" name="TextBox 19"/>
          <p:cNvSpPr txBox="1"/>
          <p:nvPr/>
        </p:nvSpPr>
        <p:spPr>
          <a:xfrm>
            <a:off x="2020824" y="1911096"/>
            <a:ext cx="3429000" cy="274320"/>
          </a:xfrm>
          <a:prstGeom prst="rect">
            <a:avLst/>
          </a:prstGeom>
          <a:noFill/>
        </p:spPr>
        <p:txBody>
          <a:bodyPr wrap="square">
            <a:spAutoFit/>
          </a:bodyPr>
          <a:lstStyle/>
          <a:p>
            <a:pPr algn="l"/>
            <a:r>
              <a:rPr sz="1000" b="0" i="0">
                <a:solidFill>
                  <a:srgbClr val="000000"/>
                </a:solidFill>
                <a:latin typeface="Source Sans Pro"/>
              </a:rPr>
              <a:t>Manual deployment with runbook</a:t>
            </a:r>
          </a:p>
        </p:txBody>
      </p:sp>
      <p:sp>
        <p:nvSpPr>
          <p:cNvPr id="21" name="TextBox 20"/>
          <p:cNvSpPr txBox="1"/>
          <p:nvPr/>
        </p:nvSpPr>
        <p:spPr>
          <a:xfrm>
            <a:off x="5495544" y="1911096"/>
            <a:ext cx="2880360" cy="274320"/>
          </a:xfrm>
          <a:prstGeom prst="rect">
            <a:avLst/>
          </a:prstGeom>
          <a:noFill/>
        </p:spPr>
        <p:txBody>
          <a:bodyPr wrap="square">
            <a:spAutoFit/>
          </a:bodyPr>
          <a:lstStyle/>
          <a:p>
            <a:pPr algn="l"/>
            <a:r>
              <a:rPr sz="1000" b="0" i="0">
                <a:solidFill>
                  <a:srgbClr val="000000"/>
                </a:solidFill>
                <a:latin typeface="Source Sans Pro"/>
              </a:rPr>
              <a:t>• No CI/CD infra to maintain</a:t>
            </a:r>
          </a:p>
        </p:txBody>
      </p:sp>
      <p:sp>
        <p:nvSpPr>
          <p:cNvPr id="22" name="TextBox 21"/>
          <p:cNvSpPr txBox="1"/>
          <p:nvPr/>
        </p:nvSpPr>
        <p:spPr>
          <a:xfrm>
            <a:off x="8421624" y="1911096"/>
            <a:ext cx="2880360" cy="274320"/>
          </a:xfrm>
          <a:prstGeom prst="rect">
            <a:avLst/>
          </a:prstGeom>
          <a:noFill/>
        </p:spPr>
        <p:txBody>
          <a:bodyPr wrap="square">
            <a:spAutoFit/>
          </a:bodyPr>
          <a:lstStyle/>
          <a:p>
            <a:pPr algn="l"/>
            <a:r>
              <a:rPr sz="1000" b="0" i="0">
                <a:solidFill>
                  <a:srgbClr val="000000"/>
                </a:solidFill>
                <a:latin typeface="Source Sans Pro"/>
              </a:rPr>
              <a:t>• No automated eval gate</a:t>
            </a:r>
          </a:p>
          <a:p>
            <a:pPr algn="l"/>
            <a:r>
              <a:rPr sz="1000" b="0" i="0">
                <a:solidFill>
                  <a:srgbClr val="000000"/>
                </a:solidFill>
                <a:latin typeface="Source Sans Pro"/>
              </a:rPr>
              <a:t>• Fails ISO 27001 change management</a:t>
            </a:r>
          </a:p>
          <a:p>
            <a:pPr algn="l"/>
            <a:r>
              <a:rPr sz="1000" b="0" i="0">
                <a:solidFill>
                  <a:srgbClr val="000000"/>
                </a:solidFill>
                <a:latin typeface="Source Sans Pro"/>
              </a:rPr>
              <a:t>• Image signing skipped under time pressure</a:t>
            </a:r>
          </a:p>
        </p:txBody>
      </p:sp>
      <p:sp>
        <p:nvSpPr>
          <p:cNvPr id="23" name="TextBox 22"/>
          <p:cNvSpPr txBox="1"/>
          <p:nvPr/>
        </p:nvSpPr>
        <p:spPr>
          <a:xfrm>
            <a:off x="832104" y="5394960"/>
            <a:ext cx="10515600" cy="457200"/>
          </a:xfrm>
          <a:prstGeom prst="rect">
            <a:avLst/>
          </a:prstGeom>
          <a:noFill/>
        </p:spPr>
        <p:txBody>
          <a:bodyPr wrap="square">
            <a:spAutoFit/>
          </a:bodyPr>
          <a:lstStyle/>
          <a:p>
            <a:pPr algn="l"/>
            <a:r>
              <a:rPr sz="1000" b="1" i="0">
                <a:solidFill>
                  <a:srgbClr val="005AAB"/>
                </a:solidFill>
                <a:latin typeface="Source Sans Pro"/>
              </a:rPr>
              <a:t>IRAS Recommendation: Option 1 — Azure DevOps is within existing GCC 2.0 governance boundary; the pipeline encodes eval thresholds as automated enforcement, not a policy document.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Testing Strategy: Blue-Green + Canary Deployment</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Release Management</a:t>
            </a:r>
          </a:p>
        </p:txBody>
      </p:sp>
      <p:sp>
        <p:nvSpPr>
          <p:cNvPr id="6" name="TextBox 5"/>
          <p:cNvSpPr txBox="1"/>
          <p:nvPr/>
        </p:nvSpPr>
        <p:spPr>
          <a:xfrm>
            <a:off x="832104" y="685800"/>
            <a:ext cx="10515600" cy="5303520"/>
          </a:xfrm>
          <a:prstGeom prst="rect">
            <a:avLst/>
          </a:prstGeom>
          <a:noFill/>
        </p:spPr>
        <p:txBody>
          <a:bodyPr wrap="square">
            <a:spAutoFit/>
          </a:bodyPr>
          <a:lstStyle/>
          <a:p>
            <a:pPr algn="l"/>
            <a:r>
              <a:rPr sz="1050" b="0" i="0">
                <a:latin typeface="Source Sans Pro"/>
              </a:rPr>
              <a:t>Options Comparison</a:t>
            </a:r>
          </a:p>
          <a:p>
            <a:pPr algn="l"/>
            <a:r>
              <a:rPr sz="1050" b="0" i="0">
                <a:latin typeface="Source Sans Pro"/>
              </a:rPr>
              <a:t/>
            </a:r>
          </a:p>
          <a:p>
            <a:pPr algn="l"/>
            <a:r>
              <a:rPr sz="1050" b="0" i="0">
                <a:latin typeface="Source Sans Pro"/>
              </a:rPr>
              <a:t>✔ Option 1 (Recommended) — Blue-Green with Canary (ACA Traffic Weight Splitting)</a:t>
            </a:r>
          </a:p>
          <a:p>
            <a:pPr algn="l"/>
            <a:r>
              <a:rPr sz="1050" b="0" i="0">
                <a:latin typeface="Source Sans Pro"/>
              </a:rPr>
              <a:t>  • New agent version deployed as a new ACA revision; initially receives 10% of live traffic</a:t>
            </a:r>
          </a:p>
          <a:p>
            <a:pPr algn="l"/>
            <a:r>
              <a:rPr sz="1050" b="0" i="0">
                <a:latin typeface="Source Sans Pro"/>
              </a:rPr>
              <a:t>  • Canary window: 24–48 hours; promotion criteria checked before full rollout</a:t>
            </a:r>
          </a:p>
          <a:p>
            <a:pPr algn="l"/>
            <a:r>
              <a:rPr sz="1050" b="0" i="0">
                <a:latin typeface="Source Sans Pro"/>
              </a:rPr>
              <a:t>  • Canary promotion criteria: error rate ≤ blue, P95 latency ≤ blue +10%, eval composite score ≥ blue –2%, no behavioral anomaly alerts</a:t>
            </a:r>
          </a:p>
          <a:p>
            <a:pPr algn="l"/>
            <a:r>
              <a:rPr sz="1050" b="0" i="0">
                <a:latin typeface="Source Sans Pro"/>
              </a:rPr>
              <a:t>  • Rollback: set canary traffic weight to 0%; no redeployment needed</a:t>
            </a:r>
          </a:p>
          <a:p>
            <a:pPr algn="l"/>
            <a:r>
              <a:rPr sz="1050" b="0" i="0">
                <a:latin typeface="Source Sans Pro"/>
              </a:rPr>
              <a:t>  Pros: Real taxpayer email exposure at low volume; non-deterministic LLM behaviour surfaces only in live data; instant rollback</a:t>
            </a:r>
          </a:p>
          <a:p>
            <a:pPr algn="l"/>
            <a:r>
              <a:rPr sz="1050" b="0" i="0">
                <a:latin typeface="Source Sans Pro"/>
              </a:rPr>
              <a:t>  Cons: Requires ACA traffic splitting infrastructure; two versions process emails simultaneously during canary window</a:t>
            </a:r>
          </a:p>
          <a:p>
            <a:pPr algn="l"/>
            <a:r>
              <a:rPr sz="1050" b="0" i="0">
                <a:latin typeface="Source Sans Pro"/>
              </a:rPr>
              <a:t/>
            </a:r>
          </a:p>
          <a:p>
            <a:pPr algn="l"/>
            <a:r>
              <a:rPr sz="1050" b="0" i="0">
                <a:latin typeface="Source Sans Pro"/>
              </a:rPr>
              <a:t>Option 2 — Blue-Green Switch (All-or-Nothing Cutover)</a:t>
            </a:r>
          </a:p>
          <a:p>
            <a:pPr algn="l"/>
            <a:r>
              <a:rPr sz="1050" b="0" i="0">
                <a:latin typeface="Source Sans Pro"/>
              </a:rPr>
              <a:t>  Cons: Too risky for LLMs; subtle hallucinations may not surface in staging; 100% of emails immediately on new version</a:t>
            </a:r>
          </a:p>
          <a:p>
            <a:pPr algn="l"/>
            <a:r>
              <a:rPr sz="1050" b="0" i="0">
                <a:latin typeface="Source Sans Pro"/>
              </a:rPr>
              <a:t/>
            </a:r>
          </a:p>
          <a:p>
            <a:pPr algn="l"/>
            <a:r>
              <a:rPr sz="1050" b="0" i="0">
                <a:latin typeface="Source Sans Pro"/>
              </a:rPr>
              <a:t>Option 3 — Shadow Mode (Parallel Run without Serving)</a:t>
            </a:r>
          </a:p>
          <a:p>
            <a:pPr algn="l"/>
            <a:r>
              <a:rPr sz="1050" b="0" i="0">
                <a:latin typeface="Source Sans Pro"/>
              </a:rPr>
              <a:t>  Pros: No risk to taxpayer emails during testing</a:t>
            </a:r>
          </a:p>
          <a:p>
            <a:pPr algn="l"/>
            <a:r>
              <a:rPr sz="1050" b="0" i="0">
                <a:latin typeface="Source Sans Pro"/>
              </a:rPr>
              <a:t>  Cons: Shadow traffic does not surface all production failure modes; does not validate tool calls that require real data responses</a:t>
            </a:r>
          </a:p>
          <a:p>
            <a:pPr algn="l"/>
            <a:r>
              <a:rPr sz="1050" b="0" i="0">
                <a:latin typeface="Source Sans Pro"/>
              </a:rPr>
              <a:t/>
            </a:r>
          </a:p>
          <a:p>
            <a:pPr algn="l"/>
            <a:r>
              <a:rPr sz="1050" b="0" i="0">
                <a:latin typeface="Source Sans Pro"/>
              </a:rPr>
              <a:t>IRAS Recommendation: Option 1. LLMs are non-deterministic; the 10% canary at low volume is the safest path to real-world validation.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EvalOps: Continuous Quality Evaluation</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Monitoring &amp; Observability</a:t>
            </a:r>
          </a:p>
        </p:txBody>
      </p:sp>
      <p:sp>
        <p:nvSpPr>
          <p:cNvPr id="6" name="TextBox 5"/>
          <p:cNvSpPr txBox="1"/>
          <p:nvPr/>
        </p:nvSpPr>
        <p:spPr>
          <a:xfrm>
            <a:off x="832104" y="685800"/>
            <a:ext cx="10515600" cy="5394960"/>
          </a:xfrm>
          <a:prstGeom prst="rect">
            <a:avLst/>
          </a:prstGeom>
          <a:noFill/>
        </p:spPr>
        <p:txBody>
          <a:bodyPr wrap="square">
            <a:spAutoFit/>
          </a:bodyPr>
          <a:lstStyle/>
          <a:p>
            <a:pPr algn="l"/>
            <a:r>
              <a:rPr sz="1050" b="0" i="0">
                <a:latin typeface="Source Sans Pro"/>
              </a:rPr>
              <a:t>Options Comparison</a:t>
            </a:r>
          </a:p>
          <a:p>
            <a:pPr algn="l"/>
            <a:r>
              <a:rPr sz="1050" b="0" i="0">
                <a:latin typeface="Source Sans Pro"/>
              </a:rPr>
              <a:t/>
            </a:r>
          </a:p>
          <a:p>
            <a:pPr algn="l"/>
            <a:r>
              <a:rPr sz="1050" b="0" i="0">
                <a:latin typeface="Source Sans Pro"/>
              </a:rPr>
              <a:t>✔ Option 1 (Recommended) — Azure AI Evaluation SDK + LLM-as-a-Judge (GPT-4o) + Langfuse (self-hosted)</a:t>
            </a:r>
          </a:p>
          <a:p>
            <a:pPr algn="l"/>
            <a:r>
              <a:rPr sz="1050" b="0" i="0">
                <a:latin typeface="Source Sans Pro"/>
              </a:rPr>
              <a:t>  Evaluation metrics per agent run:</a:t>
            </a:r>
          </a:p>
          <a:p>
            <a:pPr algn="l"/>
            <a:r>
              <a:rPr sz="1050" b="0" i="0">
                <a:latin typeface="Source Sans Pro"/>
              </a:rPr>
              <a:t>  • Faithfulness (groundedness): % of response claims supported by retrieved context</a:t>
            </a:r>
          </a:p>
          <a:p>
            <a:pPr algn="l"/>
            <a:r>
              <a:rPr sz="1050" b="0" i="0">
                <a:latin typeface="Source Sans Pro"/>
              </a:rPr>
              <a:t>  • Answer relevance: alignment between response and the taxpayer's query</a:t>
            </a:r>
          </a:p>
          <a:p>
            <a:pPr algn="l"/>
            <a:r>
              <a:rPr sz="1050" b="0" i="0">
                <a:latin typeface="Source Sans Pro"/>
              </a:rPr>
              <a:t>  • Task completion: did the agent call the correct tools in the correct order?</a:t>
            </a:r>
          </a:p>
          <a:p>
            <a:pPr algn="l"/>
            <a:r>
              <a:rPr sz="1050" b="0" i="0">
                <a:latin typeface="Source Sans Pro"/>
              </a:rPr>
              <a:t>  • Hallucination rate: unsupported factual claims flagged by GPT-4o judge</a:t>
            </a:r>
          </a:p>
          <a:p>
            <a:pPr algn="l"/>
            <a:r>
              <a:rPr sz="1050" b="0" i="0">
                <a:latin typeface="Source Sans Pro"/>
              </a:rPr>
              <a:t>  • Tool-call accuracy (deterministic): pytest assertions on tool call sequence</a:t>
            </a:r>
          </a:p>
          <a:p>
            <a:pPr algn="l"/>
            <a:r>
              <a:rPr sz="1050" b="0" i="0">
                <a:latin typeface="Source Sans Pro"/>
              </a:rPr>
              <a:t>  Evaluation runs in CI (per PR) and in production (sampled real traces via Langfuse)</a:t>
            </a:r>
          </a:p>
          <a:p>
            <a:pPr algn="l"/>
            <a:r>
              <a:rPr sz="1050" b="0" i="0">
                <a:latin typeface="Source Sans Pro"/>
              </a:rPr>
              <a:t>  CI gate: block promotion if composite score drops &gt;5% vs current active version</a:t>
            </a:r>
          </a:p>
          <a:p>
            <a:pPr algn="l"/>
            <a:r>
              <a:rPr sz="1050" b="0" i="0">
                <a:latin typeface="Source Sans Pro"/>
              </a:rPr>
              <a:t>  Pros: Scalable, automated, catches semantic regressions not visible in unit tests</a:t>
            </a:r>
          </a:p>
          <a:p>
            <a:pPr algn="l"/>
            <a:r>
              <a:rPr sz="1050" b="0" i="0">
                <a:latin typeface="Source Sans Pro"/>
              </a:rPr>
              <a:t>  Cons: LLM-as-judge has slight verbosity bias; judge model cost (~USD 10–30/month)</a:t>
            </a:r>
          </a:p>
          <a:p>
            <a:pPr algn="l"/>
            <a:r>
              <a:rPr sz="1050" b="0" i="0">
                <a:latin typeface="Source Sans Pro"/>
              </a:rPr>
              <a:t/>
            </a:r>
          </a:p>
          <a:p>
            <a:pPr algn="l"/>
            <a:r>
              <a:rPr sz="1050" b="0" i="0">
                <a:latin typeface="Source Sans Pro"/>
              </a:rPr>
              <a:t>Option 2 — Deterministic Unit Testing Only</a:t>
            </a:r>
          </a:p>
          <a:p>
            <a:pPr algn="l"/>
            <a:r>
              <a:rPr sz="1050" b="0" i="0">
                <a:latin typeface="Source Sans Pro"/>
              </a:rPr>
              <a:t>  Pros: Cheap and fast   Cons: Cannot catch reasoning quality regressions or hallucinations</a:t>
            </a:r>
          </a:p>
          <a:p>
            <a:pPr algn="l"/>
            <a:r>
              <a:rPr sz="1050" b="0" i="0">
                <a:latin typeface="Source Sans Pro"/>
              </a:rPr>
              <a:t/>
            </a:r>
          </a:p>
          <a:p>
            <a:pPr algn="l"/>
            <a:r>
              <a:rPr sz="1050" b="0" i="0">
                <a:latin typeface="Source Sans Pro"/>
              </a:rPr>
              <a:t>Option 3 — Human Officer Spot-Audit Only</a:t>
            </a:r>
          </a:p>
          <a:p>
            <a:pPr algn="l"/>
            <a:r>
              <a:rPr sz="1050" b="0" i="0">
                <a:latin typeface="Source Sans Pro"/>
              </a:rPr>
              <a:t>  Cons: Reactive; errors are found after taxpayer impact; not scalable</a:t>
            </a:r>
          </a:p>
          <a:p>
            <a:pPr algn="l"/>
            <a:r>
              <a:rPr sz="1050" b="0" i="0">
                <a:latin typeface="Source Sans Pro"/>
              </a:rPr>
              <a:t/>
            </a:r>
          </a:p>
          <a:p>
            <a:pPr algn="l"/>
            <a:r>
              <a:rPr sz="1050" b="0" i="0">
                <a:latin typeface="Source Sans Pro"/>
              </a:rPr>
              <a:t>IRAS Recommendation: Option 1, supplemented by Option 2 for tool-call structural checks.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Observability &amp; Distributed Tracing</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Monitoring &amp; Observability</a:t>
            </a:r>
          </a:p>
        </p:txBody>
      </p:sp>
      <p:sp>
        <p:nvSpPr>
          <p:cNvPr id="6" name="TextBox 5"/>
          <p:cNvSpPr txBox="1"/>
          <p:nvPr/>
        </p:nvSpPr>
        <p:spPr>
          <a:xfrm>
            <a:off x="832104" y="685800"/>
            <a:ext cx="10515600" cy="5394960"/>
          </a:xfrm>
          <a:prstGeom prst="rect">
            <a:avLst/>
          </a:prstGeom>
          <a:noFill/>
        </p:spPr>
        <p:txBody>
          <a:bodyPr wrap="square">
            <a:spAutoFit/>
          </a:bodyPr>
          <a:lstStyle/>
          <a:p>
            <a:pPr algn="l"/>
            <a:r>
              <a:rPr sz="1050" b="0" i="0">
                <a:latin typeface="Source Sans Pro"/>
              </a:rPr>
              <a:t>Options Comparison</a:t>
            </a:r>
          </a:p>
          <a:p>
            <a:pPr algn="l"/>
            <a:r>
              <a:rPr sz="1050" b="0" i="0">
                <a:latin typeface="Source Sans Pro"/>
              </a:rPr>
              <a:t/>
            </a:r>
          </a:p>
          <a:p>
            <a:pPr algn="l"/>
            <a:r>
              <a:rPr sz="1050" b="0" i="0">
                <a:latin typeface="Source Sans Pro"/>
              </a:rPr>
              <a:t>✔ Option 1 (Recommended) — OpenTelemetry (OTel) + OpenInference Semantic Conventions → Azure Monitor Application Insights + Langfuse (self-hosted)</a:t>
            </a:r>
          </a:p>
          <a:p>
            <a:pPr algn="l"/>
            <a:r>
              <a:rPr sz="1050" b="0" i="0">
                <a:latin typeface="Source Sans Pro"/>
              </a:rPr>
              <a:t/>
            </a:r>
          </a:p>
          <a:p>
            <a:pPr algn="l"/>
            <a:r>
              <a:rPr sz="1050" b="0" i="0">
                <a:latin typeface="Source Sans Pro"/>
              </a:rPr>
              <a:t>  What is instrumented per email processing event:</a:t>
            </a:r>
          </a:p>
          <a:p>
            <a:pPr algn="l"/>
            <a:r>
              <a:rPr sz="1050" b="0" i="0">
                <a:latin typeface="Source Sans Pro"/>
              </a:rPr>
              <a:t>  • Root span: messageId, agentName, agentSemver, sopId, resolutionType</a:t>
            </a:r>
          </a:p>
          <a:p>
            <a:pPr algn="l"/>
            <a:r>
              <a:rPr sz="1050" b="0" i="0">
                <a:latin typeface="Source Sans Pro"/>
              </a:rPr>
              <a:t>  • Child spans per LLM call: model, prompt token count, completion token count, latency</a:t>
            </a:r>
          </a:p>
          <a:p>
            <a:pPr algn="l"/>
            <a:r>
              <a:rPr sz="1050" b="0" i="0">
                <a:latin typeface="Source Sans Pro"/>
              </a:rPr>
              <a:t>  • Child spans per tool call: tool name, input params (anonymised), output summary, latency</a:t>
            </a:r>
          </a:p>
          <a:p>
            <a:pPr algn="l"/>
            <a:r>
              <a:rPr sz="1050" b="0" i="0">
                <a:latin typeface="Source Sans Pro"/>
              </a:rPr>
              <a:t>  • Custom metrics: ao.email.latency_ms, ao.email.tokens.prompt/completion, ao.email.tool_calls.count, ao.email.hitl_escalated</a:t>
            </a:r>
          </a:p>
          <a:p>
            <a:pPr algn="l"/>
            <a:r>
              <a:rPr sz="1050" b="0" i="0">
                <a:latin typeface="Source Sans Pro"/>
              </a:rPr>
              <a:t/>
            </a:r>
          </a:p>
          <a:p>
            <a:pPr algn="l"/>
            <a:r>
              <a:rPr sz="1050" b="0" i="0">
                <a:latin typeface="Source Sans Pro"/>
              </a:rPr>
              <a:t>  Azure Monitor Workbooks surface:</a:t>
            </a:r>
          </a:p>
          <a:p>
            <a:pPr algn="l"/>
            <a:r>
              <a:rPr sz="1050" b="0" i="0">
                <a:latin typeface="Source Sans Pro"/>
              </a:rPr>
              <a:t>  • AO Operations Dashboard: P50/P95 latency, token consumption trends, HITL rate</a:t>
            </a:r>
          </a:p>
          <a:p>
            <a:pPr algn="l"/>
            <a:r>
              <a:rPr sz="1050" b="0" i="0">
                <a:latin typeface="Source Sans Pro"/>
              </a:rPr>
              <a:t>  • Canary vs. Blue revision side-by-side comparison during deployment</a:t>
            </a:r>
          </a:p>
          <a:p>
            <a:pPr algn="l"/>
            <a:r>
              <a:rPr sz="1050" b="0" i="0">
                <a:latin typeface="Source Sans Pro"/>
              </a:rPr>
              <a:t/>
            </a:r>
          </a:p>
          <a:p>
            <a:pPr algn="l"/>
            <a:r>
              <a:rPr sz="1050" b="0" i="0">
                <a:latin typeface="Source Sans Pro"/>
              </a:rPr>
              <a:t>  PII control: all spans are anonymised before export; taxpayer email body and personal data are never in telemetry. Trace IDs link back to the encrypted blob.</a:t>
            </a:r>
          </a:p>
          <a:p>
            <a:pPr algn="l"/>
            <a:r>
              <a:rPr sz="1050" b="0" i="0">
                <a:latin typeface="Source Sans Pro"/>
              </a:rPr>
              <a:t/>
            </a:r>
          </a:p>
          <a:p>
            <a:pPr algn="l"/>
            <a:r>
              <a:rPr sz="1050" b="0" i="0">
                <a:latin typeface="Source Sans Pro"/>
              </a:rPr>
              <a:t>Option 2 — LangSmith (LangChain hosted)</a:t>
            </a:r>
          </a:p>
          <a:p>
            <a:pPr algn="l"/>
            <a:r>
              <a:rPr sz="1050" b="0" i="0">
                <a:latin typeface="Source Sans Pro"/>
              </a:rPr>
              <a:t>  Cons: External SaaS; data residency in GCC 2.0 not guaranteed</a:t>
            </a:r>
          </a:p>
          <a:p>
            <a:pPr algn="l"/>
            <a:r>
              <a:rPr sz="1050" b="0" i="0">
                <a:latin typeface="Source Sans Pro"/>
              </a:rPr>
              <a:t/>
            </a:r>
          </a:p>
          <a:p>
            <a:pPr algn="l"/>
            <a:r>
              <a:rPr sz="1050" b="0" i="0">
                <a:latin typeface="Source Sans Pro"/>
              </a:rPr>
              <a:t>Option 3 — Standard application logs only</a:t>
            </a:r>
          </a:p>
          <a:p>
            <a:pPr algn="l"/>
            <a:r>
              <a:rPr sz="1050" b="0" i="0">
                <a:latin typeface="Source Sans Pro"/>
              </a:rPr>
              <a:t>  Cons: Cannot reconstruct agent reasoning chain; hallucinations are undebuggable post-mortem</a:t>
            </a:r>
          </a:p>
          <a:p>
            <a:pPr algn="l"/>
            <a:r>
              <a:rPr sz="1050" b="0" i="0">
                <a:latin typeface="Source Sans Pro"/>
              </a:rPr>
              <a:t/>
            </a:r>
          </a:p>
          <a:p>
            <a:pPr algn="l"/>
            <a:r>
              <a:rPr sz="1050" b="0" i="0">
                <a:latin typeface="Source Sans Pro"/>
              </a:rPr>
              <a:t>IRAS Recommendation: Option 1. Self-hosted Langfuse keeps trace data within GCC 2.0 boundary.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Behavioural Auditing, Traceability &amp; Anomaly Detection</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Monitoring &amp; Observability</a:t>
            </a:r>
          </a:p>
        </p:txBody>
      </p:sp>
      <p:sp>
        <p:nvSpPr>
          <p:cNvPr id="6" name="TextBox 5"/>
          <p:cNvSpPr txBox="1"/>
          <p:nvPr/>
        </p:nvSpPr>
        <p:spPr>
          <a:xfrm>
            <a:off x="832104" y="685800"/>
            <a:ext cx="10515600" cy="5303520"/>
          </a:xfrm>
          <a:prstGeom prst="rect">
            <a:avLst/>
          </a:prstGeom>
          <a:noFill/>
        </p:spPr>
        <p:txBody>
          <a:bodyPr wrap="square">
            <a:spAutoFit/>
          </a:bodyPr>
          <a:lstStyle/>
          <a:p>
            <a:pPr algn="l"/>
            <a:r>
              <a:rPr sz="1050" b="0" i="0">
                <a:latin typeface="Source Sans Pro"/>
              </a:rPr>
              <a:t>Behavioural Audit (Append-Only Cosmos DB Ledger)</a:t>
            </a:r>
          </a:p>
          <a:p>
            <a:pPr algn="l"/>
            <a:r>
              <a:rPr sz="1050" b="0" i="0">
                <a:latin typeface="Source Sans Pro"/>
              </a:rPr>
              <a:t>  Every agent decision step is written to an append-only Cosmos DB audit ledger:</a:t>
            </a:r>
          </a:p>
          <a:p>
            <a:pPr algn="l"/>
            <a:r>
              <a:rPr sz="1050" b="0" i="0">
                <a:latin typeface="Source Sans Pro"/>
              </a:rPr>
              <a:t>  • Fields: messageId, agentName, agentSemver, stepType, inputSummary (anonymised), outputSummary (anonymised), toolName, riskScore, aigpDecision, timestamp</a:t>
            </a:r>
          </a:p>
          <a:p>
            <a:pPr algn="l"/>
            <a:r>
              <a:rPr sz="1050" b="0" i="0">
                <a:latin typeface="Source Sans Pro"/>
              </a:rPr>
              <a:t>  • Ledger is write-once; no UPDATE or DELETE is permitted (PDPA / IM8 compliant)</a:t>
            </a:r>
          </a:p>
          <a:p>
            <a:pPr algn="l"/>
            <a:r>
              <a:rPr sz="1050" b="0" i="0">
                <a:latin typeface="Source Sans Pro"/>
              </a:rPr>
              <a:t>  • Anonymised telemetry stream emitted to Event Hubs for SOC consumption</a:t>
            </a:r>
          </a:p>
          <a:p>
            <a:pPr algn="l"/>
            <a:r>
              <a:rPr sz="1050" b="0" i="0">
                <a:latin typeface="Source Sans Pro"/>
              </a:rPr>
              <a:t>  • Audit ledger retained for 7 years (IM8 / WOG record retention requirement)</a:t>
            </a:r>
          </a:p>
          <a:p>
            <a:pPr algn="l"/>
            <a:r>
              <a:rPr sz="1050" b="0" i="0">
                <a:latin typeface="Source Sans Pro"/>
              </a:rPr>
              <a:t/>
            </a:r>
          </a:p>
          <a:p>
            <a:pPr algn="l"/>
            <a:r>
              <a:rPr sz="1050" b="0" i="0">
                <a:latin typeface="Source Sans Pro"/>
              </a:rPr>
              <a:t>Behavioural Anomaly Detection (Embedding-Based Baseline)</a:t>
            </a:r>
          </a:p>
          <a:p>
            <a:pPr algn="l"/>
            <a:r>
              <a:rPr sz="1050" b="0" i="0">
                <a:latin typeface="Source Sans Pro"/>
              </a:rPr>
              <a:t>  • During CI evaluation, a 'normal behavioural baseline' is generated: each agent's tool-call sequences across synthetic emails are embedded using text-embedding-3-small and stored as a reference distribution</a:t>
            </a:r>
          </a:p>
          <a:p>
            <a:pPr algn="l"/>
            <a:r>
              <a:rPr sz="1050" b="0" i="0">
                <a:latin typeface="Source Sans Pro"/>
              </a:rPr>
              <a:t>  • In production, each completed trace is embedded and its cosine distance from the baseline distribution is computed</a:t>
            </a:r>
          </a:p>
          <a:p>
            <a:pPr algn="l"/>
            <a:r>
              <a:rPr sz="1050" b="0" i="0">
                <a:latin typeface="Source Sans Pro"/>
              </a:rPr>
              <a:t>  • Alert thresholds:</a:t>
            </a:r>
          </a:p>
          <a:p>
            <a:pPr algn="l"/>
            <a:r>
              <a:rPr sz="1050" b="0" i="0">
                <a:latin typeface="Source Sans Pro"/>
              </a:rPr>
              <a:t>      – &gt;20% of traces deviate significantly → P2 alert, AO team notified</a:t>
            </a:r>
          </a:p>
          <a:p>
            <a:pPr algn="l"/>
            <a:r>
              <a:rPr sz="1050" b="0" i="0">
                <a:latin typeface="Source Sans Pro"/>
              </a:rPr>
              <a:t>      – &gt;50% deviation rate → automated Emergency Stop triggered</a:t>
            </a:r>
          </a:p>
          <a:p>
            <a:pPr algn="l"/>
            <a:r>
              <a:rPr sz="1050" b="0" i="0">
                <a:latin typeface="Source Sans Pro"/>
              </a:rPr>
              <a:t/>
            </a:r>
          </a:p>
          <a:p>
            <a:pPr algn="l"/>
            <a:r>
              <a:rPr sz="1050" b="0" i="0">
                <a:latin typeface="Source Sans Pro"/>
              </a:rPr>
              <a:t>Note on CoT visibility: Azure OpenAI gpt-4o does not expose internal chain-of-thought reasoning tokens in the API response. The audit ledger captures the observable inputs and outputs at each LangGraph node step, providing a reconstructable decision trail without requiring internal CoT access.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Human-in-the-Loop (HITL) Management</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320040"/>
          </a:xfrm>
          <a:prstGeom prst="rect">
            <a:avLst/>
          </a:prstGeom>
          <a:noFill/>
        </p:spPr>
        <p:txBody>
          <a:bodyPr wrap="square">
            <a:spAutoFit/>
          </a:bodyPr>
          <a:lstStyle/>
          <a:p>
            <a:pPr algn="l"/>
            <a:r>
              <a:rPr sz="1300" b="1" i="0">
                <a:latin typeface="Source Sans Pro"/>
              </a:rPr>
              <a:t>AIGP Risk-Score-Based Escalation (Risk score 0.00 – 1.00)</a:t>
            </a:r>
          </a:p>
          <a:p>
            <a:pPr algn="l"/>
            <a:r>
              <a:rPr sz="1300" b="1" i="0">
                <a:latin typeface="Source Sans Pro"/>
              </a:rPr>
              <a:t/>
            </a:r>
          </a:p>
        </p:txBody>
      </p:sp>
      <p:sp>
        <p:nvSpPr>
          <p:cNvPr id="7" name="TextBox 6"/>
          <p:cNvSpPr txBox="1"/>
          <p:nvPr/>
        </p:nvSpPr>
        <p:spPr>
          <a:xfrm>
            <a:off x="832104" y="1051560"/>
            <a:ext cx="1783080" cy="320040"/>
          </a:xfrm>
          <a:prstGeom prst="rect">
            <a:avLst/>
          </a:prstGeom>
          <a:noFill/>
        </p:spPr>
        <p:txBody>
          <a:bodyPr wrap="square">
            <a:spAutoFit/>
          </a:bodyPr>
          <a:lstStyle/>
          <a:p>
            <a:pPr algn="l"/>
            <a:r>
              <a:rPr sz="1000" b="1" i="0">
                <a:solidFill>
                  <a:srgbClr val="005AAB"/>
                </a:solidFill>
                <a:latin typeface="Source Sans Pro"/>
              </a:rPr>
              <a:t>Risk Score</a:t>
            </a:r>
          </a:p>
        </p:txBody>
      </p:sp>
      <p:sp>
        <p:nvSpPr>
          <p:cNvPr id="8" name="TextBox 7"/>
          <p:cNvSpPr txBox="1"/>
          <p:nvPr/>
        </p:nvSpPr>
        <p:spPr>
          <a:xfrm>
            <a:off x="2660904" y="1051560"/>
            <a:ext cx="2697480" cy="320040"/>
          </a:xfrm>
          <a:prstGeom prst="rect">
            <a:avLst/>
          </a:prstGeom>
          <a:noFill/>
        </p:spPr>
        <p:txBody>
          <a:bodyPr wrap="square">
            <a:spAutoFit/>
          </a:bodyPr>
          <a:lstStyle/>
          <a:p>
            <a:pPr algn="l"/>
            <a:r>
              <a:rPr sz="1000" b="1" i="0">
                <a:solidFill>
                  <a:srgbClr val="005AAB"/>
                </a:solidFill>
                <a:latin typeface="Source Sans Pro"/>
              </a:rPr>
              <a:t>AIGP Decision</a:t>
            </a:r>
          </a:p>
        </p:txBody>
      </p:sp>
      <p:sp>
        <p:nvSpPr>
          <p:cNvPr id="9" name="TextBox 8"/>
          <p:cNvSpPr txBox="1"/>
          <p:nvPr/>
        </p:nvSpPr>
        <p:spPr>
          <a:xfrm>
            <a:off x="5404104" y="1051560"/>
            <a:ext cx="5897880" cy="320040"/>
          </a:xfrm>
          <a:prstGeom prst="rect">
            <a:avLst/>
          </a:prstGeom>
          <a:noFill/>
        </p:spPr>
        <p:txBody>
          <a:bodyPr wrap="square">
            <a:spAutoFit/>
          </a:bodyPr>
          <a:lstStyle/>
          <a:p>
            <a:pPr algn="l"/>
            <a:r>
              <a:rPr sz="1000" b="1" i="0">
                <a:solidFill>
                  <a:srgbClr val="005AAB"/>
                </a:solidFill>
                <a:latin typeface="Source Sans Pro"/>
              </a:rPr>
              <a:t>Example Actions</a:t>
            </a:r>
          </a:p>
        </p:txBody>
      </p:sp>
      <p:sp>
        <p:nvSpPr>
          <p:cNvPr id="10" name="TextBox 9"/>
          <p:cNvSpPr txBox="1"/>
          <p:nvPr/>
        </p:nvSpPr>
        <p:spPr>
          <a:xfrm>
            <a:off x="832104" y="1371600"/>
            <a:ext cx="1783080" cy="274320"/>
          </a:xfrm>
          <a:prstGeom prst="rect">
            <a:avLst/>
          </a:prstGeom>
          <a:noFill/>
        </p:spPr>
        <p:txBody>
          <a:bodyPr wrap="square">
            <a:spAutoFit/>
          </a:bodyPr>
          <a:lstStyle/>
          <a:p>
            <a:pPr algn="l"/>
            <a:r>
              <a:rPr sz="1000" b="0" i="0">
                <a:solidFill>
                  <a:srgbClr val="000000"/>
                </a:solidFill>
                <a:latin typeface="Source Sans Pro"/>
              </a:rPr>
              <a:t>0.00–0.40</a:t>
            </a:r>
          </a:p>
        </p:txBody>
      </p:sp>
      <p:sp>
        <p:nvSpPr>
          <p:cNvPr id="11" name="TextBox 10"/>
          <p:cNvSpPr txBox="1"/>
          <p:nvPr/>
        </p:nvSpPr>
        <p:spPr>
          <a:xfrm>
            <a:off x="2660904" y="1371600"/>
            <a:ext cx="2697480" cy="274320"/>
          </a:xfrm>
          <a:prstGeom prst="rect">
            <a:avLst/>
          </a:prstGeom>
          <a:noFill/>
        </p:spPr>
        <p:txBody>
          <a:bodyPr wrap="square">
            <a:spAutoFit/>
          </a:bodyPr>
          <a:lstStyle/>
          <a:p>
            <a:pPr algn="l"/>
            <a:r>
              <a:rPr sz="1000" b="0" i="0">
                <a:solidFill>
                  <a:srgbClr val="000000"/>
                </a:solidFill>
                <a:latin typeface="Source Sans Pro"/>
              </a:rPr>
              <a:t>AUTO-PERMIT</a:t>
            </a:r>
          </a:p>
        </p:txBody>
      </p:sp>
      <p:sp>
        <p:nvSpPr>
          <p:cNvPr id="12" name="TextBox 11"/>
          <p:cNvSpPr txBox="1"/>
          <p:nvPr/>
        </p:nvSpPr>
        <p:spPr>
          <a:xfrm>
            <a:off x="5404104" y="1371600"/>
            <a:ext cx="5897880" cy="274320"/>
          </a:xfrm>
          <a:prstGeom prst="rect">
            <a:avLst/>
          </a:prstGeom>
          <a:noFill/>
        </p:spPr>
        <p:txBody>
          <a:bodyPr wrap="square">
            <a:spAutoFit/>
          </a:bodyPr>
          <a:lstStyle/>
          <a:p>
            <a:pPr algn="l"/>
            <a:r>
              <a:rPr sz="1000" b="0" i="0">
                <a:solidFill>
                  <a:srgbClr val="000000"/>
                </a:solidFill>
                <a:latin typeface="Source Sans Pro"/>
              </a:rPr>
              <a:t>aigp.get_taxpayer_record (read-only, low risk)</a:t>
            </a:r>
          </a:p>
        </p:txBody>
      </p:sp>
      <p:sp>
        <p:nvSpPr>
          <p:cNvPr id="13" name="TextBox 12"/>
          <p:cNvSpPr txBox="1"/>
          <p:nvPr/>
        </p:nvSpPr>
        <p:spPr>
          <a:xfrm>
            <a:off x="832104" y="1664208"/>
            <a:ext cx="1783080" cy="274320"/>
          </a:xfrm>
          <a:prstGeom prst="rect">
            <a:avLst/>
          </a:prstGeom>
          <a:noFill/>
        </p:spPr>
        <p:txBody>
          <a:bodyPr wrap="square">
            <a:spAutoFit/>
          </a:bodyPr>
          <a:lstStyle/>
          <a:p>
            <a:pPr algn="l"/>
            <a:r>
              <a:rPr sz="1000" b="0" i="0">
                <a:solidFill>
                  <a:srgbClr val="000000"/>
                </a:solidFill>
                <a:latin typeface="Source Sans Pro"/>
              </a:rPr>
              <a:t>0.41–0.69</a:t>
            </a:r>
          </a:p>
        </p:txBody>
      </p:sp>
      <p:sp>
        <p:nvSpPr>
          <p:cNvPr id="14" name="TextBox 13"/>
          <p:cNvSpPr txBox="1"/>
          <p:nvPr/>
        </p:nvSpPr>
        <p:spPr>
          <a:xfrm>
            <a:off x="2660904" y="1664208"/>
            <a:ext cx="2697480" cy="274320"/>
          </a:xfrm>
          <a:prstGeom prst="rect">
            <a:avLst/>
          </a:prstGeom>
          <a:noFill/>
        </p:spPr>
        <p:txBody>
          <a:bodyPr wrap="square">
            <a:spAutoFit/>
          </a:bodyPr>
          <a:lstStyle/>
          <a:p>
            <a:pPr algn="l"/>
            <a:r>
              <a:rPr sz="1000" b="0" i="0">
                <a:solidFill>
                  <a:srgbClr val="000000"/>
                </a:solidFill>
                <a:latin typeface="Source Sans Pro"/>
              </a:rPr>
              <a:t>PERMIT WITH AUDIT</a:t>
            </a:r>
          </a:p>
        </p:txBody>
      </p:sp>
      <p:sp>
        <p:nvSpPr>
          <p:cNvPr id="15" name="TextBox 14"/>
          <p:cNvSpPr txBox="1"/>
          <p:nvPr/>
        </p:nvSpPr>
        <p:spPr>
          <a:xfrm>
            <a:off x="5404104" y="1664208"/>
            <a:ext cx="5897880" cy="274320"/>
          </a:xfrm>
          <a:prstGeom prst="rect">
            <a:avLst/>
          </a:prstGeom>
          <a:noFill/>
        </p:spPr>
        <p:txBody>
          <a:bodyPr wrap="square">
            <a:spAutoFit/>
          </a:bodyPr>
          <a:lstStyle/>
          <a:p>
            <a:pPr algn="l"/>
            <a:r>
              <a:rPr sz="1000" b="0" i="0">
                <a:solidFill>
                  <a:srgbClr val="000000"/>
                </a:solidFill>
                <a:latin typeface="Source Sans Pro"/>
              </a:rPr>
              <a:t>aigp.submit_refund_request ≤ SGD 10,000</a:t>
            </a:r>
          </a:p>
        </p:txBody>
      </p:sp>
      <p:sp>
        <p:nvSpPr>
          <p:cNvPr id="16" name="TextBox 15"/>
          <p:cNvSpPr txBox="1"/>
          <p:nvPr/>
        </p:nvSpPr>
        <p:spPr>
          <a:xfrm>
            <a:off x="832104" y="1956816"/>
            <a:ext cx="1783080" cy="274320"/>
          </a:xfrm>
          <a:prstGeom prst="rect">
            <a:avLst/>
          </a:prstGeom>
          <a:noFill/>
        </p:spPr>
        <p:txBody>
          <a:bodyPr wrap="square">
            <a:spAutoFit/>
          </a:bodyPr>
          <a:lstStyle/>
          <a:p>
            <a:pPr algn="l"/>
            <a:r>
              <a:rPr sz="1000" b="0" i="0">
                <a:solidFill>
                  <a:srgbClr val="000000"/>
                </a:solidFill>
                <a:latin typeface="Source Sans Pro"/>
              </a:rPr>
              <a:t>0.70–0.89</a:t>
            </a:r>
          </a:p>
        </p:txBody>
      </p:sp>
      <p:sp>
        <p:nvSpPr>
          <p:cNvPr id="17" name="TextBox 16"/>
          <p:cNvSpPr txBox="1"/>
          <p:nvPr/>
        </p:nvSpPr>
        <p:spPr>
          <a:xfrm>
            <a:off x="2660904" y="1956816"/>
            <a:ext cx="2697480" cy="274320"/>
          </a:xfrm>
          <a:prstGeom prst="rect">
            <a:avLst/>
          </a:prstGeom>
          <a:noFill/>
        </p:spPr>
        <p:txBody>
          <a:bodyPr wrap="square">
            <a:spAutoFit/>
          </a:bodyPr>
          <a:lstStyle/>
          <a:p>
            <a:pPr algn="l"/>
            <a:r>
              <a:rPr sz="1000" b="0" i="0">
                <a:solidFill>
                  <a:srgbClr val="000000"/>
                </a:solidFill>
                <a:latin typeface="Source Sans Pro"/>
              </a:rPr>
              <a:t>HITL REQUIRED</a:t>
            </a:r>
          </a:p>
        </p:txBody>
      </p:sp>
      <p:sp>
        <p:nvSpPr>
          <p:cNvPr id="18" name="TextBox 17"/>
          <p:cNvSpPr txBox="1"/>
          <p:nvPr/>
        </p:nvSpPr>
        <p:spPr>
          <a:xfrm>
            <a:off x="5404104" y="1956816"/>
            <a:ext cx="5897880" cy="274320"/>
          </a:xfrm>
          <a:prstGeom prst="rect">
            <a:avLst/>
          </a:prstGeom>
          <a:noFill/>
        </p:spPr>
        <p:txBody>
          <a:bodyPr wrap="square">
            <a:spAutoFit/>
          </a:bodyPr>
          <a:lstStyle/>
          <a:p>
            <a:pPr algn="l"/>
            <a:r>
              <a:rPr sz="1000" b="0" i="0">
                <a:solidFill>
                  <a:srgbClr val="000000"/>
                </a:solidFill>
                <a:latin typeface="Source Sans Pro"/>
              </a:rPr>
              <a:t>aigp.close_case, aigp.submit_refund_request &gt; SGD 10,000</a:t>
            </a:r>
          </a:p>
        </p:txBody>
      </p:sp>
      <p:sp>
        <p:nvSpPr>
          <p:cNvPr id="19" name="TextBox 18"/>
          <p:cNvSpPr txBox="1"/>
          <p:nvPr/>
        </p:nvSpPr>
        <p:spPr>
          <a:xfrm>
            <a:off x="832104" y="2249424"/>
            <a:ext cx="1783080" cy="274320"/>
          </a:xfrm>
          <a:prstGeom prst="rect">
            <a:avLst/>
          </a:prstGeom>
          <a:noFill/>
        </p:spPr>
        <p:txBody>
          <a:bodyPr wrap="square">
            <a:spAutoFit/>
          </a:bodyPr>
          <a:lstStyle/>
          <a:p>
            <a:pPr algn="l"/>
            <a:r>
              <a:rPr sz="1000" b="0" i="0">
                <a:solidFill>
                  <a:srgbClr val="000000"/>
                </a:solidFill>
                <a:latin typeface="Source Sans Pro"/>
              </a:rPr>
              <a:t>0.90–1.00</a:t>
            </a:r>
          </a:p>
        </p:txBody>
      </p:sp>
      <p:sp>
        <p:nvSpPr>
          <p:cNvPr id="20" name="TextBox 19"/>
          <p:cNvSpPr txBox="1"/>
          <p:nvPr/>
        </p:nvSpPr>
        <p:spPr>
          <a:xfrm>
            <a:off x="2660904" y="2249424"/>
            <a:ext cx="2697480" cy="274320"/>
          </a:xfrm>
          <a:prstGeom prst="rect">
            <a:avLst/>
          </a:prstGeom>
          <a:noFill/>
        </p:spPr>
        <p:txBody>
          <a:bodyPr wrap="square">
            <a:spAutoFit/>
          </a:bodyPr>
          <a:lstStyle/>
          <a:p>
            <a:pPr algn="l"/>
            <a:r>
              <a:rPr sz="1000" b="0" i="0">
                <a:solidFill>
                  <a:srgbClr val="000000"/>
                </a:solidFill>
                <a:latin typeface="Source Sans Pro"/>
              </a:rPr>
              <a:t>AUTO-BLOCK</a:t>
            </a:r>
          </a:p>
        </p:txBody>
      </p:sp>
      <p:sp>
        <p:nvSpPr>
          <p:cNvPr id="21" name="TextBox 20"/>
          <p:cNvSpPr txBox="1"/>
          <p:nvPr/>
        </p:nvSpPr>
        <p:spPr>
          <a:xfrm>
            <a:off x="5404104" y="2249424"/>
            <a:ext cx="5897880" cy="274320"/>
          </a:xfrm>
          <a:prstGeom prst="rect">
            <a:avLst/>
          </a:prstGeom>
          <a:noFill/>
        </p:spPr>
        <p:txBody>
          <a:bodyPr wrap="square">
            <a:spAutoFit/>
          </a:bodyPr>
          <a:lstStyle/>
          <a:p>
            <a:pPr algn="l"/>
            <a:r>
              <a:rPr sz="1000" b="0" i="0">
                <a:solidFill>
                  <a:srgbClr val="000000"/>
                </a:solidFill>
                <a:latin typeface="Source Sans Pro"/>
              </a:rPr>
              <a:t>aigp.update_bank_details (irreversible; fraud vector)</a:t>
            </a:r>
          </a:p>
        </p:txBody>
      </p:sp>
      <p:sp>
        <p:nvSpPr>
          <p:cNvPr id="22" name="TextBox 21"/>
          <p:cNvSpPr txBox="1"/>
          <p:nvPr/>
        </p:nvSpPr>
        <p:spPr>
          <a:xfrm>
            <a:off x="832104" y="2606040"/>
            <a:ext cx="10515600" cy="292608"/>
          </a:xfrm>
          <a:prstGeom prst="rect">
            <a:avLst/>
          </a:prstGeom>
          <a:noFill/>
        </p:spPr>
        <p:txBody>
          <a:bodyPr wrap="square">
            <a:spAutoFit/>
          </a:bodyPr>
          <a:lstStyle/>
          <a:p>
            <a:pPr algn="l"/>
            <a:r>
              <a:rPr sz="1300" b="1" i="0">
                <a:latin typeface="Source Sans Pro"/>
              </a:rPr>
              <a:t>HITL Review App Options</a:t>
            </a:r>
          </a:p>
        </p:txBody>
      </p:sp>
      <p:sp>
        <p:nvSpPr>
          <p:cNvPr id="23" name="TextBox 22"/>
          <p:cNvSpPr txBox="1"/>
          <p:nvPr/>
        </p:nvSpPr>
        <p:spPr>
          <a:xfrm>
            <a:off x="832104" y="2926080"/>
            <a:ext cx="10515600" cy="3017520"/>
          </a:xfrm>
          <a:prstGeom prst="rect">
            <a:avLst/>
          </a:prstGeom>
          <a:noFill/>
        </p:spPr>
        <p:txBody>
          <a:bodyPr wrap="square">
            <a:spAutoFit/>
          </a:bodyPr>
          <a:lstStyle/>
          <a:p>
            <a:pPr algn="l"/>
            <a:r>
              <a:rPr sz="1000" b="0" i="0">
                <a:latin typeface="Source Sans Pro"/>
              </a:rPr>
              <a:t>✔ Option 1A (Recommended) — Custom React webapp on Azure Static Web Apps + Azure Functions API</a:t>
            </a:r>
          </a:p>
          <a:p>
            <a:pPr algn="l"/>
            <a:r>
              <a:rPr sz="1000" b="0" i="0">
                <a:latin typeface="Source Sans Pro"/>
              </a:rPr>
              <a:t>  Task inbox sorted by SLA deadline | Risk factor badges | Deep link to case management system | Approve/Reject with mandatory notes (min 20 chars) | SLA countdown timer</a:t>
            </a:r>
          </a:p>
          <a:p>
            <a:pPr algn="l"/>
            <a:r>
              <a:rPr sz="1000" b="0" i="0">
                <a:latin typeface="Source Sans Pro"/>
              </a:rPr>
              <a:t>  Pros: Purpose-built UX; fully within GCC 2.0; officer can complete review in &lt;2 min</a:t>
            </a:r>
          </a:p>
          <a:p>
            <a:pPr algn="l"/>
            <a:r>
              <a:rPr sz="1000" b="0" i="0">
                <a:latin typeface="Source Sans Pro"/>
              </a:rPr>
              <a:t>  Cons: 2–3 weeks build effort for MVP</a:t>
            </a:r>
          </a:p>
          <a:p>
            <a:pPr algn="l"/>
            <a:r>
              <a:rPr sz="1000" b="0" i="0">
                <a:latin typeface="Source Sans Pro"/>
              </a:rPr>
              <a:t/>
            </a:r>
          </a:p>
          <a:p>
            <a:pPr algn="l"/>
            <a:r>
              <a:rPr sz="1000" b="0" i="0">
                <a:latin typeface="Source Sans Pro"/>
              </a:rPr>
              <a:t>Option 1B — Power Apps Canvas App + Power Automate</a:t>
            </a:r>
          </a:p>
          <a:p>
            <a:pPr algn="l"/>
            <a:r>
              <a:rPr sz="1000" b="0" i="0">
                <a:latin typeface="Source Sans Pro"/>
              </a:rPr>
              <a:t>  Pros: Faster initial build; Teams push notifications</a:t>
            </a:r>
          </a:p>
          <a:p>
            <a:pPr algn="l"/>
            <a:r>
              <a:rPr sz="1000" b="0" i="0">
                <a:latin typeface="Source Sans Pro"/>
              </a:rPr>
              <a:t>  Cons: Power Platform GCC 2.0 availability must be confirmed; SharePoint task store does not natively integrate with Service Bus</a:t>
            </a:r>
          </a:p>
          <a:p>
            <a:pPr algn="l"/>
            <a:r>
              <a:rPr sz="1000" b="0" i="0">
                <a:latin typeface="Source Sans Pro"/>
              </a:rPr>
              <a:t/>
            </a:r>
          </a:p>
          <a:p>
            <a:pPr algn="l"/>
            <a:r>
              <a:rPr sz="1000" b="0" i="0">
                <a:latin typeface="Source Sans Pro"/>
              </a:rPr>
              <a:t>HITL SLA Tiers:</a:t>
            </a:r>
          </a:p>
          <a:p>
            <a:pPr algn="l"/>
            <a:r>
              <a:rPr sz="1000" b="0" i="0">
                <a:latin typeface="Source Sans Pro"/>
              </a:rPr>
              <a:t>  Tier 1 (Standard, risk 0.70–0.84): 4 business hours → auto-escalate to supervisor</a:t>
            </a:r>
          </a:p>
          <a:p>
            <a:pPr algn="l"/>
            <a:r>
              <a:rPr sz="1000" b="0" i="0">
                <a:latin typeface="Source Sans Pro"/>
              </a:rPr>
              <a:t>  Tier 2 (Urgent, risk 0.85–0.89 or disputed taxpayer): 1 business hour → escalate to branch manager</a:t>
            </a:r>
          </a:p>
          <a:p>
            <a:pPr algn="l"/>
            <a:r>
              <a:rPr sz="1000" b="0" i="0">
                <a:latin typeface="Source Sans Pro"/>
              </a:rPr>
              <a:t>  Capacity at &lt;1,000 emails/day + 10–15% HITL rate: ~100–150 HITL tasks/day (~8–25 officer-hours/day)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Incident Response &amp; Emergency Stop — Requirements</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594360"/>
          </a:xfrm>
          <a:prstGeom prst="rect">
            <a:avLst/>
          </a:prstGeom>
          <a:noFill/>
        </p:spPr>
        <p:txBody>
          <a:bodyPr wrap="square">
            <a:spAutoFit/>
          </a:bodyPr>
          <a:lstStyle/>
          <a:p>
            <a:pPr algn="l"/>
            <a:r>
              <a:rPr sz="1200" b="0" i="0">
                <a:solidFill>
                  <a:srgbClr val="000000"/>
                </a:solidFill>
                <a:latin typeface="Source Sans Pro"/>
              </a:rPr>
              <a:t>Despite all preventive controls — evaluation gates, canary deployments, HITL, behavioural anomaly detection — production incidents will occur. The Emergency Stop system is the last line of defence: the ability to halt agent activity instantly, at any granularity, without requiring a code deployment or manual infrastructure intervention.</a:t>
            </a:r>
          </a:p>
        </p:txBody>
      </p:sp>
      <p:sp>
        <p:nvSpPr>
          <p:cNvPr id="7" name="TextBox 6"/>
          <p:cNvSpPr txBox="1"/>
          <p:nvPr/>
        </p:nvSpPr>
        <p:spPr>
          <a:xfrm>
            <a:off x="832104" y="1325880"/>
            <a:ext cx="10515600" cy="274320"/>
          </a:xfrm>
          <a:prstGeom prst="rect">
            <a:avLst/>
          </a:prstGeom>
          <a:noFill/>
        </p:spPr>
        <p:txBody>
          <a:bodyPr wrap="square">
            <a:spAutoFit/>
          </a:bodyPr>
          <a:lstStyle/>
          <a:p>
            <a:pPr algn="l"/>
            <a:r>
              <a:rPr sz="1200" b="1" i="0">
                <a:solidFill>
                  <a:srgbClr val="005AAB"/>
                </a:solidFill>
                <a:latin typeface="Source Sans Pro"/>
              </a:rPr>
              <a:t>Emergency Stop must satisfy all six of the following requirements:</a:t>
            </a:r>
          </a:p>
        </p:txBody>
      </p:sp>
      <p:sp>
        <p:nvSpPr>
          <p:cNvPr id="8" name="TextBox 7"/>
          <p:cNvSpPr txBox="1"/>
          <p:nvPr/>
        </p:nvSpPr>
        <p:spPr>
          <a:xfrm>
            <a:off x="832104" y="1645920"/>
            <a:ext cx="10515600" cy="4160520"/>
          </a:xfrm>
          <a:prstGeom prst="rect">
            <a:avLst/>
          </a:prstGeom>
          <a:noFill/>
        </p:spPr>
        <p:txBody>
          <a:bodyPr wrap="square">
            <a:spAutoFit/>
          </a:bodyPr>
          <a:lstStyle/>
          <a:p>
            <a:pPr algn="l"/>
            <a:r>
              <a:rPr sz="1200" b="0" i="0">
                <a:latin typeface="Source Sans Pro"/>
              </a:rPr>
              <a:t>1.  Instant effect — Traffic to a specific agent (or all agents) must stop within ≤ 30 seconds of the stop command being issued. This is a hard operational requirement.</a:t>
            </a:r>
          </a:p>
          <a:p>
            <a:pPr algn="l"/>
            <a:r>
              <a:rPr sz="1200" b="0" i="0">
                <a:latin typeface="Source Sans Pro"/>
              </a:rPr>
              <a:t/>
            </a:r>
          </a:p>
          <a:p>
            <a:pPr algn="l"/>
            <a:r>
              <a:rPr sz="1200" b="0" i="0">
                <a:latin typeface="Source Sans Pro"/>
              </a:rPr>
              <a:t>2.  Granular control — Stops must be applicable at three levels: (a) a specific agent version, (b) a specific agent (all versions), (c) all agents platform-wide.</a:t>
            </a:r>
          </a:p>
          <a:p>
            <a:pPr algn="l"/>
            <a:r>
              <a:rPr sz="1200" b="0" i="0">
                <a:latin typeface="Source Sans Pro"/>
              </a:rPr>
              <a:t/>
            </a:r>
          </a:p>
          <a:p>
            <a:pPr algn="l"/>
            <a:r>
              <a:rPr sz="1200" b="0" i="0">
                <a:latin typeface="Source Sans Pro"/>
              </a:rPr>
              <a:t>3.  No deployment required — The stop mechanism must be activatable by an authorised Ops or AIGP team member without triggering a CI/CD pipeline run or requiring code changes.</a:t>
            </a:r>
          </a:p>
          <a:p>
            <a:pPr algn="l"/>
            <a:r>
              <a:rPr sz="1200" b="0" i="0">
                <a:latin typeface="Source Sans Pro"/>
              </a:rPr>
              <a:t/>
            </a:r>
          </a:p>
          <a:p>
            <a:pPr algn="l"/>
            <a:r>
              <a:rPr sz="1200" b="0" i="0">
                <a:latin typeface="Source Sans Pro"/>
              </a:rPr>
              <a:t>4.  Automatically triggered — The stop mechanism must also be triggerable automatically by the behavioural anomaly detector (Step 2.7) and the AIGP policy engine — human availability cannot be assumed at the moment of a critical incident.</a:t>
            </a:r>
          </a:p>
          <a:p>
            <a:pPr algn="l"/>
            <a:r>
              <a:rPr sz="1200" b="0" i="0">
                <a:latin typeface="Source Sans Pro"/>
              </a:rPr>
              <a:t/>
            </a:r>
          </a:p>
          <a:p>
            <a:pPr algn="l"/>
            <a:r>
              <a:rPr sz="1200" b="0" i="0">
                <a:latin typeface="Source Sans Pro"/>
              </a:rPr>
              <a:t>5.  Auditable — Every stop event (who triggered it, when, at what scope, and why) must be recorded.</a:t>
            </a:r>
          </a:p>
          <a:p>
            <a:pPr algn="l"/>
            <a:r>
              <a:rPr sz="1200" b="0" i="0">
                <a:latin typeface="Source Sans Pro"/>
              </a:rPr>
              <a:t/>
            </a:r>
          </a:p>
          <a:p>
            <a:pPr algn="l"/>
            <a:r>
              <a:rPr sz="1200" b="0" i="0">
                <a:latin typeface="Source Sans Pro"/>
              </a:rPr>
              <a:t>6.  Safe resume — After an emergency stop, resuming agent traffic must require an explicit positive action and must not occur automatically.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Kill Switch Hierarchy — Three-Level Architecture (Option 1)</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274320"/>
          </a:xfrm>
          <a:prstGeom prst="rect">
            <a:avLst/>
          </a:prstGeom>
          <a:noFill/>
        </p:spPr>
        <p:txBody>
          <a:bodyPr wrap="square">
            <a:spAutoFit/>
          </a:bodyPr>
          <a:lstStyle/>
          <a:p>
            <a:pPr algn="l"/>
            <a:r>
              <a:rPr sz="1200" b="1" i="0">
                <a:solidFill>
                  <a:srgbClr val="005AAB"/>
                </a:solidFill>
                <a:latin typeface="Source Sans Pro"/>
              </a:rPr>
              <a:t>Azure App Configuration is selected for kill switches because:</a:t>
            </a:r>
          </a:p>
        </p:txBody>
      </p:sp>
      <p:sp>
        <p:nvSpPr>
          <p:cNvPr id="7" name="TextBox 6"/>
          <p:cNvSpPr txBox="1"/>
          <p:nvPr/>
        </p:nvSpPr>
        <p:spPr>
          <a:xfrm>
            <a:off x="832104" y="1005840"/>
            <a:ext cx="10515600" cy="1188720"/>
          </a:xfrm>
          <a:prstGeom prst="rect">
            <a:avLst/>
          </a:prstGeom>
          <a:noFill/>
        </p:spPr>
        <p:txBody>
          <a:bodyPr wrap="square">
            <a:spAutoFit/>
          </a:bodyPr>
          <a:lstStyle/>
          <a:p>
            <a:pPr algn="l"/>
            <a:r>
              <a:rPr sz="1200" b="0" i="0">
                <a:latin typeface="Source Sans Pro"/>
              </a:rPr>
              <a:t>• Flag change propagation in &lt; 5 seconds to all connected clients (event-driven push via Azure Event Grid) — meets the ≤ 30-second kill latency requirement with significant margin</a:t>
            </a:r>
          </a:p>
          <a:p>
            <a:pPr algn="l"/>
            <a:r>
              <a:rPr sz="1200" b="0" i="0">
                <a:latin typeface="Source Sans Pro"/>
              </a:rPr>
              <a:t>• Fully within the GCC 2.0 boundary and accessible over private endpoints</a:t>
            </a:r>
          </a:p>
          <a:p>
            <a:pPr algn="l"/>
            <a:r>
              <a:rPr sz="1200" b="0" i="0">
                <a:latin typeface="Source Sans Pro"/>
              </a:rPr>
              <a:t>• Independent of the ACA deployment pipeline — no deployment required to change a flag value</a:t>
            </a:r>
          </a:p>
          <a:p>
            <a:pPr algn="l"/>
            <a:r>
              <a:rPr sz="1200" b="0" i="0">
                <a:latin typeface="Source Sans Pro"/>
              </a:rPr>
              <a:t>• Access controlled by Azure RBAC (Ops and AIGP team leads only, via Entra ID-authenticated Azure App Configuration data owner role)</a:t>
            </a:r>
          </a:p>
        </p:txBody>
      </p:sp>
      <p:sp>
        <p:nvSpPr>
          <p:cNvPr id="8" name="TextBox 7"/>
          <p:cNvSpPr txBox="1"/>
          <p:nvPr/>
        </p:nvSpPr>
        <p:spPr>
          <a:xfrm>
            <a:off x="832104" y="2240280"/>
            <a:ext cx="10515600" cy="274320"/>
          </a:xfrm>
          <a:prstGeom prst="rect">
            <a:avLst/>
          </a:prstGeom>
          <a:noFill/>
        </p:spPr>
        <p:txBody>
          <a:bodyPr wrap="square">
            <a:spAutoFit/>
          </a:bodyPr>
          <a:lstStyle/>
          <a:p>
            <a:pPr algn="l"/>
            <a:r>
              <a:rPr sz="1200" b="1" i="0">
                <a:solidFill>
                  <a:srgbClr val="005AAB"/>
                </a:solidFill>
                <a:latin typeface="Source Sans Pro"/>
              </a:rPr>
              <a:t>Kill switch hierarchy — three levels, independently controllable:</a:t>
            </a:r>
          </a:p>
        </p:txBody>
      </p:sp>
      <p:sp>
        <p:nvSpPr>
          <p:cNvPr id="9" name="TextBox 8"/>
          <p:cNvSpPr txBox="1"/>
          <p:nvPr/>
        </p:nvSpPr>
        <p:spPr>
          <a:xfrm>
            <a:off x="832104" y="2542032"/>
            <a:ext cx="1325880" cy="320040"/>
          </a:xfrm>
          <a:prstGeom prst="rect">
            <a:avLst/>
          </a:prstGeom>
          <a:noFill/>
        </p:spPr>
        <p:txBody>
          <a:bodyPr wrap="square">
            <a:spAutoFit/>
          </a:bodyPr>
          <a:lstStyle/>
          <a:p>
            <a:pPr algn="l"/>
            <a:r>
              <a:rPr sz="1000" b="1" i="0">
                <a:solidFill>
                  <a:srgbClr val="005AAB"/>
                </a:solidFill>
                <a:latin typeface="Source Sans Pro"/>
              </a:rPr>
              <a:t>Level</a:t>
            </a:r>
          </a:p>
        </p:txBody>
      </p:sp>
      <p:sp>
        <p:nvSpPr>
          <p:cNvPr id="10" name="TextBox 9"/>
          <p:cNvSpPr txBox="1"/>
          <p:nvPr/>
        </p:nvSpPr>
        <p:spPr>
          <a:xfrm>
            <a:off x="2203704" y="2542032"/>
            <a:ext cx="2880360" cy="320040"/>
          </a:xfrm>
          <a:prstGeom prst="rect">
            <a:avLst/>
          </a:prstGeom>
          <a:noFill/>
        </p:spPr>
        <p:txBody>
          <a:bodyPr wrap="square">
            <a:spAutoFit/>
          </a:bodyPr>
          <a:lstStyle/>
          <a:p>
            <a:pPr algn="l"/>
            <a:r>
              <a:rPr sz="1000" b="1" i="0">
                <a:solidFill>
                  <a:srgbClr val="005AAB"/>
                </a:solidFill>
                <a:latin typeface="Source Sans Pro"/>
              </a:rPr>
              <a:t>Flag Key (Azure App Configuration)</a:t>
            </a:r>
          </a:p>
        </p:txBody>
      </p:sp>
      <p:sp>
        <p:nvSpPr>
          <p:cNvPr id="11" name="TextBox 10"/>
          <p:cNvSpPr txBox="1"/>
          <p:nvPr/>
        </p:nvSpPr>
        <p:spPr>
          <a:xfrm>
            <a:off x="5129784" y="2542032"/>
            <a:ext cx="2240280" cy="320040"/>
          </a:xfrm>
          <a:prstGeom prst="rect">
            <a:avLst/>
          </a:prstGeom>
          <a:noFill/>
        </p:spPr>
        <p:txBody>
          <a:bodyPr wrap="square">
            <a:spAutoFit/>
          </a:bodyPr>
          <a:lstStyle/>
          <a:p>
            <a:pPr algn="l"/>
            <a:r>
              <a:rPr sz="1000" b="1" i="0">
                <a:solidFill>
                  <a:srgbClr val="005AAB"/>
                </a:solidFill>
                <a:latin typeface="Source Sans Pro"/>
              </a:rPr>
              <a:t>Scope</a:t>
            </a:r>
          </a:p>
        </p:txBody>
      </p:sp>
      <p:sp>
        <p:nvSpPr>
          <p:cNvPr id="12" name="TextBox 11"/>
          <p:cNvSpPr txBox="1"/>
          <p:nvPr/>
        </p:nvSpPr>
        <p:spPr>
          <a:xfrm>
            <a:off x="7415784" y="2542032"/>
            <a:ext cx="3886200" cy="320040"/>
          </a:xfrm>
          <a:prstGeom prst="rect">
            <a:avLst/>
          </a:prstGeom>
          <a:noFill/>
        </p:spPr>
        <p:txBody>
          <a:bodyPr wrap="square">
            <a:spAutoFit/>
          </a:bodyPr>
          <a:lstStyle/>
          <a:p>
            <a:pPr algn="l"/>
            <a:r>
              <a:rPr sz="1000" b="1" i="0">
                <a:solidFill>
                  <a:srgbClr val="005AAB"/>
                </a:solidFill>
                <a:latin typeface="Source Sans Pro"/>
              </a:rPr>
              <a:t>Example Use</a:t>
            </a:r>
          </a:p>
        </p:txBody>
      </p:sp>
      <p:sp>
        <p:nvSpPr>
          <p:cNvPr id="13" name="TextBox 12"/>
          <p:cNvSpPr txBox="1"/>
          <p:nvPr/>
        </p:nvSpPr>
        <p:spPr>
          <a:xfrm>
            <a:off x="832104" y="2862072"/>
            <a:ext cx="1325880" cy="274320"/>
          </a:xfrm>
          <a:prstGeom prst="rect">
            <a:avLst/>
          </a:prstGeom>
          <a:noFill/>
        </p:spPr>
        <p:txBody>
          <a:bodyPr wrap="square">
            <a:spAutoFit/>
          </a:bodyPr>
          <a:lstStyle/>
          <a:p>
            <a:pPr algn="l"/>
            <a:r>
              <a:rPr sz="1000" b="0" i="0">
                <a:solidFill>
                  <a:srgbClr val="000000"/>
                </a:solidFill>
                <a:latin typeface="Source Sans Pro"/>
              </a:rPr>
              <a:t>Agent-version kill</a:t>
            </a:r>
          </a:p>
        </p:txBody>
      </p:sp>
      <p:sp>
        <p:nvSpPr>
          <p:cNvPr id="14" name="TextBox 13"/>
          <p:cNvSpPr txBox="1"/>
          <p:nvPr/>
        </p:nvSpPr>
        <p:spPr>
          <a:xfrm>
            <a:off x="2203704" y="2862072"/>
            <a:ext cx="2880360" cy="274320"/>
          </a:xfrm>
          <a:prstGeom prst="rect">
            <a:avLst/>
          </a:prstGeom>
          <a:noFill/>
        </p:spPr>
        <p:txBody>
          <a:bodyPr wrap="square">
            <a:spAutoFit/>
          </a:bodyPr>
          <a:lstStyle/>
          <a:p>
            <a:pPr algn="l"/>
            <a:r>
              <a:rPr sz="1000" b="0" i="0">
                <a:solidFill>
                  <a:srgbClr val="000000"/>
                </a:solidFill>
                <a:latin typeface="Source Sans Pro"/>
              </a:rPr>
              <a:t>agents:{agentName}:{semver}:enabled</a:t>
            </a:r>
          </a:p>
        </p:txBody>
      </p:sp>
      <p:sp>
        <p:nvSpPr>
          <p:cNvPr id="15" name="TextBox 14"/>
          <p:cNvSpPr txBox="1"/>
          <p:nvPr/>
        </p:nvSpPr>
        <p:spPr>
          <a:xfrm>
            <a:off x="5129784" y="2862072"/>
            <a:ext cx="2240280" cy="274320"/>
          </a:xfrm>
          <a:prstGeom prst="rect">
            <a:avLst/>
          </a:prstGeom>
          <a:noFill/>
        </p:spPr>
        <p:txBody>
          <a:bodyPr wrap="square">
            <a:spAutoFit/>
          </a:bodyPr>
          <a:lstStyle/>
          <a:p>
            <a:pPr algn="l"/>
            <a:r>
              <a:rPr sz="1000" b="0" i="0">
                <a:solidFill>
                  <a:srgbClr val="000000"/>
                </a:solidFill>
                <a:latin typeface="Source Sans Pro"/>
              </a:rPr>
              <a:t>Single agent version</a:t>
            </a:r>
          </a:p>
        </p:txBody>
      </p:sp>
      <p:sp>
        <p:nvSpPr>
          <p:cNvPr id="16" name="TextBox 15"/>
          <p:cNvSpPr txBox="1"/>
          <p:nvPr/>
        </p:nvSpPr>
        <p:spPr>
          <a:xfrm>
            <a:off x="7415784" y="2862072"/>
            <a:ext cx="3886200" cy="274320"/>
          </a:xfrm>
          <a:prstGeom prst="rect">
            <a:avLst/>
          </a:prstGeom>
          <a:noFill/>
        </p:spPr>
        <p:txBody>
          <a:bodyPr wrap="square">
            <a:spAutoFit/>
          </a:bodyPr>
          <a:lstStyle/>
          <a:p>
            <a:pPr algn="l"/>
            <a:r>
              <a:rPr sz="1000" b="0" i="0">
                <a:solidFill>
                  <a:srgbClr val="000000"/>
                </a:solidFill>
                <a:latin typeface="Source Sans Pro"/>
              </a:rPr>
              <a:t>Roll back a specific canary revision that is producing anomalies</a:t>
            </a:r>
          </a:p>
        </p:txBody>
      </p:sp>
      <p:sp>
        <p:nvSpPr>
          <p:cNvPr id="17" name="TextBox 16"/>
          <p:cNvSpPr txBox="1"/>
          <p:nvPr/>
        </p:nvSpPr>
        <p:spPr>
          <a:xfrm>
            <a:off x="832104" y="3154680"/>
            <a:ext cx="1325880" cy="274320"/>
          </a:xfrm>
          <a:prstGeom prst="rect">
            <a:avLst/>
          </a:prstGeom>
          <a:noFill/>
        </p:spPr>
        <p:txBody>
          <a:bodyPr wrap="square">
            <a:spAutoFit/>
          </a:bodyPr>
          <a:lstStyle/>
          <a:p>
            <a:pPr algn="l"/>
            <a:r>
              <a:rPr sz="1000" b="0" i="0">
                <a:solidFill>
                  <a:srgbClr val="000000"/>
                </a:solidFill>
                <a:latin typeface="Source Sans Pro"/>
              </a:rPr>
              <a:t>Agent kill</a:t>
            </a:r>
          </a:p>
        </p:txBody>
      </p:sp>
      <p:sp>
        <p:nvSpPr>
          <p:cNvPr id="18" name="TextBox 17"/>
          <p:cNvSpPr txBox="1"/>
          <p:nvPr/>
        </p:nvSpPr>
        <p:spPr>
          <a:xfrm>
            <a:off x="2203704" y="3154680"/>
            <a:ext cx="2880360" cy="274320"/>
          </a:xfrm>
          <a:prstGeom prst="rect">
            <a:avLst/>
          </a:prstGeom>
          <a:noFill/>
        </p:spPr>
        <p:txBody>
          <a:bodyPr wrap="square">
            <a:spAutoFit/>
          </a:bodyPr>
          <a:lstStyle/>
          <a:p>
            <a:pPr algn="l"/>
            <a:r>
              <a:rPr sz="1000" b="0" i="0">
                <a:solidFill>
                  <a:srgbClr val="000000"/>
                </a:solidFill>
                <a:latin typeface="Source Sans Pro"/>
              </a:rPr>
              <a:t>agents:{agentName}:enabled</a:t>
            </a:r>
          </a:p>
        </p:txBody>
      </p:sp>
      <p:sp>
        <p:nvSpPr>
          <p:cNvPr id="19" name="TextBox 18"/>
          <p:cNvSpPr txBox="1"/>
          <p:nvPr/>
        </p:nvSpPr>
        <p:spPr>
          <a:xfrm>
            <a:off x="5129784" y="3154680"/>
            <a:ext cx="2240280" cy="274320"/>
          </a:xfrm>
          <a:prstGeom prst="rect">
            <a:avLst/>
          </a:prstGeom>
          <a:noFill/>
        </p:spPr>
        <p:txBody>
          <a:bodyPr wrap="square">
            <a:spAutoFit/>
          </a:bodyPr>
          <a:lstStyle/>
          <a:p>
            <a:pPr algn="l"/>
            <a:r>
              <a:rPr sz="1000" b="0" i="0">
                <a:solidFill>
                  <a:srgbClr val="000000"/>
                </a:solidFill>
                <a:latin typeface="Source Sans Pro"/>
              </a:rPr>
              <a:t>All versions of a specific agent</a:t>
            </a:r>
          </a:p>
        </p:txBody>
      </p:sp>
      <p:sp>
        <p:nvSpPr>
          <p:cNvPr id="20" name="TextBox 19"/>
          <p:cNvSpPr txBox="1"/>
          <p:nvPr/>
        </p:nvSpPr>
        <p:spPr>
          <a:xfrm>
            <a:off x="7415784" y="3154680"/>
            <a:ext cx="3886200" cy="274320"/>
          </a:xfrm>
          <a:prstGeom prst="rect">
            <a:avLst/>
          </a:prstGeom>
          <a:noFill/>
        </p:spPr>
        <p:txBody>
          <a:bodyPr wrap="square">
            <a:spAutoFit/>
          </a:bodyPr>
          <a:lstStyle/>
          <a:p>
            <a:pPr algn="l"/>
            <a:r>
              <a:rPr sz="1000" b="0" i="0">
                <a:solidFill>
                  <a:srgbClr val="000000"/>
                </a:solidFill>
                <a:latin typeface="Source Sans Pro"/>
              </a:rPr>
              <a:t>Stop all processing for a specific SOP category (e.g., refund agent has a critical fault)</a:t>
            </a:r>
          </a:p>
        </p:txBody>
      </p:sp>
      <p:sp>
        <p:nvSpPr>
          <p:cNvPr id="21" name="TextBox 20"/>
          <p:cNvSpPr txBox="1"/>
          <p:nvPr/>
        </p:nvSpPr>
        <p:spPr>
          <a:xfrm>
            <a:off x="832104" y="3447288"/>
            <a:ext cx="1325880" cy="274320"/>
          </a:xfrm>
          <a:prstGeom prst="rect">
            <a:avLst/>
          </a:prstGeom>
          <a:noFill/>
        </p:spPr>
        <p:txBody>
          <a:bodyPr wrap="square">
            <a:spAutoFit/>
          </a:bodyPr>
          <a:lstStyle/>
          <a:p>
            <a:pPr algn="l"/>
            <a:r>
              <a:rPr sz="1000" b="0" i="0">
                <a:solidFill>
                  <a:srgbClr val="000000"/>
                </a:solidFill>
                <a:latin typeface="Source Sans Pro"/>
              </a:rPr>
              <a:t>Platform kill</a:t>
            </a:r>
          </a:p>
        </p:txBody>
      </p:sp>
      <p:sp>
        <p:nvSpPr>
          <p:cNvPr id="22" name="TextBox 21"/>
          <p:cNvSpPr txBox="1"/>
          <p:nvPr/>
        </p:nvSpPr>
        <p:spPr>
          <a:xfrm>
            <a:off x="2203704" y="3447288"/>
            <a:ext cx="2880360" cy="274320"/>
          </a:xfrm>
          <a:prstGeom prst="rect">
            <a:avLst/>
          </a:prstGeom>
          <a:noFill/>
        </p:spPr>
        <p:txBody>
          <a:bodyPr wrap="square">
            <a:spAutoFit/>
          </a:bodyPr>
          <a:lstStyle/>
          <a:p>
            <a:pPr algn="l"/>
            <a:r>
              <a:rPr sz="1000" b="0" i="0">
                <a:solidFill>
                  <a:srgbClr val="000000"/>
                </a:solidFill>
                <a:latin typeface="Source Sans Pro"/>
              </a:rPr>
              <a:t>agents:platform:enabled</a:t>
            </a:r>
          </a:p>
        </p:txBody>
      </p:sp>
      <p:sp>
        <p:nvSpPr>
          <p:cNvPr id="23" name="TextBox 22"/>
          <p:cNvSpPr txBox="1"/>
          <p:nvPr/>
        </p:nvSpPr>
        <p:spPr>
          <a:xfrm>
            <a:off x="5129784" y="3447288"/>
            <a:ext cx="2240280" cy="274320"/>
          </a:xfrm>
          <a:prstGeom prst="rect">
            <a:avLst/>
          </a:prstGeom>
          <a:noFill/>
        </p:spPr>
        <p:txBody>
          <a:bodyPr wrap="square">
            <a:spAutoFit/>
          </a:bodyPr>
          <a:lstStyle/>
          <a:p>
            <a:pPr algn="l"/>
            <a:r>
              <a:rPr sz="1000" b="0" i="0">
                <a:solidFill>
                  <a:srgbClr val="000000"/>
                </a:solidFill>
                <a:latin typeface="Source Sans Pro"/>
              </a:rPr>
              <a:t>All agents, all SOP categories</a:t>
            </a:r>
          </a:p>
        </p:txBody>
      </p:sp>
      <p:sp>
        <p:nvSpPr>
          <p:cNvPr id="24" name="TextBox 23"/>
          <p:cNvSpPr txBox="1"/>
          <p:nvPr/>
        </p:nvSpPr>
        <p:spPr>
          <a:xfrm>
            <a:off x="7415784" y="3447288"/>
            <a:ext cx="3886200" cy="274320"/>
          </a:xfrm>
          <a:prstGeom prst="rect">
            <a:avLst/>
          </a:prstGeom>
          <a:noFill/>
        </p:spPr>
        <p:txBody>
          <a:bodyPr wrap="square">
            <a:spAutoFit/>
          </a:bodyPr>
          <a:lstStyle/>
          <a:p>
            <a:pPr algn="l"/>
            <a:r>
              <a:rPr sz="1000" b="0" i="0">
                <a:solidFill>
                  <a:srgbClr val="000000"/>
                </a:solidFill>
                <a:latin typeface="Source Sans Pro"/>
              </a:rPr>
              <a:t>Catastrophic failure across the platform; full halt</a:t>
            </a:r>
          </a:p>
        </p:txBody>
      </p:sp>
      <p:sp>
        <p:nvSpPr>
          <p:cNvPr id="25" name="TextBox 24"/>
          <p:cNvSpPr txBox="1"/>
          <p:nvPr/>
        </p:nvSpPr>
        <p:spPr>
          <a:xfrm>
            <a:off x="832104" y="5394960"/>
            <a:ext cx="10515600" cy="457200"/>
          </a:xfrm>
          <a:prstGeom prst="rect">
            <a:avLst/>
          </a:prstGeom>
          <a:noFill/>
        </p:spPr>
        <p:txBody>
          <a:bodyPr wrap="square">
            <a:spAutoFit/>
          </a:bodyPr>
          <a:lstStyle/>
          <a:p>
            <a:pPr algn="l"/>
            <a:r>
              <a:rPr sz="1000" b="0" i="1">
                <a:solidFill>
                  <a:srgbClr val="606060"/>
                </a:solidFill>
                <a:latin typeface="Source Sans Pro"/>
              </a:rPr>
              <a:t>Technology stack: Azure App Configuration (feature flags)  ·  Azure Automation (runbook)  ·  Azure Service Bus (topic subscription management)  ·  Azure Monitor (alert-to-runbook trigger)  ·  Azure Key Vault (runbook credential management)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Kill Switch Enforcement in AO Agents</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274320"/>
          </a:xfrm>
          <a:prstGeom prst="rect">
            <a:avLst/>
          </a:prstGeom>
          <a:noFill/>
        </p:spPr>
        <p:txBody>
          <a:bodyPr wrap="square">
            <a:spAutoFit/>
          </a:bodyPr>
          <a:lstStyle/>
          <a:p>
            <a:pPr algn="l"/>
            <a:r>
              <a:rPr sz="1200" b="1" i="0">
                <a:solidFill>
                  <a:srgbClr val="005AAB"/>
                </a:solidFill>
                <a:latin typeface="Source Sans Pro"/>
              </a:rPr>
              <a:t>Each LangGraph agent checks the relevant kill switch flags at two mandatory points:</a:t>
            </a:r>
          </a:p>
        </p:txBody>
      </p:sp>
      <p:sp>
        <p:nvSpPr>
          <p:cNvPr id="7" name="TextBox 6"/>
          <p:cNvSpPr txBox="1"/>
          <p:nvPr/>
        </p:nvSpPr>
        <p:spPr>
          <a:xfrm>
            <a:off x="832104" y="1005840"/>
            <a:ext cx="10515600" cy="2377440"/>
          </a:xfrm>
          <a:prstGeom prst="rect">
            <a:avLst/>
          </a:prstGeom>
          <a:noFill/>
        </p:spPr>
        <p:txBody>
          <a:bodyPr wrap="square">
            <a:spAutoFit/>
          </a:bodyPr>
          <a:lstStyle/>
          <a:p>
            <a:pPr algn="l"/>
            <a:r>
              <a:rPr sz="1200" b="0" i="0">
                <a:latin typeface="Source Sans Pro"/>
              </a:rPr>
              <a:t>Check Point 1 — On message dequeue (before beginning email processing)</a:t>
            </a:r>
          </a:p>
          <a:p>
            <a:pPr algn="l"/>
            <a:r>
              <a:rPr sz="1200" b="0" i="0">
                <a:latin typeface="Source Sans Pro"/>
              </a:rPr>
              <a:t>  The agent checks agents:platform:enabled and agents:{agentName}:enabled.</a:t>
            </a:r>
          </a:p>
          <a:p>
            <a:pPr algn="l"/>
            <a:r>
              <a:rPr sz="1200" b="0" i="0">
                <a:latin typeface="Source Sans Pro"/>
              </a:rPr>
              <a:t>  If either is false: the message is immediately released back to the Service Bus queue (delivery count incremented) and the container app scales to zero replicas (via ACA scale rule triggered by the App Configuration flag event).</a:t>
            </a:r>
          </a:p>
          <a:p>
            <a:pPr algn="l"/>
            <a:r>
              <a:rPr sz="1200" b="0" i="0">
                <a:latin typeface="Source Sans Pro"/>
              </a:rPr>
              <a:t/>
            </a:r>
          </a:p>
          <a:p>
            <a:pPr algn="l"/>
            <a:r>
              <a:rPr sz="1200" b="0" i="0">
                <a:latin typeface="Source Sans Pro"/>
              </a:rPr>
              <a:t>Check Point 2 — Before each AIGP tool call</a:t>
            </a:r>
          </a:p>
          <a:p>
            <a:pPr algn="l"/>
            <a:r>
              <a:rPr sz="1200" b="0" i="0">
                <a:latin typeface="Source Sans Pro"/>
              </a:rPr>
              <a:t>  The agent checks agents:{agentName}:{semver}:enabled.</a:t>
            </a:r>
          </a:p>
          <a:p>
            <a:pPr algn="l"/>
            <a:r>
              <a:rPr sz="1200" b="0" i="0">
                <a:latin typeface="Source Sans Pro"/>
              </a:rPr>
              <a:t>  If false: the in-progress workflow is halted, the tool call is not made, and the email is re-queued for processing by a different version (if available) or routed to the Human Officer Queue.</a:t>
            </a:r>
          </a:p>
        </p:txBody>
      </p:sp>
      <p:sp>
        <p:nvSpPr>
          <p:cNvPr id="8" name="TextBox 7"/>
          <p:cNvSpPr txBox="1"/>
          <p:nvPr/>
        </p:nvSpPr>
        <p:spPr>
          <a:xfrm>
            <a:off x="832104" y="3429000"/>
            <a:ext cx="10515600" cy="274320"/>
          </a:xfrm>
          <a:prstGeom prst="rect">
            <a:avLst/>
          </a:prstGeom>
          <a:noFill/>
        </p:spPr>
        <p:txBody>
          <a:bodyPr wrap="square">
            <a:spAutoFit/>
          </a:bodyPr>
          <a:lstStyle/>
          <a:p>
            <a:pPr algn="l"/>
            <a:r>
              <a:rPr sz="1200" b="1" i="0">
                <a:solidFill>
                  <a:srgbClr val="005AAB"/>
                </a:solidFill>
                <a:latin typeface="Source Sans Pro"/>
              </a:rPr>
              <a:t>App Configuration SDK — Polling vs. Event-Driven Refresh (Critical Requirement):</a:t>
            </a:r>
          </a:p>
        </p:txBody>
      </p:sp>
      <p:sp>
        <p:nvSpPr>
          <p:cNvPr id="9" name="TextBox 8"/>
          <p:cNvSpPr txBox="1"/>
          <p:nvPr/>
        </p:nvSpPr>
        <p:spPr>
          <a:xfrm>
            <a:off x="832104" y="3749039"/>
            <a:ext cx="10515600" cy="1920240"/>
          </a:xfrm>
          <a:prstGeom prst="rect">
            <a:avLst/>
          </a:prstGeom>
          <a:noFill/>
        </p:spPr>
        <p:txBody>
          <a:bodyPr wrap="square">
            <a:spAutoFit/>
          </a:bodyPr>
          <a:lstStyle/>
          <a:p>
            <a:pPr algn="l"/>
            <a:r>
              <a:rPr sz="1200" b="0" i="0">
                <a:latin typeface="Source Sans Pro"/>
              </a:rPr>
              <a:t>The Azure App Configuration SDK supports both polling (checking flags on a schedule) and event-driven refresh. For the kill switch ≤ 30-second latency requirement, the AO agent must use event-driven refresh mode, where the SDK subscribes to App Configuration change events via Azure Event Grid and updates the in-process flag value without waiting for a poll cycle.</a:t>
            </a:r>
          </a:p>
          <a:p>
            <a:pPr algn="l"/>
            <a:r>
              <a:rPr sz="1200" b="0" i="0">
                <a:latin typeface="Source Sans Pro"/>
              </a:rPr>
              <a:t/>
            </a:r>
          </a:p>
          <a:p>
            <a:pPr algn="l"/>
            <a:r>
              <a:rPr sz="1200" b="0" i="0">
                <a:latin typeface="Source Sans Pro"/>
              </a:rPr>
              <a:t>CI validation requirement: A mandatory test case must verify that the agent responds to a flag change within 30 seconds in the test environment. If this test fails, the pull request is blocked.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Emergency Stop: Three Trigger Paths</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274320"/>
          </a:xfrm>
          <a:prstGeom prst="rect">
            <a:avLst/>
          </a:prstGeom>
          <a:noFill/>
        </p:spPr>
        <p:txBody>
          <a:bodyPr wrap="square">
            <a:spAutoFit/>
          </a:bodyPr>
          <a:lstStyle/>
          <a:p>
            <a:pPr algn="l"/>
            <a:r>
              <a:rPr sz="1200" b="1" i="0">
                <a:solidFill>
                  <a:srgbClr val="005AAB"/>
                </a:solidFill>
                <a:latin typeface="Source Sans Pro"/>
              </a:rPr>
              <a:t>Trigger 1 — Manual (Ops / AIGP team operator)</a:t>
            </a:r>
          </a:p>
        </p:txBody>
      </p:sp>
      <p:sp>
        <p:nvSpPr>
          <p:cNvPr id="7" name="TextBox 6"/>
          <p:cNvSpPr txBox="1"/>
          <p:nvPr/>
        </p:nvSpPr>
        <p:spPr>
          <a:xfrm>
            <a:off x="832104" y="1005840"/>
            <a:ext cx="10515600" cy="685800"/>
          </a:xfrm>
          <a:prstGeom prst="rect">
            <a:avLst/>
          </a:prstGeom>
          <a:noFill/>
        </p:spPr>
        <p:txBody>
          <a:bodyPr wrap="square">
            <a:spAutoFit/>
          </a:bodyPr>
          <a:lstStyle/>
          <a:p>
            <a:pPr algn="l"/>
            <a:r>
              <a:rPr sz="1200" b="0" i="0">
                <a:latin typeface="Source Sans Pro"/>
              </a:rPr>
              <a:t>• Operator authenticates to the Azure portal or uses the Azure CLI with their Entra ID credentials</a:t>
            </a:r>
          </a:p>
          <a:p>
            <a:pPr algn="l"/>
            <a:r>
              <a:rPr sz="1200" b="0" i="0">
                <a:latin typeface="Source Sans Pro"/>
              </a:rPr>
              <a:t>• Operator sets the relevant flag to false in Azure App Configuration</a:t>
            </a:r>
          </a:p>
          <a:p>
            <a:pPr algn="l"/>
            <a:r>
              <a:rPr sz="1200" b="0" i="0">
                <a:latin typeface="Source Sans Pro"/>
              </a:rPr>
              <a:t>• Effect propagates to all running agent clients within ≤ 30 seconds via Event Grid push</a:t>
            </a:r>
          </a:p>
        </p:txBody>
      </p:sp>
      <p:sp>
        <p:nvSpPr>
          <p:cNvPr id="8" name="TextBox 7"/>
          <p:cNvSpPr txBox="1"/>
          <p:nvPr/>
        </p:nvSpPr>
        <p:spPr>
          <a:xfrm>
            <a:off x="832104" y="1737360"/>
            <a:ext cx="10515600" cy="274320"/>
          </a:xfrm>
          <a:prstGeom prst="rect">
            <a:avLst/>
          </a:prstGeom>
          <a:noFill/>
        </p:spPr>
        <p:txBody>
          <a:bodyPr wrap="square">
            <a:spAutoFit/>
          </a:bodyPr>
          <a:lstStyle/>
          <a:p>
            <a:pPr algn="l"/>
            <a:r>
              <a:rPr sz="1200" b="1" i="0">
                <a:solidFill>
                  <a:srgbClr val="005AAB"/>
                </a:solidFill>
                <a:latin typeface="Source Sans Pro"/>
              </a:rPr>
              <a:t>Trigger 2 — Automated (from behavioural anomaly detector — Step 2.7)</a:t>
            </a:r>
          </a:p>
        </p:txBody>
      </p:sp>
      <p:sp>
        <p:nvSpPr>
          <p:cNvPr id="9" name="TextBox 8"/>
          <p:cNvSpPr txBox="1"/>
          <p:nvPr/>
        </p:nvSpPr>
        <p:spPr>
          <a:xfrm>
            <a:off x="832104" y="2057400"/>
            <a:ext cx="10515600" cy="868680"/>
          </a:xfrm>
          <a:prstGeom prst="rect">
            <a:avLst/>
          </a:prstGeom>
          <a:noFill/>
        </p:spPr>
        <p:txBody>
          <a:bodyPr wrap="square">
            <a:spAutoFit/>
          </a:bodyPr>
          <a:lstStyle/>
          <a:p>
            <a:pPr algn="l"/>
            <a:r>
              <a:rPr sz="1200" b="0" i="0">
                <a:latin typeface="Source Sans Pro"/>
              </a:rPr>
              <a:t>• The ops-anomaly-events Service Bus topic is monitored by an Azure Monitor alert rule on the custom metric ao.anomaly.rate</a:t>
            </a:r>
          </a:p>
          <a:p>
            <a:pPr algn="l"/>
            <a:r>
              <a:rPr sz="1200" b="0" i="0">
                <a:latin typeface="Source Sans Pro"/>
              </a:rPr>
              <a:t>• When the anomaly rate for a specific agent exceeds 50% over any 30-minute window, the alert fires an Azure Automation Runbook (ops-emergency-stop.ps1)</a:t>
            </a:r>
          </a:p>
          <a:p>
            <a:pPr algn="l"/>
            <a:r>
              <a:rPr sz="1200" b="0" i="0">
                <a:latin typeface="Source Sans Pro"/>
              </a:rPr>
              <a:t>• The runbook sets the kill switch flag, writes the stop event to Cosmos DB, and notifies the Ops team via Azure Monitor Action Group (Teams + email)</a:t>
            </a:r>
          </a:p>
        </p:txBody>
      </p:sp>
      <p:sp>
        <p:nvSpPr>
          <p:cNvPr id="10" name="TextBox 9"/>
          <p:cNvSpPr txBox="1"/>
          <p:nvPr/>
        </p:nvSpPr>
        <p:spPr>
          <a:xfrm>
            <a:off x="832104" y="2971800"/>
            <a:ext cx="10515600" cy="274320"/>
          </a:xfrm>
          <a:prstGeom prst="rect">
            <a:avLst/>
          </a:prstGeom>
          <a:noFill/>
        </p:spPr>
        <p:txBody>
          <a:bodyPr wrap="square">
            <a:spAutoFit/>
          </a:bodyPr>
          <a:lstStyle/>
          <a:p>
            <a:pPr algn="l"/>
            <a:r>
              <a:rPr sz="1200" b="1" i="0">
                <a:solidFill>
                  <a:srgbClr val="005AAB"/>
                </a:solidFill>
                <a:latin typeface="Source Sans Pro"/>
              </a:rPr>
              <a:t>Trigger 3 — Automated (from AIGP policy engine)</a:t>
            </a:r>
          </a:p>
        </p:txBody>
      </p:sp>
      <p:sp>
        <p:nvSpPr>
          <p:cNvPr id="11" name="TextBox 10"/>
          <p:cNvSpPr txBox="1"/>
          <p:nvPr/>
        </p:nvSpPr>
        <p:spPr>
          <a:xfrm>
            <a:off x="832104" y="3291840"/>
            <a:ext cx="10515600" cy="868680"/>
          </a:xfrm>
          <a:prstGeom prst="rect">
            <a:avLst/>
          </a:prstGeom>
          <a:noFill/>
        </p:spPr>
        <p:txBody>
          <a:bodyPr wrap="square">
            <a:spAutoFit/>
          </a:bodyPr>
          <a:lstStyle/>
          <a:p>
            <a:pPr algn="l"/>
            <a:r>
              <a:rPr sz="1200" b="0" i="0">
                <a:latin typeface="Source Sans Pro"/>
              </a:rPr>
              <a:t>• The AIGP layer detects a policy-violating pattern (e.g., an agent attempting to call a tool outside its declared capability manifest, or a jailbreak attempt in tool call parameters)</a:t>
            </a:r>
          </a:p>
          <a:p>
            <a:pPr algn="l"/>
            <a:r>
              <a:rPr sz="1200" b="0" i="0">
                <a:latin typeface="Source Sans Pro"/>
              </a:rPr>
              <a:t>• AIGP calls the AIGP-to-Ops integration endpoint (POST /ops/emergency-stop) authenticated with its Managed Identity</a:t>
            </a:r>
          </a:p>
          <a:p>
            <a:pPr algn="l"/>
            <a:r>
              <a:rPr sz="1200" b="0" i="0">
                <a:latin typeface="Source Sans Pro"/>
              </a:rPr>
              <a:t>• This endpoint (an Azure Function) triggers the same Automation Runbook as Trigger 2, with TriggerSource = 'aigp_policy'</a:t>
            </a:r>
          </a:p>
        </p:txBody>
      </p:sp>
      <p:sp>
        <p:nvSpPr>
          <p:cNvPr id="12" name="TextBox 11"/>
          <p:cNvSpPr txBox="1"/>
          <p:nvPr/>
        </p:nvSpPr>
        <p:spPr>
          <a:xfrm>
            <a:off x="832104" y="5349240"/>
            <a:ext cx="10515600" cy="411480"/>
          </a:xfrm>
          <a:prstGeom prst="rect">
            <a:avLst/>
          </a:prstGeom>
          <a:noFill/>
        </p:spPr>
        <p:txBody>
          <a:bodyPr wrap="square">
            <a:spAutoFit/>
          </a:bodyPr>
          <a:lstStyle/>
          <a:p>
            <a:pPr algn="l"/>
            <a:r>
              <a:rPr sz="1100" b="1" i="0">
                <a:solidFill>
                  <a:srgbClr val="005AAB"/>
                </a:solidFill>
                <a:latin typeface="Source Sans Pro"/>
              </a:rPr>
              <a:t>All three triggers converge on the same Automation Runbook — ensuring a single, consistent stop execution path and a unified audit trail regardless of how the stop was initiated.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Automated Emergency Stop — Runbook (ops-emergency-stop.ps1)</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274320"/>
          </a:xfrm>
          <a:prstGeom prst="rect">
            <a:avLst/>
          </a:prstGeom>
          <a:noFill/>
        </p:spPr>
        <p:txBody>
          <a:bodyPr wrap="square">
            <a:spAutoFit/>
          </a:bodyPr>
          <a:lstStyle/>
          <a:p>
            <a:pPr algn="l"/>
            <a:r>
              <a:rPr sz="1200" b="1" i="0">
                <a:solidFill>
                  <a:srgbClr val="005AAB"/>
                </a:solidFill>
                <a:latin typeface="Source Sans Pro"/>
              </a:rPr>
              <a:t>The Azure Automation Runbook performs four actions on every invocation:</a:t>
            </a:r>
          </a:p>
        </p:txBody>
      </p:sp>
      <p:sp>
        <p:nvSpPr>
          <p:cNvPr id="7" name="TextBox 6"/>
          <p:cNvSpPr txBox="1"/>
          <p:nvPr/>
        </p:nvSpPr>
        <p:spPr>
          <a:xfrm>
            <a:off x="832104" y="1005840"/>
            <a:ext cx="10515600" cy="2926080"/>
          </a:xfrm>
          <a:prstGeom prst="rect">
            <a:avLst/>
          </a:prstGeom>
          <a:noFill/>
        </p:spPr>
        <p:txBody>
          <a:bodyPr wrap="square">
            <a:spAutoFit/>
          </a:bodyPr>
          <a:lstStyle/>
          <a:p>
            <a:pPr algn="l"/>
            <a:r>
              <a:rPr sz="1200" b="0" i="0">
                <a:latin typeface="Source Sans Pro"/>
              </a:rPr>
              <a:t>1.  Authenticate — Connect using the Automation Account's Managed Identity (no stored credentials; Azure Key Vault is not needed for the runbook's own auth).</a:t>
            </a:r>
          </a:p>
          <a:p>
            <a:pPr algn="l"/>
            <a:r>
              <a:rPr sz="1200" b="0" i="0">
                <a:latin typeface="Source Sans Pro"/>
              </a:rPr>
              <a:t/>
            </a:r>
          </a:p>
          <a:p>
            <a:pPr algn="l"/>
            <a:r>
              <a:rPr sz="1200" b="0" i="0">
                <a:latin typeface="Source Sans Pro"/>
              </a:rPr>
              <a:t>2.  Set the kill switch flag — Set-AzAppConfigurationKeyValue sets agents:{AgentName}:{Semver}:enabled to false with Label = prod. Flag change propagates to all connected ACA containers within &lt; 5 seconds via Event Grid.</a:t>
            </a:r>
          </a:p>
          <a:p>
            <a:pPr algn="l"/>
            <a:r>
              <a:rPr sz="1200" b="0" i="0">
                <a:latin typeface="Source Sans Pro"/>
              </a:rPr>
              <a:t/>
            </a:r>
          </a:p>
          <a:p>
            <a:pPr algn="l"/>
            <a:r>
              <a:rPr sz="1200" b="0" i="0">
                <a:latin typeface="Source Sans Pro"/>
              </a:rPr>
              <a:t>3.  Write stop event to Cosmos DB audit ledger (ops-emergency-events container) — Records: id (UUID), eventType = 'emergency_stop', agentName, semver, scope, triggeredBy, triggeredByIdentity, reason, stoppedAt, messagesInFlightAtStop.</a:t>
            </a:r>
          </a:p>
          <a:p>
            <a:pPr algn="l"/>
            <a:r>
              <a:rPr sz="1200" b="0" i="0">
                <a:latin typeface="Source Sans Pro"/>
              </a:rPr>
              <a:t/>
            </a:r>
          </a:p>
          <a:p>
            <a:pPr algn="l"/>
            <a:r>
              <a:rPr sz="1200" b="0" i="0">
                <a:latin typeface="Source Sans Pro"/>
              </a:rPr>
              <a:t>4.  Notify Ops team — Send-AzMonitorActionGroupNotification to the ops-critical-alerts Action Group (Teams channel + email), including agent name, version, trigger reason, and trigger source.</a:t>
            </a:r>
          </a:p>
        </p:txBody>
      </p:sp>
      <p:sp>
        <p:nvSpPr>
          <p:cNvPr id="8" name="TextBox 7"/>
          <p:cNvSpPr txBox="1"/>
          <p:nvPr/>
        </p:nvSpPr>
        <p:spPr>
          <a:xfrm>
            <a:off x="832104" y="3977639"/>
            <a:ext cx="10515600" cy="292608"/>
          </a:xfrm>
          <a:prstGeom prst="rect">
            <a:avLst/>
          </a:prstGeom>
          <a:noFill/>
        </p:spPr>
        <p:txBody>
          <a:bodyPr wrap="square">
            <a:spAutoFit/>
          </a:bodyPr>
          <a:lstStyle/>
          <a:p>
            <a:pPr algn="l"/>
            <a:r>
              <a:rPr sz="1100" b="0" i="0">
                <a:solidFill>
                  <a:srgbClr val="404040"/>
                </a:solidFill>
                <a:latin typeface="Source Sans Pro"/>
              </a:rPr>
              <a:t>Runbook parameters:  AgentName  ·  Semver  ·  TriggerReason  ·  TriggerSource  ('anomaly_detector' | 'aigp_policy' | 'manual')</a:t>
            </a:r>
          </a:p>
        </p:txBody>
      </p:sp>
      <p:sp>
        <p:nvSpPr>
          <p:cNvPr id="9" name="TextBox 8"/>
          <p:cNvSpPr txBox="1"/>
          <p:nvPr/>
        </p:nvSpPr>
        <p:spPr>
          <a:xfrm>
            <a:off x="832104" y="4343400"/>
            <a:ext cx="10515600" cy="411480"/>
          </a:xfrm>
          <a:prstGeom prst="rect">
            <a:avLst/>
          </a:prstGeom>
          <a:noFill/>
        </p:spPr>
        <p:txBody>
          <a:bodyPr wrap="square">
            <a:spAutoFit/>
          </a:bodyPr>
          <a:lstStyle/>
          <a:p>
            <a:pPr algn="l"/>
            <a:r>
              <a:rPr sz="1200" b="0" i="0">
                <a:solidFill>
                  <a:srgbClr val="000000"/>
                </a:solidFill>
                <a:latin typeface="Source Sans Pro"/>
              </a:rPr>
              <a:t>Platform kill (Level 3) — The runbook additionally calls the Azure Service Bus Management API to set the topic to Disabled mode, stopping new messages from being enqueued by SWEE and stopping AO consumers from dequeuing new messages.</a:t>
            </a:r>
          </a:p>
        </p:txBody>
      </p:sp>
      <p:sp>
        <p:nvSpPr>
          <p:cNvPr id="10" name="TextBox 9"/>
          <p:cNvSpPr txBox="1"/>
          <p:nvPr/>
        </p:nvSpPr>
        <p:spPr>
          <a:xfrm>
            <a:off x="832104" y="5349240"/>
            <a:ext cx="10515600" cy="411480"/>
          </a:xfrm>
          <a:prstGeom prst="rect">
            <a:avLst/>
          </a:prstGeom>
          <a:noFill/>
        </p:spPr>
        <p:txBody>
          <a:bodyPr wrap="square">
            <a:spAutoFit/>
          </a:bodyPr>
          <a:lstStyle/>
          <a:p>
            <a:pPr algn="l"/>
            <a:r>
              <a:rPr sz="1100" b="1" i="0">
                <a:solidFill>
                  <a:srgbClr val="005AAB"/>
                </a:solidFill>
                <a:latin typeface="Source Sans Pro"/>
              </a:rPr>
              <a:t>Operational requirement: The runbook must be tested at minimum quarterly in the test environment to confirm the end-to-end kill switch path is functional (flag change → agent stops → Cosmos DB record created → Teams notification received).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Service Bus Drain &amp; Safe Resume Procedure</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274320"/>
          </a:xfrm>
          <a:prstGeom prst="rect">
            <a:avLst/>
          </a:prstGeom>
          <a:noFill/>
        </p:spPr>
        <p:txBody>
          <a:bodyPr wrap="square">
            <a:spAutoFit/>
          </a:bodyPr>
          <a:lstStyle/>
          <a:p>
            <a:pPr algn="l"/>
            <a:r>
              <a:rPr sz="1200" b="1" i="0">
                <a:solidFill>
                  <a:srgbClr val="005AAB"/>
                </a:solidFill>
                <a:latin typeface="Source Sans Pro"/>
              </a:rPr>
              <a:t>Service Bus Drain (activated as part of a Platform Kill — Level 3)</a:t>
            </a:r>
          </a:p>
        </p:txBody>
      </p:sp>
      <p:sp>
        <p:nvSpPr>
          <p:cNvPr id="7" name="TextBox 6"/>
          <p:cNvSpPr txBox="1"/>
          <p:nvPr/>
        </p:nvSpPr>
        <p:spPr>
          <a:xfrm>
            <a:off x="832104" y="1005840"/>
            <a:ext cx="10515600" cy="1737360"/>
          </a:xfrm>
          <a:prstGeom prst="rect">
            <a:avLst/>
          </a:prstGeom>
          <a:noFill/>
        </p:spPr>
        <p:txBody>
          <a:bodyPr wrap="square">
            <a:spAutoFit/>
          </a:bodyPr>
          <a:lstStyle/>
          <a:p>
            <a:pPr algn="l"/>
            <a:r>
              <a:rPr sz="1200" b="0" i="0">
                <a:latin typeface="Source Sans Pro"/>
              </a:rPr>
              <a:t>Activating a kill switch stops new email processing but does not immediately affect ~20 emails already in-flight (agent containers currently processing a message and holding a lock).</a:t>
            </a:r>
          </a:p>
          <a:p>
            <a:pPr algn="l"/>
            <a:r>
              <a:rPr sz="1200" b="0" i="0">
                <a:latin typeface="Source Sans Pro"/>
              </a:rPr>
              <a:t/>
            </a:r>
          </a:p>
          <a:p>
            <a:pPr algn="l"/>
            <a:r>
              <a:rPr sz="1200" b="0" i="0">
                <a:latin typeface="Source Sans Pro"/>
              </a:rPr>
              <a:t>1.  Runbook sets Service Bus topic to Disabled mode — stops new messages from SWEE being enqueued; stops AO consumers from dequeuing new messages.</a:t>
            </a:r>
          </a:p>
          <a:p>
            <a:pPr algn="l"/>
            <a:r>
              <a:rPr sz="1200" b="0" i="0">
                <a:latin typeface="Source Sans Pro"/>
              </a:rPr>
              <a:t>2.  In-flight messages with active locks will either: (a) complete processing normally within ≤ 5 minutes, or (b) be abandoned by the agent on its next App Configuration flag check, returning them to the queue.</a:t>
            </a:r>
          </a:p>
          <a:p>
            <a:pPr algn="l"/>
            <a:r>
              <a:rPr sz="1200" b="0" i="0">
                <a:latin typeface="Source Sans Pro"/>
              </a:rPr>
              <a:t>3.  After all in-flight locks expire (within 5 minutes), the queue is effectively drained — no new processing occurs.</a:t>
            </a:r>
          </a:p>
        </p:txBody>
      </p:sp>
      <p:sp>
        <p:nvSpPr>
          <p:cNvPr id="8" name="TextBox 7"/>
          <p:cNvSpPr txBox="1"/>
          <p:nvPr/>
        </p:nvSpPr>
        <p:spPr>
          <a:xfrm>
            <a:off x="832104" y="2788920"/>
            <a:ext cx="10515600" cy="274320"/>
          </a:xfrm>
          <a:prstGeom prst="rect">
            <a:avLst/>
          </a:prstGeom>
          <a:noFill/>
        </p:spPr>
        <p:txBody>
          <a:bodyPr wrap="square">
            <a:spAutoFit/>
          </a:bodyPr>
          <a:lstStyle/>
          <a:p>
            <a:pPr algn="l"/>
            <a:r>
              <a:rPr sz="1200" b="1" i="0">
                <a:solidFill>
                  <a:srgbClr val="005AAB"/>
                </a:solidFill>
                <a:latin typeface="Source Sans Pro"/>
              </a:rPr>
              <a:t>Safe Resume Procedure — explicit positive action required (6-step checklist)</a:t>
            </a:r>
          </a:p>
        </p:txBody>
      </p:sp>
      <p:sp>
        <p:nvSpPr>
          <p:cNvPr id="9" name="TextBox 8"/>
          <p:cNvSpPr txBox="1"/>
          <p:nvPr/>
        </p:nvSpPr>
        <p:spPr>
          <a:xfrm>
            <a:off x="832104" y="3108960"/>
            <a:ext cx="10515600" cy="2377440"/>
          </a:xfrm>
          <a:prstGeom prst="rect">
            <a:avLst/>
          </a:prstGeom>
          <a:noFill/>
        </p:spPr>
        <p:txBody>
          <a:bodyPr wrap="square">
            <a:spAutoFit/>
          </a:bodyPr>
          <a:lstStyle/>
          <a:p>
            <a:pPr algn="l"/>
            <a:r>
              <a:rPr sz="1200" b="0" i="0">
                <a:latin typeface="Source Sans Pro"/>
              </a:rPr>
              <a:t>1.  Ops team documents the incident root cause in the incident management system.</a:t>
            </a:r>
          </a:p>
          <a:p>
            <a:pPr algn="l"/>
            <a:r>
              <a:rPr sz="1200" b="0" i="0">
                <a:latin typeface="Source Sans Pro"/>
              </a:rPr>
              <a:t>2.  AO team or AIGP team (depending on root cause) confirms the issue is resolved.</a:t>
            </a:r>
          </a:p>
          <a:p>
            <a:pPr algn="l"/>
            <a:r>
              <a:rPr sz="1200" b="0" i="0">
                <a:latin typeface="Source Sans Pro"/>
              </a:rPr>
              <a:t>3.  Ops team lead and AIGP team lead both approve the resume in Azure DevOps (parallel approval task — double approval required; neither can approve alone).</a:t>
            </a:r>
          </a:p>
          <a:p>
            <a:pPr algn="l"/>
            <a:r>
              <a:rPr sz="1200" b="0" i="0">
                <a:latin typeface="Source Sans Pro"/>
              </a:rPr>
              <a:t>4.  Ops operator re-enables the kill switch flag in Azure App Configuration.</a:t>
            </a:r>
          </a:p>
          <a:p>
            <a:pPr algn="l"/>
            <a:r>
              <a:rPr sz="1200" b="0" i="0">
                <a:latin typeface="Source Sans Pro"/>
              </a:rPr>
              <a:t>5.  Service Bus topic is re-enabled.</a:t>
            </a:r>
          </a:p>
          <a:p>
            <a:pPr algn="l"/>
            <a:r>
              <a:rPr sz="1200" b="0" i="0">
                <a:latin typeface="Source Sans Pro"/>
              </a:rPr>
              <a:t>6.  Ops team monitors the AO Operations Dashboard for 30 minutes post-resume.</a:t>
            </a:r>
          </a:p>
          <a:p>
            <a:pPr algn="l"/>
            <a:r>
              <a:rPr sz="1200" b="0" i="0">
                <a:latin typeface="Source Sans Pro"/>
              </a:rPr>
              <a:t/>
            </a:r>
          </a:p>
          <a:p>
            <a:pPr algn="l"/>
            <a:r>
              <a:rPr sz="1200" b="0" i="0">
                <a:latin typeface="Source Sans Pro"/>
              </a:rPr>
              <a:t>The resume is logged in the Cosmos DB emergency stop record: status updated to 'resumed', resumedAt and resumedBy fields populated.</a:t>
            </a:r>
          </a:p>
        </p:txBody>
      </p:sp>
      <p:sp>
        <p:nvSpPr>
          <p:cNvPr id="10" name="TextBox 9"/>
          <p:cNvSpPr txBox="1"/>
          <p:nvPr/>
        </p:nvSpPr>
        <p:spPr>
          <a:xfrm>
            <a:off x="832104" y="5577840"/>
            <a:ext cx="10515600" cy="347472"/>
          </a:xfrm>
          <a:prstGeom prst="rect">
            <a:avLst/>
          </a:prstGeom>
          <a:noFill/>
        </p:spPr>
        <p:txBody>
          <a:bodyPr wrap="square">
            <a:spAutoFit/>
          </a:bodyPr>
          <a:lstStyle/>
          <a:p>
            <a:pPr algn="l"/>
            <a:r>
              <a:rPr sz="1000" b="0" i="1">
                <a:solidFill>
                  <a:srgbClr val="606060"/>
                </a:solidFill>
                <a:latin typeface="Source Sans Pro"/>
              </a:rPr>
              <a:t>Note (SWEE integration dependency): Service Bus Disabled mode during a platform kill may affect SWEE's ability to queue emails. SWEE must handle Service Bus publish failures gracefully (dead-letter SWEE-side, or brief in-memory queue). This must be specified to the SWEE team.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Emergency Stop Event Audit Record (Cosmos DB — ops-emergency-events)</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292608"/>
          </a:xfrm>
          <a:prstGeom prst="rect">
            <a:avLst/>
          </a:prstGeom>
          <a:noFill/>
        </p:spPr>
        <p:txBody>
          <a:bodyPr wrap="square">
            <a:spAutoFit/>
          </a:bodyPr>
          <a:lstStyle/>
          <a:p>
            <a:pPr algn="l"/>
            <a:r>
              <a:rPr sz="1200" b="0" i="0">
                <a:solidFill>
                  <a:srgbClr val="000000"/>
                </a:solidFill>
                <a:latin typeface="Source Sans Pro"/>
              </a:rPr>
              <a:t>Every stop and resume event is written as an immutable record to the Cosmos DB ops-emergency-events container. Fields:</a:t>
            </a:r>
          </a:p>
        </p:txBody>
      </p:sp>
      <p:sp>
        <p:nvSpPr>
          <p:cNvPr id="7" name="TextBox 6"/>
          <p:cNvSpPr txBox="1"/>
          <p:nvPr/>
        </p:nvSpPr>
        <p:spPr>
          <a:xfrm>
            <a:off x="832104" y="1024128"/>
            <a:ext cx="2514600" cy="320040"/>
          </a:xfrm>
          <a:prstGeom prst="rect">
            <a:avLst/>
          </a:prstGeom>
          <a:noFill/>
        </p:spPr>
        <p:txBody>
          <a:bodyPr wrap="square">
            <a:spAutoFit/>
          </a:bodyPr>
          <a:lstStyle/>
          <a:p>
            <a:pPr algn="l"/>
            <a:r>
              <a:rPr sz="1000" b="1" i="0">
                <a:solidFill>
                  <a:srgbClr val="005AAB"/>
                </a:solidFill>
                <a:latin typeface="Source Sans Pro"/>
              </a:rPr>
              <a:t>Field</a:t>
            </a:r>
          </a:p>
        </p:txBody>
      </p:sp>
      <p:sp>
        <p:nvSpPr>
          <p:cNvPr id="8" name="TextBox 7"/>
          <p:cNvSpPr txBox="1"/>
          <p:nvPr/>
        </p:nvSpPr>
        <p:spPr>
          <a:xfrm>
            <a:off x="3392424" y="1024128"/>
            <a:ext cx="7909559" cy="320040"/>
          </a:xfrm>
          <a:prstGeom prst="rect">
            <a:avLst/>
          </a:prstGeom>
          <a:noFill/>
        </p:spPr>
        <p:txBody>
          <a:bodyPr wrap="square">
            <a:spAutoFit/>
          </a:bodyPr>
          <a:lstStyle/>
          <a:p>
            <a:pPr algn="l"/>
            <a:r>
              <a:rPr sz="1000" b="1" i="0">
                <a:solidFill>
                  <a:srgbClr val="005AAB"/>
                </a:solidFill>
                <a:latin typeface="Source Sans Pro"/>
              </a:rPr>
              <a:t>Description</a:t>
            </a:r>
          </a:p>
        </p:txBody>
      </p:sp>
      <p:sp>
        <p:nvSpPr>
          <p:cNvPr id="9" name="TextBox 8"/>
          <p:cNvSpPr txBox="1"/>
          <p:nvPr/>
        </p:nvSpPr>
        <p:spPr>
          <a:xfrm>
            <a:off x="832104" y="1344168"/>
            <a:ext cx="2514600" cy="274320"/>
          </a:xfrm>
          <a:prstGeom prst="rect">
            <a:avLst/>
          </a:prstGeom>
          <a:noFill/>
        </p:spPr>
        <p:txBody>
          <a:bodyPr wrap="square">
            <a:spAutoFit/>
          </a:bodyPr>
          <a:lstStyle/>
          <a:p>
            <a:pPr algn="l"/>
            <a:r>
              <a:rPr sz="1000" b="0" i="0">
                <a:solidFill>
                  <a:srgbClr val="000000"/>
                </a:solidFill>
                <a:latin typeface="Source Sans Pro"/>
              </a:rPr>
              <a:t>id</a:t>
            </a:r>
          </a:p>
        </p:txBody>
      </p:sp>
      <p:sp>
        <p:nvSpPr>
          <p:cNvPr id="10" name="TextBox 9"/>
          <p:cNvSpPr txBox="1"/>
          <p:nvPr/>
        </p:nvSpPr>
        <p:spPr>
          <a:xfrm>
            <a:off x="3392424" y="1344168"/>
            <a:ext cx="7909559" cy="274320"/>
          </a:xfrm>
          <a:prstGeom prst="rect">
            <a:avLst/>
          </a:prstGeom>
          <a:noFill/>
        </p:spPr>
        <p:txBody>
          <a:bodyPr wrap="square">
            <a:spAutoFit/>
          </a:bodyPr>
          <a:lstStyle/>
          <a:p>
            <a:pPr algn="l"/>
            <a:r>
              <a:rPr sz="1000" b="0" i="0">
                <a:solidFill>
                  <a:srgbClr val="000000"/>
                </a:solidFill>
                <a:latin typeface="Source Sans Pro"/>
              </a:rPr>
              <a:t>UUID — unique identifier for the event record</a:t>
            </a:r>
          </a:p>
        </p:txBody>
      </p:sp>
      <p:sp>
        <p:nvSpPr>
          <p:cNvPr id="11" name="TextBox 10"/>
          <p:cNvSpPr txBox="1"/>
          <p:nvPr/>
        </p:nvSpPr>
        <p:spPr>
          <a:xfrm>
            <a:off x="832104" y="1636776"/>
            <a:ext cx="2514600" cy="274320"/>
          </a:xfrm>
          <a:prstGeom prst="rect">
            <a:avLst/>
          </a:prstGeom>
          <a:noFill/>
        </p:spPr>
        <p:txBody>
          <a:bodyPr wrap="square">
            <a:spAutoFit/>
          </a:bodyPr>
          <a:lstStyle/>
          <a:p>
            <a:pPr algn="l"/>
            <a:r>
              <a:rPr sz="1000" b="0" i="0">
                <a:solidFill>
                  <a:srgbClr val="000000"/>
                </a:solidFill>
                <a:latin typeface="Source Sans Pro"/>
              </a:rPr>
              <a:t>eventType</a:t>
            </a:r>
          </a:p>
        </p:txBody>
      </p:sp>
      <p:sp>
        <p:nvSpPr>
          <p:cNvPr id="12" name="TextBox 11"/>
          <p:cNvSpPr txBox="1"/>
          <p:nvPr/>
        </p:nvSpPr>
        <p:spPr>
          <a:xfrm>
            <a:off x="3392424" y="1636776"/>
            <a:ext cx="7909559" cy="274320"/>
          </a:xfrm>
          <a:prstGeom prst="rect">
            <a:avLst/>
          </a:prstGeom>
          <a:noFill/>
        </p:spPr>
        <p:txBody>
          <a:bodyPr wrap="square">
            <a:spAutoFit/>
          </a:bodyPr>
          <a:lstStyle/>
          <a:p>
            <a:pPr algn="l"/>
            <a:r>
              <a:rPr sz="1000" b="0" i="0">
                <a:solidFill>
                  <a:srgbClr val="000000"/>
                </a:solidFill>
                <a:latin typeface="Source Sans Pro"/>
              </a:rPr>
              <a:t>'emergency_stop' or 'emergency_resume'</a:t>
            </a:r>
          </a:p>
        </p:txBody>
      </p:sp>
      <p:sp>
        <p:nvSpPr>
          <p:cNvPr id="13" name="TextBox 12"/>
          <p:cNvSpPr txBox="1"/>
          <p:nvPr/>
        </p:nvSpPr>
        <p:spPr>
          <a:xfrm>
            <a:off x="832104" y="1929384"/>
            <a:ext cx="2514600" cy="274320"/>
          </a:xfrm>
          <a:prstGeom prst="rect">
            <a:avLst/>
          </a:prstGeom>
          <a:noFill/>
        </p:spPr>
        <p:txBody>
          <a:bodyPr wrap="square">
            <a:spAutoFit/>
          </a:bodyPr>
          <a:lstStyle/>
          <a:p>
            <a:pPr algn="l"/>
            <a:r>
              <a:rPr sz="1000" b="0" i="0">
                <a:solidFill>
                  <a:srgbClr val="000000"/>
                </a:solidFill>
                <a:latin typeface="Source Sans Pro"/>
              </a:rPr>
              <a:t>agentName</a:t>
            </a:r>
          </a:p>
        </p:txBody>
      </p:sp>
      <p:sp>
        <p:nvSpPr>
          <p:cNvPr id="14" name="TextBox 13"/>
          <p:cNvSpPr txBox="1"/>
          <p:nvPr/>
        </p:nvSpPr>
        <p:spPr>
          <a:xfrm>
            <a:off x="3392424" y="1929384"/>
            <a:ext cx="7909559" cy="274320"/>
          </a:xfrm>
          <a:prstGeom prst="rect">
            <a:avLst/>
          </a:prstGeom>
          <a:noFill/>
        </p:spPr>
        <p:txBody>
          <a:bodyPr wrap="square">
            <a:spAutoFit/>
          </a:bodyPr>
          <a:lstStyle/>
          <a:p>
            <a:pPr algn="l"/>
            <a:r>
              <a:rPr sz="1000" b="0" i="0">
                <a:solidFill>
                  <a:srgbClr val="000000"/>
                </a:solidFill>
                <a:latin typeface="Source Sans Pro"/>
              </a:rPr>
              <a:t>Agent name, or 'PLATFORM' for a platform-level kill</a:t>
            </a:r>
          </a:p>
        </p:txBody>
      </p:sp>
      <p:sp>
        <p:nvSpPr>
          <p:cNvPr id="15" name="TextBox 14"/>
          <p:cNvSpPr txBox="1"/>
          <p:nvPr/>
        </p:nvSpPr>
        <p:spPr>
          <a:xfrm>
            <a:off x="832104" y="2221992"/>
            <a:ext cx="2514600" cy="274320"/>
          </a:xfrm>
          <a:prstGeom prst="rect">
            <a:avLst/>
          </a:prstGeom>
          <a:noFill/>
        </p:spPr>
        <p:txBody>
          <a:bodyPr wrap="square">
            <a:spAutoFit/>
          </a:bodyPr>
          <a:lstStyle/>
          <a:p>
            <a:pPr algn="l"/>
            <a:r>
              <a:rPr sz="1000" b="0" i="0">
                <a:solidFill>
                  <a:srgbClr val="000000"/>
                </a:solidFill>
                <a:latin typeface="Source Sans Pro"/>
              </a:rPr>
              <a:t>semver</a:t>
            </a:r>
          </a:p>
        </p:txBody>
      </p:sp>
      <p:sp>
        <p:nvSpPr>
          <p:cNvPr id="16" name="TextBox 15"/>
          <p:cNvSpPr txBox="1"/>
          <p:nvPr/>
        </p:nvSpPr>
        <p:spPr>
          <a:xfrm>
            <a:off x="3392424" y="2221992"/>
            <a:ext cx="7909559" cy="274320"/>
          </a:xfrm>
          <a:prstGeom prst="rect">
            <a:avLst/>
          </a:prstGeom>
          <a:noFill/>
        </p:spPr>
        <p:txBody>
          <a:bodyPr wrap="square">
            <a:spAutoFit/>
          </a:bodyPr>
          <a:lstStyle/>
          <a:p>
            <a:pPr algn="l"/>
            <a:r>
              <a:rPr sz="1000" b="0" i="0">
                <a:solidFill>
                  <a:srgbClr val="000000"/>
                </a:solidFill>
                <a:latin typeface="Source Sans Pro"/>
              </a:rPr>
              <a:t>Agent version, or 'ALL' for agent-level or platform kill</a:t>
            </a:r>
          </a:p>
        </p:txBody>
      </p:sp>
      <p:sp>
        <p:nvSpPr>
          <p:cNvPr id="17" name="TextBox 16"/>
          <p:cNvSpPr txBox="1"/>
          <p:nvPr/>
        </p:nvSpPr>
        <p:spPr>
          <a:xfrm>
            <a:off x="832104" y="2514600"/>
            <a:ext cx="2514600" cy="274320"/>
          </a:xfrm>
          <a:prstGeom prst="rect">
            <a:avLst/>
          </a:prstGeom>
          <a:noFill/>
        </p:spPr>
        <p:txBody>
          <a:bodyPr wrap="square">
            <a:spAutoFit/>
          </a:bodyPr>
          <a:lstStyle/>
          <a:p>
            <a:pPr algn="l"/>
            <a:r>
              <a:rPr sz="1000" b="0" i="0">
                <a:solidFill>
                  <a:srgbClr val="000000"/>
                </a:solidFill>
                <a:latin typeface="Source Sans Pro"/>
              </a:rPr>
              <a:t>scope</a:t>
            </a:r>
          </a:p>
        </p:txBody>
      </p:sp>
      <p:sp>
        <p:nvSpPr>
          <p:cNvPr id="18" name="TextBox 17"/>
          <p:cNvSpPr txBox="1"/>
          <p:nvPr/>
        </p:nvSpPr>
        <p:spPr>
          <a:xfrm>
            <a:off x="3392424" y="2514600"/>
            <a:ext cx="7909559" cy="274320"/>
          </a:xfrm>
          <a:prstGeom prst="rect">
            <a:avLst/>
          </a:prstGeom>
          <a:noFill/>
        </p:spPr>
        <p:txBody>
          <a:bodyPr wrap="square">
            <a:spAutoFit/>
          </a:bodyPr>
          <a:lstStyle/>
          <a:p>
            <a:pPr algn="l"/>
            <a:r>
              <a:rPr sz="1000" b="0" i="0">
                <a:solidFill>
                  <a:srgbClr val="000000"/>
                </a:solidFill>
                <a:latin typeface="Source Sans Pro"/>
              </a:rPr>
              <a:t>'agent_version'  /  'agent'  /  'platform'</a:t>
            </a:r>
          </a:p>
        </p:txBody>
      </p:sp>
      <p:sp>
        <p:nvSpPr>
          <p:cNvPr id="19" name="TextBox 18"/>
          <p:cNvSpPr txBox="1"/>
          <p:nvPr/>
        </p:nvSpPr>
        <p:spPr>
          <a:xfrm>
            <a:off x="832104" y="2807208"/>
            <a:ext cx="2514600" cy="274320"/>
          </a:xfrm>
          <a:prstGeom prst="rect">
            <a:avLst/>
          </a:prstGeom>
          <a:noFill/>
        </p:spPr>
        <p:txBody>
          <a:bodyPr wrap="square">
            <a:spAutoFit/>
          </a:bodyPr>
          <a:lstStyle/>
          <a:p>
            <a:pPr algn="l"/>
            <a:r>
              <a:rPr sz="1000" b="0" i="0">
                <a:solidFill>
                  <a:srgbClr val="000000"/>
                </a:solidFill>
                <a:latin typeface="Source Sans Pro"/>
              </a:rPr>
              <a:t>triggeredBy</a:t>
            </a:r>
          </a:p>
        </p:txBody>
      </p:sp>
      <p:sp>
        <p:nvSpPr>
          <p:cNvPr id="20" name="TextBox 19"/>
          <p:cNvSpPr txBox="1"/>
          <p:nvPr/>
        </p:nvSpPr>
        <p:spPr>
          <a:xfrm>
            <a:off x="3392424" y="2807208"/>
            <a:ext cx="7909559" cy="274320"/>
          </a:xfrm>
          <a:prstGeom prst="rect">
            <a:avLst/>
          </a:prstGeom>
          <a:noFill/>
        </p:spPr>
        <p:txBody>
          <a:bodyPr wrap="square">
            <a:spAutoFit/>
          </a:bodyPr>
          <a:lstStyle/>
          <a:p>
            <a:pPr algn="l"/>
            <a:r>
              <a:rPr sz="1000" b="0" i="0">
                <a:solidFill>
                  <a:srgbClr val="000000"/>
                </a:solidFill>
                <a:latin typeface="Source Sans Pro"/>
              </a:rPr>
              <a:t>'anomaly_detector'  /  'aigp_policy'  /  'manual'</a:t>
            </a:r>
          </a:p>
        </p:txBody>
      </p:sp>
      <p:sp>
        <p:nvSpPr>
          <p:cNvPr id="21" name="TextBox 20"/>
          <p:cNvSpPr txBox="1"/>
          <p:nvPr/>
        </p:nvSpPr>
        <p:spPr>
          <a:xfrm>
            <a:off x="832104" y="3099816"/>
            <a:ext cx="2514600" cy="274320"/>
          </a:xfrm>
          <a:prstGeom prst="rect">
            <a:avLst/>
          </a:prstGeom>
          <a:noFill/>
        </p:spPr>
        <p:txBody>
          <a:bodyPr wrap="square">
            <a:spAutoFit/>
          </a:bodyPr>
          <a:lstStyle/>
          <a:p>
            <a:pPr algn="l"/>
            <a:r>
              <a:rPr sz="1000" b="0" i="0">
                <a:solidFill>
                  <a:srgbClr val="000000"/>
                </a:solidFill>
                <a:latin typeface="Source Sans Pro"/>
              </a:rPr>
              <a:t>triggeredByIdentity</a:t>
            </a:r>
          </a:p>
        </p:txBody>
      </p:sp>
      <p:sp>
        <p:nvSpPr>
          <p:cNvPr id="22" name="TextBox 21"/>
          <p:cNvSpPr txBox="1"/>
          <p:nvPr/>
        </p:nvSpPr>
        <p:spPr>
          <a:xfrm>
            <a:off x="3392424" y="3099816"/>
            <a:ext cx="7909559" cy="274320"/>
          </a:xfrm>
          <a:prstGeom prst="rect">
            <a:avLst/>
          </a:prstGeom>
          <a:noFill/>
        </p:spPr>
        <p:txBody>
          <a:bodyPr wrap="square">
            <a:spAutoFit/>
          </a:bodyPr>
          <a:lstStyle/>
          <a:p>
            <a:pPr algn="l"/>
            <a:r>
              <a:rPr sz="1000" b="0" i="0">
                <a:solidFill>
                  <a:srgbClr val="000000"/>
                </a:solidFill>
                <a:latin typeface="Source Sans Pro"/>
              </a:rPr>
              <a:t>Entra ID UPN (manual) or service principal name (automated)</a:t>
            </a:r>
          </a:p>
        </p:txBody>
      </p:sp>
      <p:sp>
        <p:nvSpPr>
          <p:cNvPr id="23" name="TextBox 22"/>
          <p:cNvSpPr txBox="1"/>
          <p:nvPr/>
        </p:nvSpPr>
        <p:spPr>
          <a:xfrm>
            <a:off x="832104" y="3392424"/>
            <a:ext cx="2514600" cy="274320"/>
          </a:xfrm>
          <a:prstGeom prst="rect">
            <a:avLst/>
          </a:prstGeom>
          <a:noFill/>
        </p:spPr>
        <p:txBody>
          <a:bodyPr wrap="square">
            <a:spAutoFit/>
          </a:bodyPr>
          <a:lstStyle/>
          <a:p>
            <a:pPr algn="l"/>
            <a:r>
              <a:rPr sz="1000" b="0" i="0">
                <a:solidFill>
                  <a:srgbClr val="000000"/>
                </a:solidFill>
                <a:latin typeface="Source Sans Pro"/>
              </a:rPr>
              <a:t>reason</a:t>
            </a:r>
          </a:p>
        </p:txBody>
      </p:sp>
      <p:sp>
        <p:nvSpPr>
          <p:cNvPr id="24" name="TextBox 23"/>
          <p:cNvSpPr txBox="1"/>
          <p:nvPr/>
        </p:nvSpPr>
        <p:spPr>
          <a:xfrm>
            <a:off x="3392424" y="3392424"/>
            <a:ext cx="7909559" cy="274320"/>
          </a:xfrm>
          <a:prstGeom prst="rect">
            <a:avLst/>
          </a:prstGeom>
          <a:noFill/>
        </p:spPr>
        <p:txBody>
          <a:bodyPr wrap="square">
            <a:spAutoFit/>
          </a:bodyPr>
          <a:lstStyle/>
          <a:p>
            <a:pPr algn="l"/>
            <a:r>
              <a:rPr sz="1000" b="0" i="0">
                <a:solidFill>
                  <a:srgbClr val="000000"/>
                </a:solidFill>
                <a:latin typeface="Source Sans Pro"/>
              </a:rPr>
              <a:t>Free-text or structured reason code describing the trigger</a:t>
            </a:r>
          </a:p>
        </p:txBody>
      </p:sp>
      <p:sp>
        <p:nvSpPr>
          <p:cNvPr id="25" name="TextBox 24"/>
          <p:cNvSpPr txBox="1"/>
          <p:nvPr/>
        </p:nvSpPr>
        <p:spPr>
          <a:xfrm>
            <a:off x="832104" y="3685032"/>
            <a:ext cx="2514600" cy="274320"/>
          </a:xfrm>
          <a:prstGeom prst="rect">
            <a:avLst/>
          </a:prstGeom>
          <a:noFill/>
        </p:spPr>
        <p:txBody>
          <a:bodyPr wrap="square">
            <a:spAutoFit/>
          </a:bodyPr>
          <a:lstStyle/>
          <a:p>
            <a:pPr algn="l"/>
            <a:r>
              <a:rPr sz="1000" b="0" i="0">
                <a:solidFill>
                  <a:srgbClr val="000000"/>
                </a:solidFill>
                <a:latin typeface="Source Sans Pro"/>
              </a:rPr>
              <a:t>stoppedAt</a:t>
            </a:r>
          </a:p>
        </p:txBody>
      </p:sp>
      <p:sp>
        <p:nvSpPr>
          <p:cNvPr id="26" name="TextBox 25"/>
          <p:cNvSpPr txBox="1"/>
          <p:nvPr/>
        </p:nvSpPr>
        <p:spPr>
          <a:xfrm>
            <a:off x="3392424" y="3685032"/>
            <a:ext cx="7909559" cy="274320"/>
          </a:xfrm>
          <a:prstGeom prst="rect">
            <a:avLst/>
          </a:prstGeom>
          <a:noFill/>
        </p:spPr>
        <p:txBody>
          <a:bodyPr wrap="square">
            <a:spAutoFit/>
          </a:bodyPr>
          <a:lstStyle/>
          <a:p>
            <a:pPr algn="l"/>
            <a:r>
              <a:rPr sz="1000" b="0" i="0">
                <a:solidFill>
                  <a:srgbClr val="000000"/>
                </a:solidFill>
                <a:latin typeface="Source Sans Pro"/>
              </a:rPr>
              <a:t>ISO 8601 timestamp of the stop event</a:t>
            </a:r>
          </a:p>
        </p:txBody>
      </p:sp>
      <p:sp>
        <p:nvSpPr>
          <p:cNvPr id="27" name="TextBox 26"/>
          <p:cNvSpPr txBox="1"/>
          <p:nvPr/>
        </p:nvSpPr>
        <p:spPr>
          <a:xfrm>
            <a:off x="832104" y="3977640"/>
            <a:ext cx="2514600" cy="274320"/>
          </a:xfrm>
          <a:prstGeom prst="rect">
            <a:avLst/>
          </a:prstGeom>
          <a:noFill/>
        </p:spPr>
        <p:txBody>
          <a:bodyPr wrap="square">
            <a:spAutoFit/>
          </a:bodyPr>
          <a:lstStyle/>
          <a:p>
            <a:pPr algn="l"/>
            <a:r>
              <a:rPr sz="1000" b="0" i="0">
                <a:solidFill>
                  <a:srgbClr val="000000"/>
                </a:solidFill>
                <a:latin typeface="Source Sans Pro"/>
              </a:rPr>
              <a:t>resumedAt</a:t>
            </a:r>
          </a:p>
        </p:txBody>
      </p:sp>
      <p:sp>
        <p:nvSpPr>
          <p:cNvPr id="28" name="TextBox 27"/>
          <p:cNvSpPr txBox="1"/>
          <p:nvPr/>
        </p:nvSpPr>
        <p:spPr>
          <a:xfrm>
            <a:off x="3392424" y="3977640"/>
            <a:ext cx="7909559" cy="274320"/>
          </a:xfrm>
          <a:prstGeom prst="rect">
            <a:avLst/>
          </a:prstGeom>
          <a:noFill/>
        </p:spPr>
        <p:txBody>
          <a:bodyPr wrap="square">
            <a:spAutoFit/>
          </a:bodyPr>
          <a:lstStyle/>
          <a:p>
            <a:pPr algn="l"/>
            <a:r>
              <a:rPr sz="1000" b="0" i="0">
                <a:solidFill>
                  <a:srgbClr val="000000"/>
                </a:solidFill>
                <a:latin typeface="Source Sans Pro"/>
              </a:rPr>
              <a:t>ISO 8601 timestamp (populated on resume; null while stop is active)</a:t>
            </a:r>
          </a:p>
        </p:txBody>
      </p:sp>
      <p:sp>
        <p:nvSpPr>
          <p:cNvPr id="29" name="TextBox 28"/>
          <p:cNvSpPr txBox="1"/>
          <p:nvPr/>
        </p:nvSpPr>
        <p:spPr>
          <a:xfrm>
            <a:off x="832104" y="4270248"/>
            <a:ext cx="2514600" cy="274320"/>
          </a:xfrm>
          <a:prstGeom prst="rect">
            <a:avLst/>
          </a:prstGeom>
          <a:noFill/>
        </p:spPr>
        <p:txBody>
          <a:bodyPr wrap="square">
            <a:spAutoFit/>
          </a:bodyPr>
          <a:lstStyle/>
          <a:p>
            <a:pPr algn="l"/>
            <a:r>
              <a:rPr sz="1000" b="0" i="0">
                <a:solidFill>
                  <a:srgbClr val="000000"/>
                </a:solidFill>
                <a:latin typeface="Source Sans Pro"/>
              </a:rPr>
              <a:t>resumedBy</a:t>
            </a:r>
          </a:p>
        </p:txBody>
      </p:sp>
      <p:sp>
        <p:nvSpPr>
          <p:cNvPr id="30" name="TextBox 29"/>
          <p:cNvSpPr txBox="1"/>
          <p:nvPr/>
        </p:nvSpPr>
        <p:spPr>
          <a:xfrm>
            <a:off x="3392424" y="4270248"/>
            <a:ext cx="7909559" cy="274320"/>
          </a:xfrm>
          <a:prstGeom prst="rect">
            <a:avLst/>
          </a:prstGeom>
          <a:noFill/>
        </p:spPr>
        <p:txBody>
          <a:bodyPr wrap="square">
            <a:spAutoFit/>
          </a:bodyPr>
          <a:lstStyle/>
          <a:p>
            <a:pPr algn="l"/>
            <a:r>
              <a:rPr sz="1000" b="0" i="0">
                <a:solidFill>
                  <a:srgbClr val="000000"/>
                </a:solidFill>
                <a:latin typeface="Source Sans Pro"/>
              </a:rPr>
              <a:t>Entra ID UPN of the approving Ops team lead</a:t>
            </a:r>
          </a:p>
        </p:txBody>
      </p:sp>
      <p:sp>
        <p:nvSpPr>
          <p:cNvPr id="31" name="TextBox 30"/>
          <p:cNvSpPr txBox="1"/>
          <p:nvPr/>
        </p:nvSpPr>
        <p:spPr>
          <a:xfrm>
            <a:off x="832104" y="4562856"/>
            <a:ext cx="2514600" cy="274320"/>
          </a:xfrm>
          <a:prstGeom prst="rect">
            <a:avLst/>
          </a:prstGeom>
          <a:noFill/>
        </p:spPr>
        <p:txBody>
          <a:bodyPr wrap="square">
            <a:spAutoFit/>
          </a:bodyPr>
          <a:lstStyle/>
          <a:p>
            <a:pPr algn="l"/>
            <a:r>
              <a:rPr sz="1000" b="0" i="0">
                <a:solidFill>
                  <a:srgbClr val="000000"/>
                </a:solidFill>
                <a:latin typeface="Source Sans Pro"/>
              </a:rPr>
              <a:t>messagesInFlightAtStop</a:t>
            </a:r>
          </a:p>
        </p:txBody>
      </p:sp>
      <p:sp>
        <p:nvSpPr>
          <p:cNvPr id="32" name="TextBox 31"/>
          <p:cNvSpPr txBox="1"/>
          <p:nvPr/>
        </p:nvSpPr>
        <p:spPr>
          <a:xfrm>
            <a:off x="3392424" y="4562856"/>
            <a:ext cx="7909559" cy="274320"/>
          </a:xfrm>
          <a:prstGeom prst="rect">
            <a:avLst/>
          </a:prstGeom>
          <a:noFill/>
        </p:spPr>
        <p:txBody>
          <a:bodyPr wrap="square">
            <a:spAutoFit/>
          </a:bodyPr>
          <a:lstStyle/>
          <a:p>
            <a:pPr algn="l"/>
            <a:r>
              <a:rPr sz="1000" b="0" i="0">
                <a:solidFill>
                  <a:srgbClr val="000000"/>
                </a:solidFill>
                <a:latin typeface="Source Sans Pro"/>
              </a:rPr>
              <a:t>Count of messages held by active Service Bus locks at stop time</a:t>
            </a:r>
          </a:p>
        </p:txBody>
      </p:sp>
      <p:sp>
        <p:nvSpPr>
          <p:cNvPr id="33" name="TextBox 32"/>
          <p:cNvSpPr txBox="1"/>
          <p:nvPr/>
        </p:nvSpPr>
        <p:spPr>
          <a:xfrm>
            <a:off x="832104" y="4855464"/>
            <a:ext cx="2514600" cy="274320"/>
          </a:xfrm>
          <a:prstGeom prst="rect">
            <a:avLst/>
          </a:prstGeom>
          <a:noFill/>
        </p:spPr>
        <p:txBody>
          <a:bodyPr wrap="square">
            <a:spAutoFit/>
          </a:bodyPr>
          <a:lstStyle/>
          <a:p>
            <a:pPr algn="l"/>
            <a:r>
              <a:rPr sz="1000" b="0" i="0">
                <a:solidFill>
                  <a:srgbClr val="000000"/>
                </a:solidFill>
                <a:latin typeface="Source Sans Pro"/>
              </a:rPr>
              <a:t>affectedEmailCount</a:t>
            </a:r>
          </a:p>
        </p:txBody>
      </p:sp>
      <p:sp>
        <p:nvSpPr>
          <p:cNvPr id="34" name="TextBox 33"/>
          <p:cNvSpPr txBox="1"/>
          <p:nvPr/>
        </p:nvSpPr>
        <p:spPr>
          <a:xfrm>
            <a:off x="3392424" y="4855464"/>
            <a:ext cx="7909559" cy="274320"/>
          </a:xfrm>
          <a:prstGeom prst="rect">
            <a:avLst/>
          </a:prstGeom>
          <a:noFill/>
        </p:spPr>
        <p:txBody>
          <a:bodyPr wrap="square">
            <a:spAutoFit/>
          </a:bodyPr>
          <a:lstStyle/>
          <a:p>
            <a:pPr algn="l"/>
            <a:r>
              <a:rPr sz="1000" b="0" i="0">
                <a:solidFill>
                  <a:srgbClr val="000000"/>
                </a:solidFill>
                <a:latin typeface="Source Sans Pro"/>
              </a:rPr>
              <a:t>Count of emails re-queued or routed to Human Officer Queue</a:t>
            </a:r>
          </a:p>
        </p:txBody>
      </p:sp>
      <p:sp>
        <p:nvSpPr>
          <p:cNvPr id="35" name="TextBox 34"/>
          <p:cNvSpPr txBox="1"/>
          <p:nvPr/>
        </p:nvSpPr>
        <p:spPr>
          <a:xfrm>
            <a:off x="832104" y="5559552"/>
            <a:ext cx="10515600" cy="384048"/>
          </a:xfrm>
          <a:prstGeom prst="rect">
            <a:avLst/>
          </a:prstGeom>
          <a:noFill/>
        </p:spPr>
        <p:txBody>
          <a:bodyPr wrap="square">
            <a:spAutoFit/>
          </a:bodyPr>
          <a:lstStyle/>
          <a:p>
            <a:pPr algn="l"/>
            <a:r>
              <a:rPr sz="1000" b="1" i="0">
                <a:solidFill>
                  <a:srgbClr val="005AAB"/>
                </a:solidFill>
                <a:latin typeface="Source Sans Pro"/>
              </a:rPr>
              <a:t>This record, combined with the Azure DevOps double-approval resume trail, constitutes the ISO 27001 A.16 (Information Security Incident Management) record for Emergency Stop events. Retained for 7 years (IM8 / WOG record retention requirement).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Emergency Stop — Options Comparison &amp; Recommendation</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Incident Management</a:t>
            </a:r>
          </a:p>
        </p:txBody>
      </p:sp>
      <p:sp>
        <p:nvSpPr>
          <p:cNvPr id="6" name="TextBox 5"/>
          <p:cNvSpPr txBox="1"/>
          <p:nvPr/>
        </p:nvSpPr>
        <p:spPr>
          <a:xfrm>
            <a:off x="832104" y="685800"/>
            <a:ext cx="10515600" cy="5257800"/>
          </a:xfrm>
          <a:prstGeom prst="rect">
            <a:avLst/>
          </a:prstGeom>
          <a:noFill/>
        </p:spPr>
        <p:txBody>
          <a:bodyPr wrap="square">
            <a:spAutoFit/>
          </a:bodyPr>
          <a:lstStyle/>
          <a:p>
            <a:pPr algn="l"/>
            <a:r>
              <a:rPr sz="1100" b="0" i="0">
                <a:latin typeface="Source Sans Pro"/>
              </a:rPr>
              <a:t>✔ Option 1 (Recommended) — Azure App Configuration Feature Flag Kill Switch + Azure Automation Runbook + Service Bus Drain</a:t>
            </a:r>
          </a:p>
          <a:p>
            <a:pPr algn="l"/>
            <a:r>
              <a:rPr sz="1100" b="0" i="0">
                <a:latin typeface="Source Sans Pro"/>
              </a:rPr>
              <a:t>  • 3-level hierarchy (agent-version / agent / platform) — independently controllable</a:t>
            </a:r>
          </a:p>
          <a:p>
            <a:pPr algn="l"/>
            <a:r>
              <a:rPr sz="1100" b="0" i="0">
                <a:latin typeface="Source Sans Pro"/>
              </a:rPr>
              <a:t>  • Flag propagation &lt; 5 s via Azure Event Grid push; meets ≤ 30 s requirement with margin</a:t>
            </a:r>
          </a:p>
          <a:p>
            <a:pPr algn="l"/>
            <a:r>
              <a:rPr sz="1100" b="0" i="0">
                <a:latin typeface="Source Sans Pro"/>
              </a:rPr>
              <a:t>  • ACA scale-to-zero invoked as a secondary action 5 minutes after the flag stop</a:t>
            </a:r>
          </a:p>
          <a:p>
            <a:pPr algn="l"/>
            <a:r>
              <a:rPr sz="1100" b="0" i="0">
                <a:latin typeface="Source Sans Pro"/>
              </a:rPr>
              <a:t>  Pros: Automated runbook triggers even without an Ops engineer online; full Cosmos DB audit record satisfies ISO 27001 A.16; explicit double-approval resume prevents premature restart</a:t>
            </a:r>
          </a:p>
          <a:p>
            <a:pPr algn="l"/>
            <a:r>
              <a:rPr sz="1100" b="0" i="0">
                <a:latin typeface="Source Sans Pro"/>
              </a:rPr>
              <a:t>  Cons: Event-driven SDK refresh requires specific config in agent code (must be CI-validated); Service Bus Disabled mode creates a SWEE dependency that must be managed</a:t>
            </a:r>
          </a:p>
          <a:p>
            <a:pPr algn="l"/>
            <a:r>
              <a:rPr sz="1100" b="0" i="0">
                <a:latin typeface="Source Sans Pro"/>
              </a:rPr>
              <a:t/>
            </a:r>
          </a:p>
          <a:p>
            <a:pPr algn="l"/>
            <a:r>
              <a:rPr sz="1100" b="0" i="0">
                <a:latin typeface="Source Sans Pro"/>
              </a:rPr>
              <a:t>Option 2 — Azure API Management Policy Kill Switch</a:t>
            </a:r>
          </a:p>
          <a:p>
            <a:pPr algn="l"/>
            <a:r>
              <a:rPr sz="1100" b="0" i="0">
                <a:latin typeface="Source Sans Pro"/>
              </a:rPr>
              <a:t>  Update APIM inbound policies to return HTTP 503 for all agent requests</a:t>
            </a:r>
          </a:p>
          <a:p>
            <a:pPr algn="l"/>
            <a:r>
              <a:rPr sz="1100" b="0" i="0">
                <a:latin typeface="Source Sans Pro"/>
              </a:rPr>
              <a:t>  Pros: Centralised at APIM layer; no agent-side SDK changes required</a:t>
            </a:r>
          </a:p>
          <a:p>
            <a:pPr algn="l"/>
            <a:r>
              <a:rPr sz="1100" b="0" i="0">
                <a:latin typeface="Source Sans Pro"/>
              </a:rPr>
              <a:t>  Cons: APIM policy propagation 30–60 s — may not meet ≤ 30 s requirement; stops agents at the AIGP API call layer only (agents already in reasoning steps continue running); does not address SWEE-to-Service Bus ingestion (new emails keep being enqueued)</a:t>
            </a:r>
          </a:p>
          <a:p>
            <a:pPr algn="l"/>
            <a:r>
              <a:rPr sz="1100" b="0" i="0">
                <a:latin typeface="Source Sans Pro"/>
              </a:rPr>
              <a:t/>
            </a:r>
          </a:p>
          <a:p>
            <a:pPr algn="l"/>
            <a:r>
              <a:rPr sz="1100" b="0" i="0">
                <a:latin typeface="Source Sans Pro"/>
              </a:rPr>
              <a:t>Option 3 — ACA Scale-to-Zero Force</a:t>
            </a:r>
          </a:p>
          <a:p>
            <a:pPr algn="l"/>
            <a:r>
              <a:rPr sz="1100" b="0" i="0">
                <a:latin typeface="Source Sans Pro"/>
              </a:rPr>
              <a:t>  Force all Container Apps to scale to zero replicas via the Azure ARM API</a:t>
            </a:r>
          </a:p>
          <a:p>
            <a:pPr algn="l"/>
            <a:r>
              <a:rPr sz="1100" b="0" i="0">
                <a:latin typeface="Source Sans Pro"/>
              </a:rPr>
              <a:t>  Pros: Definitive — agents cannot run if containers are stopped</a:t>
            </a:r>
          </a:p>
          <a:p>
            <a:pPr algn="l"/>
            <a:r>
              <a:rPr sz="1100" b="0" i="0">
                <a:latin typeface="Source Sans Pro"/>
              </a:rPr>
              <a:t>  Cons: Not instant (1–3 min for containers to drain); does not stop in-flight transactions already in progress; container restart takes 30–60 s/container on resume; Service Bus message locks remain held until expiry (≤ 5 min uncertainty window)</a:t>
            </a:r>
          </a:p>
          <a:p>
            <a:pPr algn="l"/>
            <a:r>
              <a:rPr sz="1100" b="0" i="0">
                <a:latin typeface="Source Sans Pro"/>
              </a:rPr>
              <a:t/>
            </a:r>
          </a:p>
          <a:p>
            <a:pPr algn="l"/>
            <a:r>
              <a:rPr sz="1100" b="0" i="0">
                <a:latin typeface="Source Sans Pro"/>
              </a:rPr>
              <a:t>IRAS Recommendation: Option 1 as the primary kill switch, with Option 3 (ACA scale-to-zero) as a secondary action invoked 5 minutes later — combining the speed of App Configuration flag propagation with the finality of container termination for any agent that fails to respond to the flag change.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Platform Reliability: Circuit Breakers &amp; Fallback Routing</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Platform Reliability &amp; SLAs</a:t>
            </a:r>
          </a:p>
        </p:txBody>
      </p:sp>
      <p:sp>
        <p:nvSpPr>
          <p:cNvPr id="6" name="TextBox 5"/>
          <p:cNvSpPr txBox="1"/>
          <p:nvPr/>
        </p:nvSpPr>
        <p:spPr>
          <a:xfrm>
            <a:off x="832104" y="685800"/>
            <a:ext cx="10515600" cy="320040"/>
          </a:xfrm>
          <a:prstGeom prst="rect">
            <a:avLst/>
          </a:prstGeom>
          <a:noFill/>
        </p:spPr>
        <p:txBody>
          <a:bodyPr wrap="square">
            <a:spAutoFit/>
          </a:bodyPr>
          <a:lstStyle/>
          <a:p>
            <a:pPr algn="l"/>
            <a:r>
              <a:rPr sz="1300" b="1" i="0">
                <a:latin typeface="Source Sans Pro"/>
              </a:rPr>
              <a:t>Options Comparison</a:t>
            </a:r>
          </a:p>
        </p:txBody>
      </p:sp>
      <p:sp>
        <p:nvSpPr>
          <p:cNvPr id="7" name="TextBox 6"/>
          <p:cNvSpPr txBox="1"/>
          <p:nvPr/>
        </p:nvSpPr>
        <p:spPr>
          <a:xfrm>
            <a:off x="832104" y="1005840"/>
            <a:ext cx="1234440" cy="320040"/>
          </a:xfrm>
          <a:prstGeom prst="rect">
            <a:avLst/>
          </a:prstGeom>
          <a:noFill/>
        </p:spPr>
        <p:txBody>
          <a:bodyPr wrap="square">
            <a:spAutoFit/>
          </a:bodyPr>
          <a:lstStyle/>
          <a:p>
            <a:pPr algn="l"/>
            <a:r>
              <a:rPr sz="1000" b="1" i="0">
                <a:solidFill>
                  <a:srgbClr val="005AAB"/>
                </a:solidFill>
                <a:latin typeface="Source Sans Pro"/>
              </a:rPr>
              <a:t>Option</a:t>
            </a:r>
          </a:p>
        </p:txBody>
      </p:sp>
      <p:sp>
        <p:nvSpPr>
          <p:cNvPr id="8" name="TextBox 7"/>
          <p:cNvSpPr txBox="1"/>
          <p:nvPr/>
        </p:nvSpPr>
        <p:spPr>
          <a:xfrm>
            <a:off x="2112264" y="1005840"/>
            <a:ext cx="3794760" cy="320040"/>
          </a:xfrm>
          <a:prstGeom prst="rect">
            <a:avLst/>
          </a:prstGeom>
          <a:noFill/>
        </p:spPr>
        <p:txBody>
          <a:bodyPr wrap="square">
            <a:spAutoFit/>
          </a:bodyPr>
          <a:lstStyle/>
          <a:p>
            <a:pPr algn="l"/>
            <a:r>
              <a:rPr sz="1000" b="1" i="0">
                <a:solidFill>
                  <a:srgbClr val="005AAB"/>
                </a:solidFill>
                <a:latin typeface="Source Sans Pro"/>
              </a:rPr>
              <a:t>Approach</a:t>
            </a:r>
          </a:p>
        </p:txBody>
      </p:sp>
      <p:sp>
        <p:nvSpPr>
          <p:cNvPr id="9" name="TextBox 8"/>
          <p:cNvSpPr txBox="1"/>
          <p:nvPr/>
        </p:nvSpPr>
        <p:spPr>
          <a:xfrm>
            <a:off x="5952744" y="1005840"/>
            <a:ext cx="2560320" cy="320040"/>
          </a:xfrm>
          <a:prstGeom prst="rect">
            <a:avLst/>
          </a:prstGeom>
          <a:noFill/>
        </p:spPr>
        <p:txBody>
          <a:bodyPr wrap="square">
            <a:spAutoFit/>
          </a:bodyPr>
          <a:lstStyle/>
          <a:p>
            <a:pPr algn="l"/>
            <a:r>
              <a:rPr sz="1000" b="1" i="0">
                <a:solidFill>
                  <a:srgbClr val="005AAB"/>
                </a:solidFill>
                <a:latin typeface="Source Sans Pro"/>
              </a:rPr>
              <a:t>Pros</a:t>
            </a:r>
          </a:p>
        </p:txBody>
      </p:sp>
      <p:sp>
        <p:nvSpPr>
          <p:cNvPr id="10" name="TextBox 9"/>
          <p:cNvSpPr txBox="1"/>
          <p:nvPr/>
        </p:nvSpPr>
        <p:spPr>
          <a:xfrm>
            <a:off x="8558784" y="1005840"/>
            <a:ext cx="2743200" cy="320040"/>
          </a:xfrm>
          <a:prstGeom prst="rect">
            <a:avLst/>
          </a:prstGeom>
          <a:noFill/>
        </p:spPr>
        <p:txBody>
          <a:bodyPr wrap="square">
            <a:spAutoFit/>
          </a:bodyPr>
          <a:lstStyle/>
          <a:p>
            <a:pPr algn="l"/>
            <a:r>
              <a:rPr sz="1000" b="1" i="0">
                <a:solidFill>
                  <a:srgbClr val="005AAB"/>
                </a:solidFill>
                <a:latin typeface="Source Sans Pro"/>
              </a:rPr>
              <a:t>Cons</a:t>
            </a:r>
          </a:p>
        </p:txBody>
      </p:sp>
      <p:sp>
        <p:nvSpPr>
          <p:cNvPr id="11" name="TextBox 10"/>
          <p:cNvSpPr txBox="1"/>
          <p:nvPr/>
        </p:nvSpPr>
        <p:spPr>
          <a:xfrm>
            <a:off x="832104" y="1325880"/>
            <a:ext cx="1234440" cy="274320"/>
          </a:xfrm>
          <a:prstGeom prst="rect">
            <a:avLst/>
          </a:prstGeom>
          <a:noFill/>
        </p:spPr>
        <p:txBody>
          <a:bodyPr wrap="square">
            <a:spAutoFit/>
          </a:bodyPr>
          <a:lstStyle/>
          <a:p>
            <a:pPr algn="l"/>
            <a:r>
              <a:rPr sz="1000" b="1" i="0">
                <a:solidFill>
                  <a:srgbClr val="005AAB"/>
                </a:solidFill>
                <a:latin typeface="Source Sans Pro"/>
              </a:rPr>
              <a:t>✔ Option 1</a:t>
            </a:r>
          </a:p>
          <a:p>
            <a:pPr algn="l"/>
            <a:r>
              <a:rPr sz="1000" b="1" i="0">
                <a:solidFill>
                  <a:srgbClr val="005AAB"/>
                </a:solidFill>
                <a:latin typeface="Source Sans Pro"/>
              </a:rPr>
              <a:t>(Recommended)</a:t>
            </a:r>
          </a:p>
        </p:txBody>
      </p:sp>
      <p:sp>
        <p:nvSpPr>
          <p:cNvPr id="12" name="TextBox 11"/>
          <p:cNvSpPr txBox="1"/>
          <p:nvPr/>
        </p:nvSpPr>
        <p:spPr>
          <a:xfrm>
            <a:off x="2112264" y="1325880"/>
            <a:ext cx="3794760" cy="274320"/>
          </a:xfrm>
          <a:prstGeom prst="rect">
            <a:avLst/>
          </a:prstGeom>
          <a:noFill/>
        </p:spPr>
        <p:txBody>
          <a:bodyPr wrap="square">
            <a:spAutoFit/>
          </a:bodyPr>
          <a:lstStyle/>
          <a:p>
            <a:pPr algn="l"/>
            <a:r>
              <a:rPr sz="1000" b="0" i="0">
                <a:solidFill>
                  <a:srgbClr val="000000"/>
                </a:solidFill>
                <a:latin typeface="Source Sans Pro"/>
              </a:rPr>
              <a:t>Tenacity Circuit Breakers (Python) + Service Bus DLQ → Human Officer Queue fallback + Azure OpenAI Provisioned Throughput Units (PTU)</a:t>
            </a:r>
          </a:p>
          <a:p>
            <a:pPr algn="l"/>
            <a:r>
              <a:rPr sz="1000" b="0" i="0">
                <a:solidFill>
                  <a:srgbClr val="000000"/>
                </a:solidFill>
                <a:latin typeface="Source Sans Pro"/>
              </a:rPr>
              <a:t>• Circuit states: Closed / Open / Half-Open per dependency</a:t>
            </a:r>
          </a:p>
          <a:p>
            <a:pPr algn="l"/>
            <a:r>
              <a:rPr sz="1000" b="0" i="0">
                <a:solidFill>
                  <a:srgbClr val="000000"/>
                </a:solidFill>
                <a:latin typeface="Source Sans Pro"/>
              </a:rPr>
              <a:t>• Fallback: DLQ → human-officer-queue → Tax officer notified via Teams</a:t>
            </a:r>
          </a:p>
          <a:p>
            <a:pPr algn="l"/>
            <a:r>
              <a:rPr sz="1000" b="0" i="0">
                <a:solidFill>
                  <a:srgbClr val="000000"/>
                </a:solidFill>
                <a:latin typeface="Source Sans Pro"/>
              </a:rPr>
              <a:t>• 25 PTU (gpt-4o) eliminates PAYG rate-limit throttling as a failure mode</a:t>
            </a:r>
          </a:p>
        </p:txBody>
      </p:sp>
      <p:sp>
        <p:nvSpPr>
          <p:cNvPr id="13" name="TextBox 12"/>
          <p:cNvSpPr txBox="1"/>
          <p:nvPr/>
        </p:nvSpPr>
        <p:spPr>
          <a:xfrm>
            <a:off x="5952744" y="1325880"/>
            <a:ext cx="2560320" cy="274320"/>
          </a:xfrm>
          <a:prstGeom prst="rect">
            <a:avLst/>
          </a:prstGeom>
          <a:noFill/>
        </p:spPr>
        <p:txBody>
          <a:bodyPr wrap="square">
            <a:spAutoFit/>
          </a:bodyPr>
          <a:lstStyle/>
          <a:p>
            <a:pPr algn="l"/>
            <a:r>
              <a:rPr sz="1000" b="0" i="0">
                <a:solidFill>
                  <a:srgbClr val="000000"/>
                </a:solidFill>
                <a:latin typeface="Source Sans Pro"/>
              </a:rPr>
              <a:t>• Tenacity is battle-tested; no extra infra</a:t>
            </a:r>
          </a:p>
          <a:p>
            <a:pPr algn="l"/>
            <a:r>
              <a:rPr sz="1000" b="0" i="0">
                <a:solidFill>
                  <a:srgbClr val="000000"/>
                </a:solidFill>
                <a:latin typeface="Source Sans Pro"/>
              </a:rPr>
              <a:t>• DLQ → human queue ensures 100% email durability</a:t>
            </a:r>
          </a:p>
          <a:p>
            <a:pPr algn="l"/>
            <a:r>
              <a:rPr sz="1000" b="0" i="0">
                <a:solidFill>
                  <a:srgbClr val="000000"/>
                </a:solidFill>
                <a:latin typeface="Source Sans Pro"/>
              </a:rPr>
              <a:t>• PTU removes most common failure mode</a:t>
            </a:r>
          </a:p>
        </p:txBody>
      </p:sp>
      <p:sp>
        <p:nvSpPr>
          <p:cNvPr id="14" name="TextBox 13"/>
          <p:cNvSpPr txBox="1"/>
          <p:nvPr/>
        </p:nvSpPr>
        <p:spPr>
          <a:xfrm>
            <a:off x="8558784" y="1325880"/>
            <a:ext cx="2743200" cy="274320"/>
          </a:xfrm>
          <a:prstGeom prst="rect">
            <a:avLst/>
          </a:prstGeom>
          <a:noFill/>
        </p:spPr>
        <p:txBody>
          <a:bodyPr wrap="square">
            <a:spAutoFit/>
          </a:bodyPr>
          <a:lstStyle/>
          <a:p>
            <a:pPr algn="l"/>
            <a:r>
              <a:rPr sz="1000" b="0" i="0">
                <a:solidFill>
                  <a:srgbClr val="000000"/>
                </a:solidFill>
                <a:latin typeface="Source Sans Pro"/>
              </a:rPr>
              <a:t>• PTU is upfront monthly commitment</a:t>
            </a:r>
          </a:p>
          <a:p>
            <a:pPr algn="l"/>
            <a:r>
              <a:rPr sz="1000" b="0" i="0">
                <a:solidFill>
                  <a:srgbClr val="000000"/>
                </a:solidFill>
                <a:latin typeface="Source Sans Pro"/>
              </a:rPr>
              <a:t>• Circuit state is per-container (not shared across ACA replicas)</a:t>
            </a:r>
          </a:p>
        </p:txBody>
      </p:sp>
      <p:sp>
        <p:nvSpPr>
          <p:cNvPr id="15" name="TextBox 14"/>
          <p:cNvSpPr txBox="1"/>
          <p:nvPr/>
        </p:nvSpPr>
        <p:spPr>
          <a:xfrm>
            <a:off x="832104" y="1618488"/>
            <a:ext cx="1234440" cy="274320"/>
          </a:xfrm>
          <a:prstGeom prst="rect">
            <a:avLst/>
          </a:prstGeom>
          <a:noFill/>
        </p:spPr>
        <p:txBody>
          <a:bodyPr wrap="square">
            <a:spAutoFit/>
          </a:bodyPr>
          <a:lstStyle/>
          <a:p>
            <a:pPr algn="l"/>
            <a:r>
              <a:rPr sz="1000" b="0" i="0">
                <a:solidFill>
                  <a:srgbClr val="000000"/>
                </a:solidFill>
                <a:latin typeface="Source Sans Pro"/>
              </a:rPr>
              <a:t>Option 2</a:t>
            </a:r>
          </a:p>
        </p:txBody>
      </p:sp>
      <p:sp>
        <p:nvSpPr>
          <p:cNvPr id="16" name="TextBox 15"/>
          <p:cNvSpPr txBox="1"/>
          <p:nvPr/>
        </p:nvSpPr>
        <p:spPr>
          <a:xfrm>
            <a:off x="2112264" y="1618488"/>
            <a:ext cx="3794760" cy="274320"/>
          </a:xfrm>
          <a:prstGeom prst="rect">
            <a:avLst/>
          </a:prstGeom>
          <a:noFill/>
        </p:spPr>
        <p:txBody>
          <a:bodyPr wrap="square">
            <a:spAutoFit/>
          </a:bodyPr>
          <a:lstStyle/>
          <a:p>
            <a:pPr algn="l"/>
            <a:r>
              <a:rPr sz="1000" b="0" i="0">
                <a:solidFill>
                  <a:srgbClr val="000000"/>
                </a:solidFill>
                <a:latin typeface="Source Sans Pro"/>
              </a:rPr>
              <a:t>PAYG Azure OpenAI + Static Retry Logic (no circuit breaker)</a:t>
            </a:r>
          </a:p>
        </p:txBody>
      </p:sp>
      <p:sp>
        <p:nvSpPr>
          <p:cNvPr id="17" name="TextBox 16"/>
          <p:cNvSpPr txBox="1"/>
          <p:nvPr/>
        </p:nvSpPr>
        <p:spPr>
          <a:xfrm>
            <a:off x="5952744" y="1618488"/>
            <a:ext cx="2560320" cy="274320"/>
          </a:xfrm>
          <a:prstGeom prst="rect">
            <a:avLst/>
          </a:prstGeom>
          <a:noFill/>
        </p:spPr>
        <p:txBody>
          <a:bodyPr wrap="square">
            <a:spAutoFit/>
          </a:bodyPr>
          <a:lstStyle/>
          <a:p>
            <a:pPr algn="l"/>
            <a:r>
              <a:rPr sz="1000" b="0" i="0">
                <a:solidFill>
                  <a:srgbClr val="000000"/>
                </a:solidFill>
                <a:latin typeface="Source Sans Pro"/>
              </a:rPr>
              <a:t>• No PTU commitment; simpler implementation</a:t>
            </a:r>
          </a:p>
        </p:txBody>
      </p:sp>
      <p:sp>
        <p:nvSpPr>
          <p:cNvPr id="18" name="TextBox 17"/>
          <p:cNvSpPr txBox="1"/>
          <p:nvPr/>
        </p:nvSpPr>
        <p:spPr>
          <a:xfrm>
            <a:off x="8558784" y="1618488"/>
            <a:ext cx="2743200" cy="274320"/>
          </a:xfrm>
          <a:prstGeom prst="rect">
            <a:avLst/>
          </a:prstGeom>
          <a:noFill/>
        </p:spPr>
        <p:txBody>
          <a:bodyPr wrap="square">
            <a:spAutoFit/>
          </a:bodyPr>
          <a:lstStyle/>
          <a:p>
            <a:pPr algn="l"/>
            <a:r>
              <a:rPr sz="1000" b="0" i="0">
                <a:solidFill>
                  <a:srgbClr val="000000"/>
                </a:solidFill>
                <a:latin typeface="Source Sans Pro"/>
              </a:rPr>
              <a:t>• Retry storms during throttle events compound outage</a:t>
            </a:r>
          </a:p>
          <a:p>
            <a:pPr algn="l"/>
            <a:r>
              <a:rPr sz="1000" b="0" i="0">
                <a:solidFill>
                  <a:srgbClr val="000000"/>
                </a:solidFill>
                <a:latin typeface="Source Sans Pro"/>
              </a:rPr>
              <a:t>• PAYG latency variance causes SLA breach risk</a:t>
            </a:r>
          </a:p>
        </p:txBody>
      </p:sp>
      <p:sp>
        <p:nvSpPr>
          <p:cNvPr id="19" name="TextBox 18"/>
          <p:cNvSpPr txBox="1"/>
          <p:nvPr/>
        </p:nvSpPr>
        <p:spPr>
          <a:xfrm>
            <a:off x="832104" y="1911096"/>
            <a:ext cx="1234440" cy="274320"/>
          </a:xfrm>
          <a:prstGeom prst="rect">
            <a:avLst/>
          </a:prstGeom>
          <a:noFill/>
        </p:spPr>
        <p:txBody>
          <a:bodyPr wrap="square">
            <a:spAutoFit/>
          </a:bodyPr>
          <a:lstStyle/>
          <a:p>
            <a:pPr algn="l"/>
            <a:r>
              <a:rPr sz="1000" b="0" i="0">
                <a:solidFill>
                  <a:srgbClr val="000000"/>
                </a:solidFill>
                <a:latin typeface="Source Sans Pro"/>
              </a:rPr>
              <a:t>Option 3</a:t>
            </a:r>
          </a:p>
        </p:txBody>
      </p:sp>
      <p:sp>
        <p:nvSpPr>
          <p:cNvPr id="20" name="TextBox 19"/>
          <p:cNvSpPr txBox="1"/>
          <p:nvPr/>
        </p:nvSpPr>
        <p:spPr>
          <a:xfrm>
            <a:off x="2112264" y="1911096"/>
            <a:ext cx="3794760" cy="274320"/>
          </a:xfrm>
          <a:prstGeom prst="rect">
            <a:avLst/>
          </a:prstGeom>
          <a:noFill/>
        </p:spPr>
        <p:txBody>
          <a:bodyPr wrap="square">
            <a:spAutoFit/>
          </a:bodyPr>
          <a:lstStyle/>
          <a:p>
            <a:pPr algn="l"/>
            <a:r>
              <a:rPr sz="1000" b="0" i="0">
                <a:solidFill>
                  <a:srgbClr val="000000"/>
                </a:solidFill>
                <a:latin typeface="Source Sans Pro"/>
              </a:rPr>
              <a:t>Active-Passive AO Cluster (secondary ACA environment in second region)</a:t>
            </a:r>
          </a:p>
        </p:txBody>
      </p:sp>
      <p:sp>
        <p:nvSpPr>
          <p:cNvPr id="21" name="TextBox 20"/>
          <p:cNvSpPr txBox="1"/>
          <p:nvPr/>
        </p:nvSpPr>
        <p:spPr>
          <a:xfrm>
            <a:off x="5952744" y="1911096"/>
            <a:ext cx="2560320" cy="274320"/>
          </a:xfrm>
          <a:prstGeom prst="rect">
            <a:avLst/>
          </a:prstGeom>
          <a:noFill/>
        </p:spPr>
        <p:txBody>
          <a:bodyPr wrap="square">
            <a:spAutoFit/>
          </a:bodyPr>
          <a:lstStyle/>
          <a:p>
            <a:pPr algn="l"/>
            <a:r>
              <a:rPr sz="1000" b="0" i="0">
                <a:solidFill>
                  <a:srgbClr val="000000"/>
                </a:solidFill>
                <a:latin typeface="Source Sans Pro"/>
              </a:rPr>
              <a:t>• Maximum resiliency against full region failure</a:t>
            </a:r>
          </a:p>
        </p:txBody>
      </p:sp>
      <p:sp>
        <p:nvSpPr>
          <p:cNvPr id="22" name="TextBox 21"/>
          <p:cNvSpPr txBox="1"/>
          <p:nvPr/>
        </p:nvSpPr>
        <p:spPr>
          <a:xfrm>
            <a:off x="8558784" y="1911096"/>
            <a:ext cx="2743200" cy="274320"/>
          </a:xfrm>
          <a:prstGeom prst="rect">
            <a:avLst/>
          </a:prstGeom>
          <a:noFill/>
        </p:spPr>
        <p:txBody>
          <a:bodyPr wrap="square">
            <a:spAutoFit/>
          </a:bodyPr>
          <a:lstStyle/>
          <a:p>
            <a:pPr algn="l"/>
            <a:r>
              <a:rPr sz="1000" b="0" i="0">
                <a:solidFill>
                  <a:srgbClr val="000000"/>
                </a:solidFill>
                <a:latin typeface="Source Sans Pro"/>
              </a:rPr>
              <a:t>• Doubles infra cost for very low-probability scenario</a:t>
            </a:r>
          </a:p>
          <a:p>
            <a:pPr algn="l"/>
            <a:r>
              <a:rPr sz="1000" b="0" i="0">
                <a:solidFill>
                  <a:srgbClr val="000000"/>
                </a:solidFill>
                <a:latin typeface="Source Sans Pro"/>
              </a:rPr>
              <a:t>• Not recommended at &lt;1,000 emails/day scale</a:t>
            </a:r>
          </a:p>
        </p:txBody>
      </p:sp>
      <p:sp>
        <p:nvSpPr>
          <p:cNvPr id="23" name="TextBox 22"/>
          <p:cNvSpPr txBox="1"/>
          <p:nvPr/>
        </p:nvSpPr>
        <p:spPr>
          <a:xfrm>
            <a:off x="832104" y="5394960"/>
            <a:ext cx="10515600" cy="457200"/>
          </a:xfrm>
          <a:prstGeom prst="rect">
            <a:avLst/>
          </a:prstGeom>
          <a:noFill/>
        </p:spPr>
        <p:txBody>
          <a:bodyPr wrap="square">
            <a:spAutoFit/>
          </a:bodyPr>
          <a:lstStyle/>
          <a:p>
            <a:pPr algn="l"/>
            <a:r>
              <a:rPr sz="1000" b="1" i="0">
                <a:solidFill>
                  <a:srgbClr val="005AAB"/>
                </a:solidFill>
                <a:latin typeface="Source Sans Pro"/>
              </a:rPr>
              <a:t>IRAS Recommendation: Option 1. At &lt;1,000 emails/day, circuit breakers + PTU + DLQ fallback cover the two highest-impact failure modes at appropriate cost.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SLA Framework — Speed, Quality, Availability, Cost</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Platform Reliability &amp; SLAs</a:t>
            </a:r>
          </a:p>
        </p:txBody>
      </p:sp>
      <p:sp>
        <p:nvSpPr>
          <p:cNvPr id="6" name="TextBox 5"/>
          <p:cNvSpPr txBox="1"/>
          <p:nvPr/>
        </p:nvSpPr>
        <p:spPr>
          <a:xfrm>
            <a:off x="832104" y="658368"/>
            <a:ext cx="10515600" cy="292608"/>
          </a:xfrm>
          <a:prstGeom prst="rect">
            <a:avLst/>
          </a:prstGeom>
          <a:noFill/>
        </p:spPr>
        <p:txBody>
          <a:bodyPr wrap="square">
            <a:spAutoFit/>
          </a:bodyPr>
          <a:lstStyle/>
          <a:p>
            <a:pPr algn="l"/>
            <a:r>
              <a:rPr sz="1100" b="1" i="0">
                <a:solidFill>
                  <a:srgbClr val="000000"/>
                </a:solidFill>
                <a:latin typeface="Source Sans Pro"/>
              </a:rPr>
              <a:t>Proposed SLA targets (greenfield baseline — to be validated in first 90 days of production)</a:t>
            </a:r>
          </a:p>
        </p:txBody>
      </p:sp>
      <p:sp>
        <p:nvSpPr>
          <p:cNvPr id="7" name="TextBox 6"/>
          <p:cNvSpPr txBox="1"/>
          <p:nvPr/>
        </p:nvSpPr>
        <p:spPr>
          <a:xfrm>
            <a:off x="832104" y="987552"/>
            <a:ext cx="1325880" cy="320040"/>
          </a:xfrm>
          <a:prstGeom prst="rect">
            <a:avLst/>
          </a:prstGeom>
          <a:noFill/>
        </p:spPr>
        <p:txBody>
          <a:bodyPr wrap="square">
            <a:spAutoFit/>
          </a:bodyPr>
          <a:lstStyle/>
          <a:p>
            <a:pPr algn="l"/>
            <a:r>
              <a:rPr sz="1000" b="1" i="0">
                <a:solidFill>
                  <a:srgbClr val="005AAB"/>
                </a:solidFill>
                <a:latin typeface="Source Sans Pro"/>
              </a:rPr>
              <a:t>Dimension</a:t>
            </a:r>
          </a:p>
        </p:txBody>
      </p:sp>
      <p:sp>
        <p:nvSpPr>
          <p:cNvPr id="8" name="TextBox 7"/>
          <p:cNvSpPr txBox="1"/>
          <p:nvPr/>
        </p:nvSpPr>
        <p:spPr>
          <a:xfrm>
            <a:off x="2203704" y="987552"/>
            <a:ext cx="3429000" cy="320040"/>
          </a:xfrm>
          <a:prstGeom prst="rect">
            <a:avLst/>
          </a:prstGeom>
          <a:noFill/>
        </p:spPr>
        <p:txBody>
          <a:bodyPr wrap="square">
            <a:spAutoFit/>
          </a:bodyPr>
          <a:lstStyle/>
          <a:p>
            <a:pPr algn="l"/>
            <a:r>
              <a:rPr sz="1000" b="1" i="0">
                <a:solidFill>
                  <a:srgbClr val="005AAB"/>
                </a:solidFill>
                <a:latin typeface="Source Sans Pro"/>
              </a:rPr>
              <a:t>KPI</a:t>
            </a:r>
          </a:p>
        </p:txBody>
      </p:sp>
      <p:sp>
        <p:nvSpPr>
          <p:cNvPr id="9" name="TextBox 8"/>
          <p:cNvSpPr txBox="1"/>
          <p:nvPr/>
        </p:nvSpPr>
        <p:spPr>
          <a:xfrm>
            <a:off x="5678424" y="987552"/>
            <a:ext cx="2331720" cy="320040"/>
          </a:xfrm>
          <a:prstGeom prst="rect">
            <a:avLst/>
          </a:prstGeom>
          <a:noFill/>
        </p:spPr>
        <p:txBody>
          <a:bodyPr wrap="square">
            <a:spAutoFit/>
          </a:bodyPr>
          <a:lstStyle/>
          <a:p>
            <a:pPr algn="l"/>
            <a:r>
              <a:rPr sz="1000" b="1" i="0">
                <a:solidFill>
                  <a:srgbClr val="005AAB"/>
                </a:solidFill>
                <a:latin typeface="Source Sans Pro"/>
              </a:rPr>
              <a:t>Proposed Target</a:t>
            </a:r>
          </a:p>
        </p:txBody>
      </p:sp>
      <p:sp>
        <p:nvSpPr>
          <p:cNvPr id="10" name="TextBox 9"/>
          <p:cNvSpPr txBox="1"/>
          <p:nvPr/>
        </p:nvSpPr>
        <p:spPr>
          <a:xfrm>
            <a:off x="8055864" y="987552"/>
            <a:ext cx="3246120" cy="320040"/>
          </a:xfrm>
          <a:prstGeom prst="rect">
            <a:avLst/>
          </a:prstGeom>
          <a:noFill/>
        </p:spPr>
        <p:txBody>
          <a:bodyPr wrap="square">
            <a:spAutoFit/>
          </a:bodyPr>
          <a:lstStyle/>
          <a:p>
            <a:pPr algn="l"/>
            <a:r>
              <a:rPr sz="1000" b="1" i="0">
                <a:solidFill>
                  <a:srgbClr val="005AAB"/>
                </a:solidFill>
                <a:latin typeface="Source Sans Pro"/>
              </a:rPr>
              <a:t>Measurement</a:t>
            </a:r>
          </a:p>
        </p:txBody>
      </p:sp>
      <p:sp>
        <p:nvSpPr>
          <p:cNvPr id="11" name="TextBox 10"/>
          <p:cNvSpPr txBox="1"/>
          <p:nvPr/>
        </p:nvSpPr>
        <p:spPr>
          <a:xfrm>
            <a:off x="832104" y="1307592"/>
            <a:ext cx="1325880" cy="274320"/>
          </a:xfrm>
          <a:prstGeom prst="rect">
            <a:avLst/>
          </a:prstGeom>
          <a:noFill/>
        </p:spPr>
        <p:txBody>
          <a:bodyPr wrap="square">
            <a:spAutoFit/>
          </a:bodyPr>
          <a:lstStyle/>
          <a:p>
            <a:pPr algn="l"/>
            <a:r>
              <a:rPr sz="1000" b="0" i="0">
                <a:solidFill>
                  <a:srgbClr val="000000"/>
                </a:solidFill>
                <a:latin typeface="Source Sans Pro"/>
              </a:rPr>
              <a:t>Speed</a:t>
            </a:r>
          </a:p>
        </p:txBody>
      </p:sp>
      <p:sp>
        <p:nvSpPr>
          <p:cNvPr id="12" name="TextBox 11"/>
          <p:cNvSpPr txBox="1"/>
          <p:nvPr/>
        </p:nvSpPr>
        <p:spPr>
          <a:xfrm>
            <a:off x="2203704" y="1307592"/>
            <a:ext cx="3429000" cy="274320"/>
          </a:xfrm>
          <a:prstGeom prst="rect">
            <a:avLst/>
          </a:prstGeom>
          <a:noFill/>
        </p:spPr>
        <p:txBody>
          <a:bodyPr wrap="square">
            <a:spAutoFit/>
          </a:bodyPr>
          <a:lstStyle/>
          <a:p>
            <a:pPr algn="l"/>
            <a:r>
              <a:rPr sz="1000" b="0" i="0">
                <a:solidFill>
                  <a:srgbClr val="000000"/>
                </a:solidFill>
                <a:latin typeface="Source Sans Pro"/>
              </a:rPr>
              <a:t>Time to Resolution (Automated)</a:t>
            </a:r>
          </a:p>
        </p:txBody>
      </p:sp>
      <p:sp>
        <p:nvSpPr>
          <p:cNvPr id="13" name="TextBox 12"/>
          <p:cNvSpPr txBox="1"/>
          <p:nvPr/>
        </p:nvSpPr>
        <p:spPr>
          <a:xfrm>
            <a:off x="5678424" y="1307592"/>
            <a:ext cx="2331720" cy="274320"/>
          </a:xfrm>
          <a:prstGeom prst="rect">
            <a:avLst/>
          </a:prstGeom>
          <a:noFill/>
        </p:spPr>
        <p:txBody>
          <a:bodyPr wrap="square">
            <a:spAutoFit/>
          </a:bodyPr>
          <a:lstStyle/>
          <a:p>
            <a:pPr algn="l"/>
            <a:r>
              <a:rPr sz="1000" b="0" i="0">
                <a:solidFill>
                  <a:srgbClr val="000000"/>
                </a:solidFill>
                <a:latin typeface="Source Sans Pro"/>
              </a:rPr>
              <a:t>P95 ≤ 5 min (biz hours)</a:t>
            </a:r>
          </a:p>
        </p:txBody>
      </p:sp>
      <p:sp>
        <p:nvSpPr>
          <p:cNvPr id="14" name="TextBox 13"/>
          <p:cNvSpPr txBox="1"/>
          <p:nvPr/>
        </p:nvSpPr>
        <p:spPr>
          <a:xfrm>
            <a:off x="8055864" y="1307592"/>
            <a:ext cx="3246120" cy="274320"/>
          </a:xfrm>
          <a:prstGeom prst="rect">
            <a:avLst/>
          </a:prstGeom>
          <a:noFill/>
        </p:spPr>
        <p:txBody>
          <a:bodyPr wrap="square">
            <a:spAutoFit/>
          </a:bodyPr>
          <a:lstStyle/>
          <a:p>
            <a:pPr algn="l"/>
            <a:r>
              <a:rPr sz="1000" b="0" i="0">
                <a:solidFill>
                  <a:srgbClr val="000000"/>
                </a:solidFill>
                <a:latin typeface="Source Sans Pro"/>
              </a:rPr>
              <a:t>ao.email.latency_ms (OTel)</a:t>
            </a:r>
          </a:p>
        </p:txBody>
      </p:sp>
      <p:sp>
        <p:nvSpPr>
          <p:cNvPr id="15" name="TextBox 14"/>
          <p:cNvSpPr txBox="1"/>
          <p:nvPr/>
        </p:nvSpPr>
        <p:spPr>
          <a:xfrm>
            <a:off x="832104" y="1600200"/>
            <a:ext cx="1325880" cy="274320"/>
          </a:xfrm>
          <a:prstGeom prst="rect">
            <a:avLst/>
          </a:prstGeom>
          <a:noFill/>
        </p:spPr>
        <p:txBody>
          <a:bodyPr wrap="square">
            <a:spAutoFit/>
          </a:bodyPr>
          <a:lstStyle/>
          <a:p>
            <a:pPr algn="l"/>
            <a:r>
              <a:rPr sz="1000" b="0" i="0">
                <a:solidFill>
                  <a:srgbClr val="000000"/>
                </a:solidFill>
                <a:latin typeface="Source Sans Pro"/>
              </a:rPr>
              <a:t>Speed</a:t>
            </a:r>
          </a:p>
        </p:txBody>
      </p:sp>
      <p:sp>
        <p:nvSpPr>
          <p:cNvPr id="16" name="TextBox 15"/>
          <p:cNvSpPr txBox="1"/>
          <p:nvPr/>
        </p:nvSpPr>
        <p:spPr>
          <a:xfrm>
            <a:off x="2203704" y="1600200"/>
            <a:ext cx="3429000" cy="274320"/>
          </a:xfrm>
          <a:prstGeom prst="rect">
            <a:avLst/>
          </a:prstGeom>
          <a:noFill/>
        </p:spPr>
        <p:txBody>
          <a:bodyPr wrap="square">
            <a:spAutoFit/>
          </a:bodyPr>
          <a:lstStyle/>
          <a:p>
            <a:pPr algn="l"/>
            <a:r>
              <a:rPr sz="1000" b="0" i="0">
                <a:solidFill>
                  <a:srgbClr val="000000"/>
                </a:solidFill>
                <a:latin typeface="Source Sans Pro"/>
              </a:rPr>
              <a:t>Time to Resolution (HITL Tier 1)</a:t>
            </a:r>
          </a:p>
        </p:txBody>
      </p:sp>
      <p:sp>
        <p:nvSpPr>
          <p:cNvPr id="17" name="TextBox 16"/>
          <p:cNvSpPr txBox="1"/>
          <p:nvPr/>
        </p:nvSpPr>
        <p:spPr>
          <a:xfrm>
            <a:off x="5678424" y="1600200"/>
            <a:ext cx="2331720" cy="274320"/>
          </a:xfrm>
          <a:prstGeom prst="rect">
            <a:avLst/>
          </a:prstGeom>
          <a:noFill/>
        </p:spPr>
        <p:txBody>
          <a:bodyPr wrap="square">
            <a:spAutoFit/>
          </a:bodyPr>
          <a:lstStyle/>
          <a:p>
            <a:pPr algn="l"/>
            <a:r>
              <a:rPr sz="1000" b="0" i="0">
                <a:solidFill>
                  <a:srgbClr val="000000"/>
                </a:solidFill>
                <a:latin typeface="Source Sans Pro"/>
              </a:rPr>
              <a:t>P95 ≤ 4 biz hours</a:t>
            </a:r>
          </a:p>
        </p:txBody>
      </p:sp>
      <p:sp>
        <p:nvSpPr>
          <p:cNvPr id="18" name="TextBox 17"/>
          <p:cNvSpPr txBox="1"/>
          <p:nvPr/>
        </p:nvSpPr>
        <p:spPr>
          <a:xfrm>
            <a:off x="8055864" y="1600200"/>
            <a:ext cx="3246120" cy="274320"/>
          </a:xfrm>
          <a:prstGeom prst="rect">
            <a:avLst/>
          </a:prstGeom>
          <a:noFill/>
        </p:spPr>
        <p:txBody>
          <a:bodyPr wrap="square">
            <a:spAutoFit/>
          </a:bodyPr>
          <a:lstStyle/>
          <a:p>
            <a:pPr algn="l"/>
            <a:r>
              <a:rPr sz="1000" b="0" i="0">
                <a:solidFill>
                  <a:srgbClr val="000000"/>
                </a:solidFill>
                <a:latin typeface="Source Sans Pro"/>
              </a:rPr>
              <a:t>HITL task lifecycle record</a:t>
            </a:r>
          </a:p>
        </p:txBody>
      </p:sp>
      <p:sp>
        <p:nvSpPr>
          <p:cNvPr id="19" name="TextBox 18"/>
          <p:cNvSpPr txBox="1"/>
          <p:nvPr/>
        </p:nvSpPr>
        <p:spPr>
          <a:xfrm>
            <a:off x="832104" y="1892808"/>
            <a:ext cx="1325880" cy="274320"/>
          </a:xfrm>
          <a:prstGeom prst="rect">
            <a:avLst/>
          </a:prstGeom>
          <a:noFill/>
        </p:spPr>
        <p:txBody>
          <a:bodyPr wrap="square">
            <a:spAutoFit/>
          </a:bodyPr>
          <a:lstStyle/>
          <a:p>
            <a:pPr algn="l"/>
            <a:r>
              <a:rPr sz="1000" b="0" i="0">
                <a:solidFill>
                  <a:srgbClr val="000000"/>
                </a:solidFill>
                <a:latin typeface="Source Sans Pro"/>
              </a:rPr>
              <a:t>Speed</a:t>
            </a:r>
          </a:p>
        </p:txBody>
      </p:sp>
      <p:sp>
        <p:nvSpPr>
          <p:cNvPr id="20" name="TextBox 19"/>
          <p:cNvSpPr txBox="1"/>
          <p:nvPr/>
        </p:nvSpPr>
        <p:spPr>
          <a:xfrm>
            <a:off x="2203704" y="1892808"/>
            <a:ext cx="3429000" cy="274320"/>
          </a:xfrm>
          <a:prstGeom prst="rect">
            <a:avLst/>
          </a:prstGeom>
          <a:noFill/>
        </p:spPr>
        <p:txBody>
          <a:bodyPr wrap="square">
            <a:spAutoFit/>
          </a:bodyPr>
          <a:lstStyle/>
          <a:p>
            <a:pPr algn="l"/>
            <a:r>
              <a:rPr sz="1000" b="0" i="0">
                <a:solidFill>
                  <a:srgbClr val="000000"/>
                </a:solidFill>
                <a:latin typeface="Source Sans Pro"/>
              </a:rPr>
              <a:t>Time to Resolution (HITL Tier 2/Urgent)</a:t>
            </a:r>
          </a:p>
        </p:txBody>
      </p:sp>
      <p:sp>
        <p:nvSpPr>
          <p:cNvPr id="21" name="TextBox 20"/>
          <p:cNvSpPr txBox="1"/>
          <p:nvPr/>
        </p:nvSpPr>
        <p:spPr>
          <a:xfrm>
            <a:off x="5678424" y="1892808"/>
            <a:ext cx="2331720" cy="274320"/>
          </a:xfrm>
          <a:prstGeom prst="rect">
            <a:avLst/>
          </a:prstGeom>
          <a:noFill/>
        </p:spPr>
        <p:txBody>
          <a:bodyPr wrap="square">
            <a:spAutoFit/>
          </a:bodyPr>
          <a:lstStyle/>
          <a:p>
            <a:pPr algn="l"/>
            <a:r>
              <a:rPr sz="1000" b="0" i="0">
                <a:solidFill>
                  <a:srgbClr val="000000"/>
                </a:solidFill>
                <a:latin typeface="Source Sans Pro"/>
              </a:rPr>
              <a:t>P95 ≤ 1 biz hour</a:t>
            </a:r>
          </a:p>
        </p:txBody>
      </p:sp>
      <p:sp>
        <p:nvSpPr>
          <p:cNvPr id="22" name="TextBox 21"/>
          <p:cNvSpPr txBox="1"/>
          <p:nvPr/>
        </p:nvSpPr>
        <p:spPr>
          <a:xfrm>
            <a:off x="8055864" y="1892808"/>
            <a:ext cx="3246120" cy="274320"/>
          </a:xfrm>
          <a:prstGeom prst="rect">
            <a:avLst/>
          </a:prstGeom>
          <a:noFill/>
        </p:spPr>
        <p:txBody>
          <a:bodyPr wrap="square">
            <a:spAutoFit/>
          </a:bodyPr>
          <a:lstStyle/>
          <a:p>
            <a:pPr algn="l"/>
            <a:r>
              <a:rPr sz="1000" b="0" i="0">
                <a:solidFill>
                  <a:srgbClr val="000000"/>
                </a:solidFill>
                <a:latin typeface="Source Sans Pro"/>
              </a:rPr>
              <a:t>HITL task lifecycle record</a:t>
            </a:r>
          </a:p>
        </p:txBody>
      </p:sp>
      <p:sp>
        <p:nvSpPr>
          <p:cNvPr id="23" name="TextBox 22"/>
          <p:cNvSpPr txBox="1"/>
          <p:nvPr/>
        </p:nvSpPr>
        <p:spPr>
          <a:xfrm>
            <a:off x="832104" y="2185416"/>
            <a:ext cx="1325880" cy="274320"/>
          </a:xfrm>
          <a:prstGeom prst="rect">
            <a:avLst/>
          </a:prstGeom>
          <a:noFill/>
        </p:spPr>
        <p:txBody>
          <a:bodyPr wrap="square">
            <a:spAutoFit/>
          </a:bodyPr>
          <a:lstStyle/>
          <a:p>
            <a:pPr algn="l"/>
            <a:r>
              <a:rPr sz="1000" b="0" i="0">
                <a:solidFill>
                  <a:srgbClr val="000000"/>
                </a:solidFill>
                <a:latin typeface="Source Sans Pro"/>
              </a:rPr>
              <a:t>Quality</a:t>
            </a:r>
          </a:p>
        </p:txBody>
      </p:sp>
      <p:sp>
        <p:nvSpPr>
          <p:cNvPr id="24" name="TextBox 23"/>
          <p:cNvSpPr txBox="1"/>
          <p:nvPr/>
        </p:nvSpPr>
        <p:spPr>
          <a:xfrm>
            <a:off x="2203704" y="2185416"/>
            <a:ext cx="3429000" cy="274320"/>
          </a:xfrm>
          <a:prstGeom prst="rect">
            <a:avLst/>
          </a:prstGeom>
          <a:noFill/>
        </p:spPr>
        <p:txBody>
          <a:bodyPr wrap="square">
            <a:spAutoFit/>
          </a:bodyPr>
          <a:lstStyle/>
          <a:p>
            <a:pPr algn="l"/>
            <a:r>
              <a:rPr sz="1000" b="0" i="0">
                <a:solidFill>
                  <a:srgbClr val="000000"/>
                </a:solidFill>
                <a:latin typeface="Source Sans Pro"/>
              </a:rPr>
              <a:t>Automated Resolution Accuracy</a:t>
            </a:r>
          </a:p>
        </p:txBody>
      </p:sp>
      <p:sp>
        <p:nvSpPr>
          <p:cNvPr id="25" name="TextBox 24"/>
          <p:cNvSpPr txBox="1"/>
          <p:nvPr/>
        </p:nvSpPr>
        <p:spPr>
          <a:xfrm>
            <a:off x="5678424" y="2185416"/>
            <a:ext cx="2331720" cy="274320"/>
          </a:xfrm>
          <a:prstGeom prst="rect">
            <a:avLst/>
          </a:prstGeom>
          <a:noFill/>
        </p:spPr>
        <p:txBody>
          <a:bodyPr wrap="square">
            <a:spAutoFit/>
          </a:bodyPr>
          <a:lstStyle/>
          <a:p>
            <a:pPr algn="l"/>
            <a:r>
              <a:rPr sz="1000" b="0" i="0">
                <a:solidFill>
                  <a:srgbClr val="000000"/>
                </a:solidFill>
                <a:latin typeface="Source Sans Pro"/>
              </a:rPr>
              <a:t>≥ 95%</a:t>
            </a:r>
          </a:p>
        </p:txBody>
      </p:sp>
      <p:sp>
        <p:nvSpPr>
          <p:cNvPr id="26" name="TextBox 25"/>
          <p:cNvSpPr txBox="1"/>
          <p:nvPr/>
        </p:nvSpPr>
        <p:spPr>
          <a:xfrm>
            <a:off x="8055864" y="2185416"/>
            <a:ext cx="3246120" cy="274320"/>
          </a:xfrm>
          <a:prstGeom prst="rect">
            <a:avLst/>
          </a:prstGeom>
          <a:noFill/>
        </p:spPr>
        <p:txBody>
          <a:bodyPr wrap="square">
            <a:spAutoFit/>
          </a:bodyPr>
          <a:lstStyle/>
          <a:p>
            <a:pPr algn="l"/>
            <a:r>
              <a:rPr sz="1000" b="0" i="0">
                <a:solidFill>
                  <a:srgbClr val="000000"/>
                </a:solidFill>
                <a:latin typeface="Source Sans Pro"/>
              </a:rPr>
              <a:t>hitl.correctionRate (inverse)</a:t>
            </a:r>
          </a:p>
        </p:txBody>
      </p:sp>
      <p:sp>
        <p:nvSpPr>
          <p:cNvPr id="27" name="TextBox 26"/>
          <p:cNvSpPr txBox="1"/>
          <p:nvPr/>
        </p:nvSpPr>
        <p:spPr>
          <a:xfrm>
            <a:off x="832104" y="2478024"/>
            <a:ext cx="1325880" cy="274320"/>
          </a:xfrm>
          <a:prstGeom prst="rect">
            <a:avLst/>
          </a:prstGeom>
          <a:noFill/>
        </p:spPr>
        <p:txBody>
          <a:bodyPr wrap="square">
            <a:spAutoFit/>
          </a:bodyPr>
          <a:lstStyle/>
          <a:p>
            <a:pPr algn="l"/>
            <a:r>
              <a:rPr sz="1000" b="0" i="0">
                <a:solidFill>
                  <a:srgbClr val="000000"/>
                </a:solidFill>
                <a:latin typeface="Source Sans Pro"/>
              </a:rPr>
              <a:t>Quality</a:t>
            </a:r>
          </a:p>
        </p:txBody>
      </p:sp>
      <p:sp>
        <p:nvSpPr>
          <p:cNvPr id="28" name="TextBox 27"/>
          <p:cNvSpPr txBox="1"/>
          <p:nvPr/>
        </p:nvSpPr>
        <p:spPr>
          <a:xfrm>
            <a:off x="2203704" y="2478024"/>
            <a:ext cx="3429000" cy="274320"/>
          </a:xfrm>
          <a:prstGeom prst="rect">
            <a:avLst/>
          </a:prstGeom>
          <a:noFill/>
        </p:spPr>
        <p:txBody>
          <a:bodyPr wrap="square">
            <a:spAutoFit/>
          </a:bodyPr>
          <a:lstStyle/>
          <a:p>
            <a:pPr algn="l"/>
            <a:r>
              <a:rPr sz="1000" b="0" i="0">
                <a:solidFill>
                  <a:srgbClr val="000000"/>
                </a:solidFill>
                <a:latin typeface="Source Sans Pro"/>
              </a:rPr>
              <a:t>Hallucination Rate</a:t>
            </a:r>
          </a:p>
        </p:txBody>
      </p:sp>
      <p:sp>
        <p:nvSpPr>
          <p:cNvPr id="29" name="TextBox 28"/>
          <p:cNvSpPr txBox="1"/>
          <p:nvPr/>
        </p:nvSpPr>
        <p:spPr>
          <a:xfrm>
            <a:off x="5678424" y="2478024"/>
            <a:ext cx="2331720" cy="274320"/>
          </a:xfrm>
          <a:prstGeom prst="rect">
            <a:avLst/>
          </a:prstGeom>
          <a:noFill/>
        </p:spPr>
        <p:txBody>
          <a:bodyPr wrap="square">
            <a:spAutoFit/>
          </a:bodyPr>
          <a:lstStyle/>
          <a:p>
            <a:pPr algn="l"/>
            <a:r>
              <a:rPr sz="1000" b="0" i="0">
                <a:solidFill>
                  <a:srgbClr val="000000"/>
                </a:solidFill>
                <a:latin typeface="Source Sans Pro"/>
              </a:rPr>
              <a:t>≤ 3%</a:t>
            </a:r>
          </a:p>
        </p:txBody>
      </p:sp>
      <p:sp>
        <p:nvSpPr>
          <p:cNvPr id="30" name="TextBox 29"/>
          <p:cNvSpPr txBox="1"/>
          <p:nvPr/>
        </p:nvSpPr>
        <p:spPr>
          <a:xfrm>
            <a:off x="8055864" y="2478024"/>
            <a:ext cx="3246120" cy="274320"/>
          </a:xfrm>
          <a:prstGeom prst="rect">
            <a:avLst/>
          </a:prstGeom>
          <a:noFill/>
        </p:spPr>
        <p:txBody>
          <a:bodyPr wrap="square">
            <a:spAutoFit/>
          </a:bodyPr>
          <a:lstStyle/>
          <a:p>
            <a:pPr algn="l"/>
            <a:r>
              <a:rPr sz="1000" b="0" i="0">
                <a:solidFill>
                  <a:srgbClr val="000000"/>
                </a:solidFill>
                <a:latin typeface="Source Sans Pro"/>
              </a:rPr>
              <a:t>EvalOps LLM-as-Judge (faithfulness)</a:t>
            </a:r>
          </a:p>
        </p:txBody>
      </p:sp>
      <p:sp>
        <p:nvSpPr>
          <p:cNvPr id="31" name="TextBox 30"/>
          <p:cNvSpPr txBox="1"/>
          <p:nvPr/>
        </p:nvSpPr>
        <p:spPr>
          <a:xfrm>
            <a:off x="832104" y="2770632"/>
            <a:ext cx="1325880" cy="274320"/>
          </a:xfrm>
          <a:prstGeom prst="rect">
            <a:avLst/>
          </a:prstGeom>
          <a:noFill/>
        </p:spPr>
        <p:txBody>
          <a:bodyPr wrap="square">
            <a:spAutoFit/>
          </a:bodyPr>
          <a:lstStyle/>
          <a:p>
            <a:pPr algn="l"/>
            <a:r>
              <a:rPr sz="1000" b="0" i="0">
                <a:solidFill>
                  <a:srgbClr val="000000"/>
                </a:solidFill>
                <a:latin typeface="Source Sans Pro"/>
              </a:rPr>
              <a:t>Quality</a:t>
            </a:r>
          </a:p>
        </p:txBody>
      </p:sp>
      <p:sp>
        <p:nvSpPr>
          <p:cNvPr id="32" name="TextBox 31"/>
          <p:cNvSpPr txBox="1"/>
          <p:nvPr/>
        </p:nvSpPr>
        <p:spPr>
          <a:xfrm>
            <a:off x="2203704" y="2770632"/>
            <a:ext cx="3429000" cy="274320"/>
          </a:xfrm>
          <a:prstGeom prst="rect">
            <a:avLst/>
          </a:prstGeom>
          <a:noFill/>
        </p:spPr>
        <p:txBody>
          <a:bodyPr wrap="square">
            <a:spAutoFit/>
          </a:bodyPr>
          <a:lstStyle/>
          <a:p>
            <a:pPr algn="l"/>
            <a:r>
              <a:rPr sz="1000" b="0" i="0">
                <a:solidFill>
                  <a:srgbClr val="000000"/>
                </a:solidFill>
                <a:latin typeface="Source Sans Pro"/>
              </a:rPr>
              <a:t>Misroute Rate</a:t>
            </a:r>
          </a:p>
        </p:txBody>
      </p:sp>
      <p:sp>
        <p:nvSpPr>
          <p:cNvPr id="33" name="TextBox 32"/>
          <p:cNvSpPr txBox="1"/>
          <p:nvPr/>
        </p:nvSpPr>
        <p:spPr>
          <a:xfrm>
            <a:off x="5678424" y="2770632"/>
            <a:ext cx="2331720" cy="274320"/>
          </a:xfrm>
          <a:prstGeom prst="rect">
            <a:avLst/>
          </a:prstGeom>
          <a:noFill/>
        </p:spPr>
        <p:txBody>
          <a:bodyPr wrap="square">
            <a:spAutoFit/>
          </a:bodyPr>
          <a:lstStyle/>
          <a:p>
            <a:pPr algn="l"/>
            <a:r>
              <a:rPr sz="1000" b="0" i="0">
                <a:solidFill>
                  <a:srgbClr val="000000"/>
                </a:solidFill>
                <a:latin typeface="Source Sans Pro"/>
              </a:rPr>
              <a:t>≤ 5%</a:t>
            </a:r>
          </a:p>
        </p:txBody>
      </p:sp>
      <p:sp>
        <p:nvSpPr>
          <p:cNvPr id="34" name="TextBox 33"/>
          <p:cNvSpPr txBox="1"/>
          <p:nvPr/>
        </p:nvSpPr>
        <p:spPr>
          <a:xfrm>
            <a:off x="8055864" y="2770632"/>
            <a:ext cx="3246120" cy="274320"/>
          </a:xfrm>
          <a:prstGeom prst="rect">
            <a:avLst/>
          </a:prstGeom>
          <a:noFill/>
        </p:spPr>
        <p:txBody>
          <a:bodyPr wrap="square">
            <a:spAutoFit/>
          </a:bodyPr>
          <a:lstStyle/>
          <a:p>
            <a:pPr algn="l"/>
            <a:r>
              <a:rPr sz="1000" b="0" i="0">
                <a:solidFill>
                  <a:srgbClr val="000000"/>
                </a:solidFill>
                <a:latin typeface="Source Sans Pro"/>
              </a:rPr>
              <a:t>ao.email.rerouteRate</a:t>
            </a:r>
          </a:p>
        </p:txBody>
      </p:sp>
      <p:sp>
        <p:nvSpPr>
          <p:cNvPr id="35" name="TextBox 34"/>
          <p:cNvSpPr txBox="1"/>
          <p:nvPr/>
        </p:nvSpPr>
        <p:spPr>
          <a:xfrm>
            <a:off x="832104" y="3063240"/>
            <a:ext cx="1325880" cy="274320"/>
          </a:xfrm>
          <a:prstGeom prst="rect">
            <a:avLst/>
          </a:prstGeom>
          <a:noFill/>
        </p:spPr>
        <p:txBody>
          <a:bodyPr wrap="square">
            <a:spAutoFit/>
          </a:bodyPr>
          <a:lstStyle/>
          <a:p>
            <a:pPr algn="l"/>
            <a:r>
              <a:rPr sz="1000" b="0" i="0">
                <a:solidFill>
                  <a:srgbClr val="000000"/>
                </a:solidFill>
                <a:latin typeface="Source Sans Pro"/>
              </a:rPr>
              <a:t>Availability</a:t>
            </a:r>
          </a:p>
        </p:txBody>
      </p:sp>
      <p:sp>
        <p:nvSpPr>
          <p:cNvPr id="36" name="TextBox 35"/>
          <p:cNvSpPr txBox="1"/>
          <p:nvPr/>
        </p:nvSpPr>
        <p:spPr>
          <a:xfrm>
            <a:off x="2203704" y="3063240"/>
            <a:ext cx="3429000" cy="274320"/>
          </a:xfrm>
          <a:prstGeom prst="rect">
            <a:avLst/>
          </a:prstGeom>
          <a:noFill/>
        </p:spPr>
        <p:txBody>
          <a:bodyPr wrap="square">
            <a:spAutoFit/>
          </a:bodyPr>
          <a:lstStyle/>
          <a:p>
            <a:pPr algn="l"/>
            <a:r>
              <a:rPr sz="1000" b="0" i="0">
                <a:solidFill>
                  <a:srgbClr val="000000"/>
                </a:solidFill>
                <a:latin typeface="Source Sans Pro"/>
              </a:rPr>
              <a:t>Platform Availability (biz hours)</a:t>
            </a:r>
          </a:p>
        </p:txBody>
      </p:sp>
      <p:sp>
        <p:nvSpPr>
          <p:cNvPr id="37" name="TextBox 36"/>
          <p:cNvSpPr txBox="1"/>
          <p:nvPr/>
        </p:nvSpPr>
        <p:spPr>
          <a:xfrm>
            <a:off x="5678424" y="3063240"/>
            <a:ext cx="2331720" cy="274320"/>
          </a:xfrm>
          <a:prstGeom prst="rect">
            <a:avLst/>
          </a:prstGeom>
          <a:noFill/>
        </p:spPr>
        <p:txBody>
          <a:bodyPr wrap="square">
            <a:spAutoFit/>
          </a:bodyPr>
          <a:lstStyle/>
          <a:p>
            <a:pPr algn="l"/>
            <a:r>
              <a:rPr sz="1000" b="0" i="0">
                <a:solidFill>
                  <a:srgbClr val="000000"/>
                </a:solidFill>
                <a:latin typeface="Source Sans Pro"/>
              </a:rPr>
              <a:t>≥ 99.5%</a:t>
            </a:r>
          </a:p>
        </p:txBody>
      </p:sp>
      <p:sp>
        <p:nvSpPr>
          <p:cNvPr id="38" name="TextBox 37"/>
          <p:cNvSpPr txBox="1"/>
          <p:nvPr/>
        </p:nvSpPr>
        <p:spPr>
          <a:xfrm>
            <a:off x="8055864" y="3063240"/>
            <a:ext cx="3246120" cy="274320"/>
          </a:xfrm>
          <a:prstGeom prst="rect">
            <a:avLst/>
          </a:prstGeom>
          <a:noFill/>
        </p:spPr>
        <p:txBody>
          <a:bodyPr wrap="square">
            <a:spAutoFit/>
          </a:bodyPr>
          <a:lstStyle/>
          <a:p>
            <a:pPr algn="l"/>
            <a:r>
              <a:rPr sz="1000" b="0" i="0">
                <a:solidFill>
                  <a:srgbClr val="000000"/>
                </a:solidFill>
                <a:latin typeface="Source Sans Pro"/>
              </a:rPr>
              <a:t>Azure Monitor heartbeat</a:t>
            </a:r>
          </a:p>
        </p:txBody>
      </p:sp>
      <p:sp>
        <p:nvSpPr>
          <p:cNvPr id="39" name="TextBox 38"/>
          <p:cNvSpPr txBox="1"/>
          <p:nvPr/>
        </p:nvSpPr>
        <p:spPr>
          <a:xfrm>
            <a:off x="832104" y="3355848"/>
            <a:ext cx="1325880" cy="274320"/>
          </a:xfrm>
          <a:prstGeom prst="rect">
            <a:avLst/>
          </a:prstGeom>
          <a:noFill/>
        </p:spPr>
        <p:txBody>
          <a:bodyPr wrap="square">
            <a:spAutoFit/>
          </a:bodyPr>
          <a:lstStyle/>
          <a:p>
            <a:pPr algn="l"/>
            <a:r>
              <a:rPr sz="1000" b="0" i="0">
                <a:solidFill>
                  <a:srgbClr val="000000"/>
                </a:solidFill>
                <a:latin typeface="Source Sans Pro"/>
              </a:rPr>
              <a:t>Availability</a:t>
            </a:r>
          </a:p>
        </p:txBody>
      </p:sp>
      <p:sp>
        <p:nvSpPr>
          <p:cNvPr id="40" name="TextBox 39"/>
          <p:cNvSpPr txBox="1"/>
          <p:nvPr/>
        </p:nvSpPr>
        <p:spPr>
          <a:xfrm>
            <a:off x="2203704" y="3355848"/>
            <a:ext cx="3429000" cy="274320"/>
          </a:xfrm>
          <a:prstGeom prst="rect">
            <a:avLst/>
          </a:prstGeom>
          <a:noFill/>
        </p:spPr>
        <p:txBody>
          <a:bodyPr wrap="square">
            <a:spAutoFit/>
          </a:bodyPr>
          <a:lstStyle/>
          <a:p>
            <a:pPr algn="l"/>
            <a:r>
              <a:rPr sz="1000" b="0" i="0">
                <a:solidFill>
                  <a:srgbClr val="000000"/>
                </a:solidFill>
                <a:latin typeface="Source Sans Pro"/>
              </a:rPr>
              <a:t>DLQ Rate</a:t>
            </a:r>
          </a:p>
        </p:txBody>
      </p:sp>
      <p:sp>
        <p:nvSpPr>
          <p:cNvPr id="41" name="TextBox 40"/>
          <p:cNvSpPr txBox="1"/>
          <p:nvPr/>
        </p:nvSpPr>
        <p:spPr>
          <a:xfrm>
            <a:off x="5678424" y="3355848"/>
            <a:ext cx="2331720" cy="274320"/>
          </a:xfrm>
          <a:prstGeom prst="rect">
            <a:avLst/>
          </a:prstGeom>
          <a:noFill/>
        </p:spPr>
        <p:txBody>
          <a:bodyPr wrap="square">
            <a:spAutoFit/>
          </a:bodyPr>
          <a:lstStyle/>
          <a:p>
            <a:pPr algn="l"/>
            <a:r>
              <a:rPr sz="1000" b="0" i="0">
                <a:solidFill>
                  <a:srgbClr val="000000"/>
                </a:solidFill>
                <a:latin typeface="Source Sans Pro"/>
              </a:rPr>
              <a:t>≤ 1%</a:t>
            </a:r>
          </a:p>
        </p:txBody>
      </p:sp>
      <p:sp>
        <p:nvSpPr>
          <p:cNvPr id="42" name="TextBox 41"/>
          <p:cNvSpPr txBox="1"/>
          <p:nvPr/>
        </p:nvSpPr>
        <p:spPr>
          <a:xfrm>
            <a:off x="8055864" y="3355848"/>
            <a:ext cx="3246120" cy="274320"/>
          </a:xfrm>
          <a:prstGeom prst="rect">
            <a:avLst/>
          </a:prstGeom>
          <a:noFill/>
        </p:spPr>
        <p:txBody>
          <a:bodyPr wrap="square">
            <a:spAutoFit/>
          </a:bodyPr>
          <a:lstStyle/>
          <a:p>
            <a:pPr algn="l"/>
            <a:r>
              <a:rPr sz="1000" b="0" i="0">
                <a:solidFill>
                  <a:srgbClr val="000000"/>
                </a:solidFill>
                <a:latin typeface="Source Sans Pro"/>
              </a:rPr>
              <a:t>servicebus.dlq.messageCount</a:t>
            </a:r>
          </a:p>
        </p:txBody>
      </p:sp>
      <p:sp>
        <p:nvSpPr>
          <p:cNvPr id="43" name="TextBox 42"/>
          <p:cNvSpPr txBox="1"/>
          <p:nvPr/>
        </p:nvSpPr>
        <p:spPr>
          <a:xfrm>
            <a:off x="832104" y="3648456"/>
            <a:ext cx="1325880" cy="274320"/>
          </a:xfrm>
          <a:prstGeom prst="rect">
            <a:avLst/>
          </a:prstGeom>
          <a:noFill/>
        </p:spPr>
        <p:txBody>
          <a:bodyPr wrap="square">
            <a:spAutoFit/>
          </a:bodyPr>
          <a:lstStyle/>
          <a:p>
            <a:pPr algn="l"/>
            <a:r>
              <a:rPr sz="1000" b="0" i="0">
                <a:solidFill>
                  <a:srgbClr val="000000"/>
                </a:solidFill>
                <a:latin typeface="Source Sans Pro"/>
              </a:rPr>
              <a:t>Cost</a:t>
            </a:r>
          </a:p>
        </p:txBody>
      </p:sp>
      <p:sp>
        <p:nvSpPr>
          <p:cNvPr id="44" name="TextBox 43"/>
          <p:cNvSpPr txBox="1"/>
          <p:nvPr/>
        </p:nvSpPr>
        <p:spPr>
          <a:xfrm>
            <a:off x="2203704" y="3648456"/>
            <a:ext cx="3429000" cy="274320"/>
          </a:xfrm>
          <a:prstGeom prst="rect">
            <a:avLst/>
          </a:prstGeom>
          <a:noFill/>
        </p:spPr>
        <p:txBody>
          <a:bodyPr wrap="square">
            <a:spAutoFit/>
          </a:bodyPr>
          <a:lstStyle/>
          <a:p>
            <a:pPr algn="l"/>
            <a:r>
              <a:rPr sz="1000" b="0" i="0">
                <a:solidFill>
                  <a:srgbClr val="000000"/>
                </a:solidFill>
                <a:latin typeface="Source Sans Pro"/>
              </a:rPr>
              <a:t>Cost per Automated Resolution</a:t>
            </a:r>
          </a:p>
        </p:txBody>
      </p:sp>
      <p:sp>
        <p:nvSpPr>
          <p:cNvPr id="45" name="TextBox 44"/>
          <p:cNvSpPr txBox="1"/>
          <p:nvPr/>
        </p:nvSpPr>
        <p:spPr>
          <a:xfrm>
            <a:off x="5678424" y="3648456"/>
            <a:ext cx="2331720" cy="274320"/>
          </a:xfrm>
          <a:prstGeom prst="rect">
            <a:avLst/>
          </a:prstGeom>
          <a:noFill/>
        </p:spPr>
        <p:txBody>
          <a:bodyPr wrap="square">
            <a:spAutoFit/>
          </a:bodyPr>
          <a:lstStyle/>
          <a:p>
            <a:pPr algn="l"/>
            <a:r>
              <a:rPr sz="1000" b="0" i="0">
                <a:solidFill>
                  <a:srgbClr val="000000"/>
                </a:solidFill>
                <a:latin typeface="Source Sans Pro"/>
              </a:rPr>
              <a:t>≤ SGD 0.20</a:t>
            </a:r>
          </a:p>
        </p:txBody>
      </p:sp>
      <p:sp>
        <p:nvSpPr>
          <p:cNvPr id="46" name="TextBox 45"/>
          <p:cNvSpPr txBox="1"/>
          <p:nvPr/>
        </p:nvSpPr>
        <p:spPr>
          <a:xfrm>
            <a:off x="8055864" y="3648456"/>
            <a:ext cx="3246120" cy="274320"/>
          </a:xfrm>
          <a:prstGeom prst="rect">
            <a:avLst/>
          </a:prstGeom>
          <a:noFill/>
        </p:spPr>
        <p:txBody>
          <a:bodyPr wrap="square">
            <a:spAutoFit/>
          </a:bodyPr>
          <a:lstStyle/>
          <a:p>
            <a:pPr algn="l"/>
            <a:r>
              <a:rPr sz="1000" b="0" i="0">
                <a:solidFill>
                  <a:srgbClr val="000000"/>
                </a:solidFill>
                <a:latin typeface="Source Sans Pro"/>
              </a:rPr>
              <a:t>FinOps attribution (Step 5)</a:t>
            </a:r>
          </a:p>
        </p:txBody>
      </p:sp>
      <p:sp>
        <p:nvSpPr>
          <p:cNvPr id="47" name="TextBox 46"/>
          <p:cNvSpPr txBox="1"/>
          <p:nvPr/>
        </p:nvSpPr>
        <p:spPr>
          <a:xfrm>
            <a:off x="832104" y="3941064"/>
            <a:ext cx="1325880" cy="274320"/>
          </a:xfrm>
          <a:prstGeom prst="rect">
            <a:avLst/>
          </a:prstGeom>
          <a:noFill/>
        </p:spPr>
        <p:txBody>
          <a:bodyPr wrap="square">
            <a:spAutoFit/>
          </a:bodyPr>
          <a:lstStyle/>
          <a:p>
            <a:pPr algn="l"/>
            <a:r>
              <a:rPr sz="1000" b="0" i="0">
                <a:solidFill>
                  <a:srgbClr val="000000"/>
                </a:solidFill>
                <a:latin typeface="Source Sans Pro"/>
              </a:rPr>
              <a:t>Cost</a:t>
            </a:r>
          </a:p>
        </p:txBody>
      </p:sp>
      <p:sp>
        <p:nvSpPr>
          <p:cNvPr id="48" name="TextBox 47"/>
          <p:cNvSpPr txBox="1"/>
          <p:nvPr/>
        </p:nvSpPr>
        <p:spPr>
          <a:xfrm>
            <a:off x="2203704" y="3941064"/>
            <a:ext cx="3429000" cy="274320"/>
          </a:xfrm>
          <a:prstGeom prst="rect">
            <a:avLst/>
          </a:prstGeom>
          <a:noFill/>
        </p:spPr>
        <p:txBody>
          <a:bodyPr wrap="square">
            <a:spAutoFit/>
          </a:bodyPr>
          <a:lstStyle/>
          <a:p>
            <a:pPr algn="l"/>
            <a:r>
              <a:rPr sz="1000" b="0" i="0">
                <a:solidFill>
                  <a:srgbClr val="000000"/>
                </a:solidFill>
                <a:latin typeface="Source Sans Pro"/>
              </a:rPr>
              <a:t>Automation Rate</a:t>
            </a:r>
          </a:p>
        </p:txBody>
      </p:sp>
      <p:sp>
        <p:nvSpPr>
          <p:cNvPr id="49" name="TextBox 48"/>
          <p:cNvSpPr txBox="1"/>
          <p:nvPr/>
        </p:nvSpPr>
        <p:spPr>
          <a:xfrm>
            <a:off x="5678424" y="3941064"/>
            <a:ext cx="2331720" cy="274320"/>
          </a:xfrm>
          <a:prstGeom prst="rect">
            <a:avLst/>
          </a:prstGeom>
          <a:noFill/>
        </p:spPr>
        <p:txBody>
          <a:bodyPr wrap="square">
            <a:spAutoFit/>
          </a:bodyPr>
          <a:lstStyle/>
          <a:p>
            <a:pPr algn="l"/>
            <a:r>
              <a:rPr sz="1000" b="0" i="0">
                <a:solidFill>
                  <a:srgbClr val="000000"/>
                </a:solidFill>
                <a:latin typeface="Source Sans Pro"/>
              </a:rPr>
              <a:t>≥ 80% (90-day); ≥ 90% (1yr)</a:t>
            </a:r>
          </a:p>
        </p:txBody>
      </p:sp>
      <p:sp>
        <p:nvSpPr>
          <p:cNvPr id="50" name="TextBox 49"/>
          <p:cNvSpPr txBox="1"/>
          <p:nvPr/>
        </p:nvSpPr>
        <p:spPr>
          <a:xfrm>
            <a:off x="8055864" y="3941064"/>
            <a:ext cx="3246120" cy="274320"/>
          </a:xfrm>
          <a:prstGeom prst="rect">
            <a:avLst/>
          </a:prstGeom>
          <a:noFill/>
        </p:spPr>
        <p:txBody>
          <a:bodyPr wrap="square">
            <a:spAutoFit/>
          </a:bodyPr>
          <a:lstStyle/>
          <a:p>
            <a:pPr algn="l"/>
            <a:r>
              <a:rPr sz="1000" b="0" i="0">
                <a:solidFill>
                  <a:srgbClr val="000000"/>
                </a:solidFill>
                <a:latin typeface="Source Sans Pro"/>
              </a:rPr>
              <a:t>resolutionType metric</a:t>
            </a:r>
          </a:p>
        </p:txBody>
      </p:sp>
      <p:sp>
        <p:nvSpPr>
          <p:cNvPr id="51" name="TextBox 50"/>
          <p:cNvSpPr txBox="1"/>
          <p:nvPr/>
        </p:nvSpPr>
        <p:spPr>
          <a:xfrm>
            <a:off x="832104" y="5349240"/>
            <a:ext cx="10515600" cy="502920"/>
          </a:xfrm>
          <a:prstGeom prst="rect">
            <a:avLst/>
          </a:prstGeom>
          <a:noFill/>
        </p:spPr>
        <p:txBody>
          <a:bodyPr wrap="square">
            <a:spAutoFit/>
          </a:bodyPr>
          <a:lstStyle/>
          <a:p>
            <a:pPr algn="l"/>
            <a:r>
              <a:rPr sz="950" b="0" i="0">
                <a:solidFill>
                  <a:srgbClr val="404040"/>
                </a:solidFill>
                <a:latin typeface="Source Sans Pro"/>
              </a:rPr>
              <a:t>SLA Dashboard: Azure Monitor Workbook (real-time RAG status per KPI) | Monthly SLA Report: auto-generated via Azure Logic Apps</a:t>
            </a:r>
          </a:p>
          <a:p>
            <a:pPr algn="l"/>
            <a:r>
              <a:rPr sz="950" b="0" i="0">
                <a:solidFill>
                  <a:srgbClr val="404040"/>
                </a:solidFill>
                <a:latin typeface="Source Sans Pro"/>
              </a:rPr>
              <a:t>Option 2 (Manual spreadsheet): No real-time visibility; 4–8 h analyst effort/month — not recommended</a:t>
            </a:r>
          </a:p>
          <a:p>
            <a:pPr algn="l"/>
            <a:r>
              <a:rPr sz="950" b="0" i="0">
                <a:solidFill>
                  <a:srgbClr val="404040"/>
                </a:solidFill>
                <a:latin typeface="Source Sans Pro"/>
              </a:rPr>
              <a:t>Option 3 (Power BI): Requires GCC 2.0 Power BI availability confirmation; 15-min refresh minimum vs. real-time Workbooks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FinOps: Token &amp; Cost Management</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FinOps</a:t>
            </a:r>
          </a:p>
        </p:txBody>
      </p:sp>
      <p:sp>
        <p:nvSpPr>
          <p:cNvPr id="6" name="TextBox 5"/>
          <p:cNvSpPr txBox="1"/>
          <p:nvPr/>
        </p:nvSpPr>
        <p:spPr>
          <a:xfrm>
            <a:off x="832104" y="685800"/>
            <a:ext cx="10515600" cy="320040"/>
          </a:xfrm>
          <a:prstGeom prst="rect">
            <a:avLst/>
          </a:prstGeom>
          <a:noFill/>
        </p:spPr>
        <p:txBody>
          <a:bodyPr wrap="square">
            <a:spAutoFit/>
          </a:bodyPr>
          <a:lstStyle/>
          <a:p>
            <a:pPr algn="l"/>
            <a:r>
              <a:rPr sz="1300" b="1" i="0">
                <a:latin typeface="Source Sans Pro"/>
              </a:rPr>
              <a:t>Options Comparison</a:t>
            </a:r>
          </a:p>
        </p:txBody>
      </p:sp>
      <p:sp>
        <p:nvSpPr>
          <p:cNvPr id="7" name="TextBox 6"/>
          <p:cNvSpPr txBox="1"/>
          <p:nvPr/>
        </p:nvSpPr>
        <p:spPr>
          <a:xfrm>
            <a:off x="832104" y="1005840"/>
            <a:ext cx="1234440" cy="320040"/>
          </a:xfrm>
          <a:prstGeom prst="rect">
            <a:avLst/>
          </a:prstGeom>
          <a:noFill/>
        </p:spPr>
        <p:txBody>
          <a:bodyPr wrap="square">
            <a:spAutoFit/>
          </a:bodyPr>
          <a:lstStyle/>
          <a:p>
            <a:pPr algn="l"/>
            <a:r>
              <a:rPr sz="1000" b="1" i="0">
                <a:solidFill>
                  <a:srgbClr val="005AAB"/>
                </a:solidFill>
                <a:latin typeface="Source Sans Pro"/>
              </a:rPr>
              <a:t>Option</a:t>
            </a:r>
          </a:p>
        </p:txBody>
      </p:sp>
      <p:sp>
        <p:nvSpPr>
          <p:cNvPr id="8" name="TextBox 7"/>
          <p:cNvSpPr txBox="1"/>
          <p:nvPr/>
        </p:nvSpPr>
        <p:spPr>
          <a:xfrm>
            <a:off x="2112264" y="1005840"/>
            <a:ext cx="3611880" cy="320040"/>
          </a:xfrm>
          <a:prstGeom prst="rect">
            <a:avLst/>
          </a:prstGeom>
          <a:noFill/>
        </p:spPr>
        <p:txBody>
          <a:bodyPr wrap="square">
            <a:spAutoFit/>
          </a:bodyPr>
          <a:lstStyle/>
          <a:p>
            <a:pPr algn="l"/>
            <a:r>
              <a:rPr sz="1000" b="1" i="0">
                <a:solidFill>
                  <a:srgbClr val="005AAB"/>
                </a:solidFill>
                <a:latin typeface="Source Sans Pro"/>
              </a:rPr>
              <a:t>Approach</a:t>
            </a:r>
          </a:p>
        </p:txBody>
      </p:sp>
      <p:sp>
        <p:nvSpPr>
          <p:cNvPr id="9" name="TextBox 8"/>
          <p:cNvSpPr txBox="1"/>
          <p:nvPr/>
        </p:nvSpPr>
        <p:spPr>
          <a:xfrm>
            <a:off x="5769864" y="1005840"/>
            <a:ext cx="2788920" cy="320040"/>
          </a:xfrm>
          <a:prstGeom prst="rect">
            <a:avLst/>
          </a:prstGeom>
          <a:noFill/>
        </p:spPr>
        <p:txBody>
          <a:bodyPr wrap="square">
            <a:spAutoFit/>
          </a:bodyPr>
          <a:lstStyle/>
          <a:p>
            <a:pPr algn="l"/>
            <a:r>
              <a:rPr sz="1000" b="1" i="0">
                <a:solidFill>
                  <a:srgbClr val="005AAB"/>
                </a:solidFill>
                <a:latin typeface="Source Sans Pro"/>
              </a:rPr>
              <a:t>Pros</a:t>
            </a:r>
          </a:p>
        </p:txBody>
      </p:sp>
      <p:sp>
        <p:nvSpPr>
          <p:cNvPr id="10" name="TextBox 9"/>
          <p:cNvSpPr txBox="1"/>
          <p:nvPr/>
        </p:nvSpPr>
        <p:spPr>
          <a:xfrm>
            <a:off x="8604504" y="1005840"/>
            <a:ext cx="2697480" cy="320040"/>
          </a:xfrm>
          <a:prstGeom prst="rect">
            <a:avLst/>
          </a:prstGeom>
          <a:noFill/>
        </p:spPr>
        <p:txBody>
          <a:bodyPr wrap="square">
            <a:spAutoFit/>
          </a:bodyPr>
          <a:lstStyle/>
          <a:p>
            <a:pPr algn="l"/>
            <a:r>
              <a:rPr sz="1000" b="1" i="0">
                <a:solidFill>
                  <a:srgbClr val="005AAB"/>
                </a:solidFill>
                <a:latin typeface="Source Sans Pro"/>
              </a:rPr>
              <a:t>Cons</a:t>
            </a:r>
          </a:p>
        </p:txBody>
      </p:sp>
      <p:sp>
        <p:nvSpPr>
          <p:cNvPr id="11" name="TextBox 10"/>
          <p:cNvSpPr txBox="1"/>
          <p:nvPr/>
        </p:nvSpPr>
        <p:spPr>
          <a:xfrm>
            <a:off x="832104" y="1325880"/>
            <a:ext cx="1234440" cy="274320"/>
          </a:xfrm>
          <a:prstGeom prst="rect">
            <a:avLst/>
          </a:prstGeom>
          <a:noFill/>
        </p:spPr>
        <p:txBody>
          <a:bodyPr wrap="square">
            <a:spAutoFit/>
          </a:bodyPr>
          <a:lstStyle/>
          <a:p>
            <a:pPr algn="l"/>
            <a:r>
              <a:rPr sz="1000" b="1" i="0">
                <a:solidFill>
                  <a:srgbClr val="005AAB"/>
                </a:solidFill>
                <a:latin typeface="Source Sans Pro"/>
              </a:rPr>
              <a:t>✔ Option 1</a:t>
            </a:r>
          </a:p>
          <a:p>
            <a:pPr algn="l"/>
            <a:r>
              <a:rPr sz="1000" b="1" i="0">
                <a:solidFill>
                  <a:srgbClr val="005AAB"/>
                </a:solidFill>
                <a:latin typeface="Source Sans Pro"/>
              </a:rPr>
              <a:t>(Recommended)</a:t>
            </a:r>
          </a:p>
        </p:txBody>
      </p:sp>
      <p:sp>
        <p:nvSpPr>
          <p:cNvPr id="12" name="TextBox 11"/>
          <p:cNvSpPr txBox="1"/>
          <p:nvPr/>
        </p:nvSpPr>
        <p:spPr>
          <a:xfrm>
            <a:off x="2112264" y="1325880"/>
            <a:ext cx="3611880" cy="274320"/>
          </a:xfrm>
          <a:prstGeom prst="rect">
            <a:avLst/>
          </a:prstGeom>
          <a:noFill/>
        </p:spPr>
        <p:txBody>
          <a:bodyPr wrap="square">
            <a:spAutoFit/>
          </a:bodyPr>
          <a:lstStyle/>
          <a:p>
            <a:pPr algn="l"/>
            <a:r>
              <a:rPr sz="1000" b="0" i="0">
                <a:solidFill>
                  <a:srgbClr val="000000"/>
                </a:solidFill>
                <a:latin typeface="Source Sans Pro"/>
              </a:rPr>
              <a:t>Per-session cost attribution via OTel custom metrics + Azure Cost Management + automated guardrails</a:t>
            </a:r>
          </a:p>
          <a:p>
            <a:pPr algn="l"/>
            <a:r>
              <a:rPr sz="1000" b="0" i="0">
                <a:solidFill>
                  <a:srgbClr val="000000"/>
                </a:solidFill>
                <a:latin typeface="Source Sans Pro"/>
              </a:rPr>
              <a:t>• Every email: PromptTokens, CompletionTokens, TotalLLMCostUSD, ComputeCostUSD stored in Log Analytics (AIBPEmailCosts table)</a:t>
            </a:r>
          </a:p>
          <a:p>
            <a:pPr algn="l"/>
            <a:r>
              <a:rPr sz="1000" b="0" i="0">
                <a:solidFill>
                  <a:srgbClr val="000000"/>
                </a:solidFill>
                <a:latin typeface="Source Sans Pro"/>
              </a:rPr>
              <a:t>• Per-session token budget enforced at agent level: flag set in Azure App Configuration; agent stops calling LLM and routes to Human Officer Queue if exceeded</a:t>
            </a:r>
          </a:p>
          <a:p>
            <a:pPr algn="l"/>
            <a:r>
              <a:rPr sz="1000" b="0" i="0">
                <a:solidFill>
                  <a:srgbClr val="000000"/>
                </a:solidFill>
                <a:latin typeface="Source Sans Pro"/>
              </a:rPr>
              <a:t>• Daily + monthly budget alerts at 90% / 100% of budget</a:t>
            </a:r>
          </a:p>
          <a:p>
            <a:pPr algn="l"/>
            <a:r>
              <a:rPr sz="1000" b="0" i="0">
                <a:solidFill>
                  <a:srgbClr val="000000"/>
                </a:solidFill>
                <a:latin typeface="Source Sans Pro"/>
              </a:rPr>
              <a:t>• Estimated cost: ~USD 1,410/month for &lt;1,000 emails/day (25 PTU gpt-4o flat rate)</a:t>
            </a:r>
          </a:p>
        </p:txBody>
      </p:sp>
      <p:sp>
        <p:nvSpPr>
          <p:cNvPr id="13" name="TextBox 12"/>
          <p:cNvSpPr txBox="1"/>
          <p:nvPr/>
        </p:nvSpPr>
        <p:spPr>
          <a:xfrm>
            <a:off x="5769864" y="1325880"/>
            <a:ext cx="2788920" cy="274320"/>
          </a:xfrm>
          <a:prstGeom prst="rect">
            <a:avLst/>
          </a:prstGeom>
          <a:noFill/>
        </p:spPr>
        <p:txBody>
          <a:bodyPr wrap="square">
            <a:spAutoFit/>
          </a:bodyPr>
          <a:lstStyle/>
          <a:p>
            <a:pPr algn="l"/>
            <a:r>
              <a:rPr sz="1000" b="0" i="0">
                <a:solidFill>
                  <a:srgbClr val="000000"/>
                </a:solidFill>
                <a:latin typeface="Source Sans Pro"/>
              </a:rPr>
              <a:t>• Per-email attribution identifies which agent / SOP is expensive</a:t>
            </a:r>
          </a:p>
          <a:p>
            <a:pPr algn="l"/>
            <a:r>
              <a:rPr sz="1000" b="0" i="0">
                <a:solidFill>
                  <a:srgbClr val="000000"/>
                </a:solidFill>
                <a:latin typeface="Source Sans Pro"/>
              </a:rPr>
              <a:t>• Per-session guardrail prevents runaway agent loops</a:t>
            </a:r>
          </a:p>
          <a:p>
            <a:pPr algn="l"/>
            <a:r>
              <a:rPr sz="1000" b="0" i="0">
                <a:solidFill>
                  <a:srgbClr val="000000"/>
                </a:solidFill>
                <a:latin typeface="Source Sans Pro"/>
              </a:rPr>
              <a:t>• No email is silently costing 50× average</a:t>
            </a:r>
          </a:p>
        </p:txBody>
      </p:sp>
      <p:sp>
        <p:nvSpPr>
          <p:cNvPr id="14" name="TextBox 13"/>
          <p:cNvSpPr txBox="1"/>
          <p:nvPr/>
        </p:nvSpPr>
        <p:spPr>
          <a:xfrm>
            <a:off x="8604504" y="1325880"/>
            <a:ext cx="2697480" cy="274320"/>
          </a:xfrm>
          <a:prstGeom prst="rect">
            <a:avLst/>
          </a:prstGeom>
          <a:noFill/>
        </p:spPr>
        <p:txBody>
          <a:bodyPr wrap="square">
            <a:spAutoFit/>
          </a:bodyPr>
          <a:lstStyle/>
          <a:p>
            <a:pPr algn="l"/>
            <a:r>
              <a:rPr sz="1000" b="0" i="0">
                <a:solidFill>
                  <a:srgbClr val="000000"/>
                </a:solidFill>
                <a:latin typeface="Source Sans Pro"/>
              </a:rPr>
              <a:t>• FinOps aggregator ACA Job adds maintenance overhead</a:t>
            </a:r>
          </a:p>
          <a:p>
            <a:pPr algn="l"/>
            <a:r>
              <a:rPr sz="1000" b="0" i="0">
                <a:solidFill>
                  <a:srgbClr val="000000"/>
                </a:solidFill>
                <a:latin typeface="Source Sans Pro"/>
              </a:rPr>
              <a:t>• PTU flat rate may be higher than PAYG at very low utilisation</a:t>
            </a:r>
          </a:p>
        </p:txBody>
      </p:sp>
      <p:sp>
        <p:nvSpPr>
          <p:cNvPr id="15" name="TextBox 14"/>
          <p:cNvSpPr txBox="1"/>
          <p:nvPr/>
        </p:nvSpPr>
        <p:spPr>
          <a:xfrm>
            <a:off x="832104" y="1618488"/>
            <a:ext cx="1234440" cy="274320"/>
          </a:xfrm>
          <a:prstGeom prst="rect">
            <a:avLst/>
          </a:prstGeom>
          <a:noFill/>
        </p:spPr>
        <p:txBody>
          <a:bodyPr wrap="square">
            <a:spAutoFit/>
          </a:bodyPr>
          <a:lstStyle/>
          <a:p>
            <a:pPr algn="l"/>
            <a:r>
              <a:rPr sz="1000" b="0" i="0">
                <a:solidFill>
                  <a:srgbClr val="000000"/>
                </a:solidFill>
                <a:latin typeface="Source Sans Pro"/>
              </a:rPr>
              <a:t>Option 2</a:t>
            </a:r>
          </a:p>
        </p:txBody>
      </p:sp>
      <p:sp>
        <p:nvSpPr>
          <p:cNvPr id="16" name="TextBox 15"/>
          <p:cNvSpPr txBox="1"/>
          <p:nvPr/>
        </p:nvSpPr>
        <p:spPr>
          <a:xfrm>
            <a:off x="2112264" y="1618488"/>
            <a:ext cx="3611880" cy="274320"/>
          </a:xfrm>
          <a:prstGeom prst="rect">
            <a:avLst/>
          </a:prstGeom>
          <a:noFill/>
        </p:spPr>
        <p:txBody>
          <a:bodyPr wrap="square">
            <a:spAutoFit/>
          </a:bodyPr>
          <a:lstStyle/>
          <a:p>
            <a:pPr algn="l"/>
            <a:r>
              <a:rPr sz="1000" b="0" i="0">
                <a:solidFill>
                  <a:srgbClr val="000000"/>
                </a:solidFill>
                <a:latin typeface="Source Sans Pro"/>
              </a:rPr>
              <a:t>Azure Cost Management aggregate monitoring only (no per-session attribution)</a:t>
            </a:r>
          </a:p>
        </p:txBody>
      </p:sp>
      <p:sp>
        <p:nvSpPr>
          <p:cNvPr id="17" name="TextBox 16"/>
          <p:cNvSpPr txBox="1"/>
          <p:nvPr/>
        </p:nvSpPr>
        <p:spPr>
          <a:xfrm>
            <a:off x="5769864" y="1618488"/>
            <a:ext cx="2788920" cy="274320"/>
          </a:xfrm>
          <a:prstGeom prst="rect">
            <a:avLst/>
          </a:prstGeom>
          <a:noFill/>
        </p:spPr>
        <p:txBody>
          <a:bodyPr wrap="square">
            <a:spAutoFit/>
          </a:bodyPr>
          <a:lstStyle/>
          <a:p>
            <a:pPr algn="l"/>
            <a:r>
              <a:rPr sz="1000" b="0" i="0">
                <a:solidFill>
                  <a:srgbClr val="000000"/>
                </a:solidFill>
                <a:latin typeface="Source Sans Pro"/>
              </a:rPr>
              <a:t>• Zero implementation effort</a:t>
            </a:r>
          </a:p>
        </p:txBody>
      </p:sp>
      <p:sp>
        <p:nvSpPr>
          <p:cNvPr id="18" name="TextBox 17"/>
          <p:cNvSpPr txBox="1"/>
          <p:nvPr/>
        </p:nvSpPr>
        <p:spPr>
          <a:xfrm>
            <a:off x="8604504" y="1618488"/>
            <a:ext cx="2697480" cy="274320"/>
          </a:xfrm>
          <a:prstGeom prst="rect">
            <a:avLst/>
          </a:prstGeom>
          <a:noFill/>
        </p:spPr>
        <p:txBody>
          <a:bodyPr wrap="square">
            <a:spAutoFit/>
          </a:bodyPr>
          <a:lstStyle/>
          <a:p>
            <a:pPr algn="l"/>
            <a:r>
              <a:rPr sz="1000" b="0" i="0">
                <a:solidFill>
                  <a:srgbClr val="000000"/>
                </a:solidFill>
                <a:latin typeface="Source Sans Pro"/>
              </a:rPr>
              <a:t>• Cannot identify which agent or email is expensive</a:t>
            </a:r>
          </a:p>
          <a:p>
            <a:pPr algn="l"/>
            <a:r>
              <a:rPr sz="1000" b="0" i="0">
                <a:solidFill>
                  <a:srgbClr val="000000"/>
                </a:solidFill>
                <a:latin typeface="Source Sans Pro"/>
              </a:rPr>
              <a:t>• No per-session guardrail; stuck agent burns budget invisibly</a:t>
            </a:r>
          </a:p>
        </p:txBody>
      </p:sp>
      <p:sp>
        <p:nvSpPr>
          <p:cNvPr id="19" name="TextBox 18"/>
          <p:cNvSpPr txBox="1"/>
          <p:nvPr/>
        </p:nvSpPr>
        <p:spPr>
          <a:xfrm>
            <a:off x="832104" y="1911096"/>
            <a:ext cx="1234440" cy="274320"/>
          </a:xfrm>
          <a:prstGeom prst="rect">
            <a:avLst/>
          </a:prstGeom>
          <a:noFill/>
        </p:spPr>
        <p:txBody>
          <a:bodyPr wrap="square">
            <a:spAutoFit/>
          </a:bodyPr>
          <a:lstStyle/>
          <a:p>
            <a:pPr algn="l"/>
            <a:r>
              <a:rPr sz="1000" b="0" i="0">
                <a:solidFill>
                  <a:srgbClr val="000000"/>
                </a:solidFill>
                <a:latin typeface="Source Sans Pro"/>
              </a:rPr>
              <a:t>Option 3</a:t>
            </a:r>
          </a:p>
        </p:txBody>
      </p:sp>
      <p:sp>
        <p:nvSpPr>
          <p:cNvPr id="20" name="TextBox 19"/>
          <p:cNvSpPr txBox="1"/>
          <p:nvPr/>
        </p:nvSpPr>
        <p:spPr>
          <a:xfrm>
            <a:off x="2112264" y="1911096"/>
            <a:ext cx="3611880" cy="274320"/>
          </a:xfrm>
          <a:prstGeom prst="rect">
            <a:avLst/>
          </a:prstGeom>
          <a:noFill/>
        </p:spPr>
        <p:txBody>
          <a:bodyPr wrap="square">
            <a:spAutoFit/>
          </a:bodyPr>
          <a:lstStyle/>
          <a:p>
            <a:pPr algn="l"/>
            <a:r>
              <a:rPr sz="1000" b="0" i="0">
                <a:solidFill>
                  <a:srgbClr val="000000"/>
                </a:solidFill>
                <a:latin typeface="Source Sans Pro"/>
              </a:rPr>
              <a:t>OpenCost on AKS (Kubernetes-level cost attribution)</a:t>
            </a:r>
          </a:p>
        </p:txBody>
      </p:sp>
      <p:sp>
        <p:nvSpPr>
          <p:cNvPr id="21" name="TextBox 20"/>
          <p:cNvSpPr txBox="1"/>
          <p:nvPr/>
        </p:nvSpPr>
        <p:spPr>
          <a:xfrm>
            <a:off x="5769864" y="1911096"/>
            <a:ext cx="2788920" cy="274320"/>
          </a:xfrm>
          <a:prstGeom prst="rect">
            <a:avLst/>
          </a:prstGeom>
          <a:noFill/>
        </p:spPr>
        <p:txBody>
          <a:bodyPr wrap="square">
            <a:spAutoFit/>
          </a:bodyPr>
          <a:lstStyle/>
          <a:p>
            <a:pPr algn="l"/>
            <a:r>
              <a:rPr sz="1000" b="0" i="0">
                <a:solidFill>
                  <a:srgbClr val="000000"/>
                </a:solidFill>
                <a:latin typeface="Source Sans Pro"/>
              </a:rPr>
              <a:t>• Provides AKS compute attribution</a:t>
            </a:r>
          </a:p>
        </p:txBody>
      </p:sp>
      <p:sp>
        <p:nvSpPr>
          <p:cNvPr id="22" name="TextBox 21"/>
          <p:cNvSpPr txBox="1"/>
          <p:nvPr/>
        </p:nvSpPr>
        <p:spPr>
          <a:xfrm>
            <a:off x="8604504" y="1911096"/>
            <a:ext cx="2697480" cy="274320"/>
          </a:xfrm>
          <a:prstGeom prst="rect">
            <a:avLst/>
          </a:prstGeom>
          <a:noFill/>
        </p:spPr>
        <p:txBody>
          <a:bodyPr wrap="square">
            <a:spAutoFit/>
          </a:bodyPr>
          <a:lstStyle/>
          <a:p>
            <a:pPr algn="l"/>
            <a:r>
              <a:rPr sz="1000" b="0" i="0">
                <a:solidFill>
                  <a:srgbClr val="000000"/>
                </a:solidFill>
                <a:latin typeface="Source Sans Pro"/>
              </a:rPr>
              <a:t>• Does not cover Azure OpenAI token cost (the dominant cost driver)</a:t>
            </a:r>
          </a:p>
          <a:p>
            <a:pPr algn="l"/>
            <a:r>
              <a:rPr sz="1000" b="0" i="0">
                <a:solidFill>
                  <a:srgbClr val="000000"/>
                </a:solidFill>
                <a:latin typeface="Source Sans Pro"/>
              </a:rPr>
              <a:t>• Adds infra complexity for a secondary cost category</a:t>
            </a:r>
          </a:p>
        </p:txBody>
      </p:sp>
      <p:sp>
        <p:nvSpPr>
          <p:cNvPr id="23" name="TextBox 22"/>
          <p:cNvSpPr txBox="1"/>
          <p:nvPr/>
        </p:nvSpPr>
        <p:spPr>
          <a:xfrm>
            <a:off x="832104" y="5349240"/>
            <a:ext cx="10515600" cy="457200"/>
          </a:xfrm>
          <a:prstGeom prst="rect">
            <a:avLst/>
          </a:prstGeom>
          <a:noFill/>
        </p:spPr>
        <p:txBody>
          <a:bodyPr wrap="square">
            <a:spAutoFit/>
          </a:bodyPr>
          <a:lstStyle/>
          <a:p>
            <a:pPr algn="l"/>
            <a:r>
              <a:rPr sz="1000" b="1" i="0">
                <a:solidFill>
                  <a:srgbClr val="005AAB"/>
                </a:solidFill>
                <a:latin typeface="Source Sans Pro"/>
              </a:rPr>
              <a:t>IRAS Recommendation: Option 1. Token cost varies dramatically per email; per-session attribution + guardrail is the single most important cost control in an agentic platform.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Cost Comparison: Agent-Resolved vs. Human-Officer-Resolved</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FinOps</a:t>
            </a:r>
          </a:p>
        </p:txBody>
      </p:sp>
      <p:sp>
        <p:nvSpPr>
          <p:cNvPr id="6" name="TextBox 5"/>
          <p:cNvSpPr txBox="1"/>
          <p:nvPr/>
        </p:nvSpPr>
        <p:spPr>
          <a:xfrm>
            <a:off x="832104" y="685800"/>
            <a:ext cx="10515600" cy="5394960"/>
          </a:xfrm>
          <a:prstGeom prst="rect">
            <a:avLst/>
          </a:prstGeom>
          <a:noFill/>
        </p:spPr>
        <p:txBody>
          <a:bodyPr wrap="square">
            <a:spAutoFit/>
          </a:bodyPr>
          <a:lstStyle/>
          <a:p>
            <a:pPr algn="l"/>
            <a:r>
              <a:rPr sz="1050" b="0" i="0">
                <a:latin typeface="Source Sans Pro"/>
              </a:rPr>
              <a:t>Human Officer Cost Per Email (illustrative — to be validated with HR &amp; Finance)</a:t>
            </a:r>
          </a:p>
          <a:p>
            <a:pPr algn="l"/>
            <a:r>
              <a:rPr sz="1050" b="0" i="0">
                <a:latin typeface="Source Sans Pro"/>
              </a:rPr>
              <a:t>  • Officer annual salary: SGD A (to be provided by HR)</a:t>
            </a:r>
          </a:p>
          <a:p>
            <a:pPr algn="l"/>
            <a:r>
              <a:rPr sz="1050" b="0" i="0">
                <a:latin typeface="Source Sans Pro"/>
              </a:rPr>
              <a:t>  • Employer overhead (CPF, benefits, office): ~30–40% additional</a:t>
            </a:r>
          </a:p>
          <a:p>
            <a:pPr algn="l"/>
            <a:r>
              <a:rPr sz="1050" b="0" i="0">
                <a:latin typeface="Source Sans Pro"/>
              </a:rPr>
              <a:t>  • Illustrative: SGD 80,000 salary + 35% overhead = SGD 108,000/year</a:t>
            </a:r>
          </a:p>
          <a:p>
            <a:pPr algn="l"/>
            <a:r>
              <a:rPr sz="1050" b="0" i="0">
                <a:latin typeface="Source Sans Pro"/>
              </a:rPr>
              <a:t>  • Emails processed/officer/year: ~17,500 (70/day × 250 days) — routine cases</a:t>
            </a:r>
          </a:p>
          <a:p>
            <a:pPr algn="l"/>
            <a:r>
              <a:rPr sz="1050" b="0" i="0">
                <a:latin typeface="Source Sans Pro"/>
              </a:rPr>
              <a:t>  • Illustrative human cost per email: SGD 108,000 ÷ 17,500 ≈ SGD 6.17/email</a:t>
            </a:r>
          </a:p>
          <a:p>
            <a:pPr algn="l"/>
            <a:r>
              <a:rPr sz="1050" b="0" i="0">
                <a:latin typeface="Source Sans Pro"/>
              </a:rPr>
              <a:t/>
            </a:r>
          </a:p>
          <a:p>
            <a:pPr algn="l"/>
            <a:r>
              <a:rPr sz="1050" b="0" i="0">
                <a:latin typeface="Source Sans Pro"/>
              </a:rPr>
              <a:t>Agent Cost Per Email (from FinOps attribution, Step 5.1)</a:t>
            </a:r>
          </a:p>
          <a:p>
            <a:pPr algn="l"/>
            <a:r>
              <a:rPr sz="1050" b="0" i="0">
                <a:latin typeface="Source Sans Pro"/>
              </a:rPr>
              <a:t>  • Azure OpenAI token cost: ~USD 0.009 (~SGD 0.012) per email at 3,000 avg tokens</a:t>
            </a:r>
          </a:p>
          <a:p>
            <a:pPr algn="l"/>
            <a:r>
              <a:rPr sz="1050" b="0" i="0">
                <a:latin typeface="Source Sans Pro"/>
              </a:rPr>
              <a:t>  • ACA compute cost: ~SGD 0.003 per email at P95 5-min processing</a:t>
            </a:r>
          </a:p>
          <a:p>
            <a:pPr algn="l"/>
            <a:r>
              <a:rPr sz="1050" b="0" i="0">
                <a:latin typeface="Source Sans Pro"/>
              </a:rPr>
              <a:t>  • Overhead (Langfuse, monitoring, registry DB): ~SGD 0.005 per email</a:t>
            </a:r>
          </a:p>
          <a:p>
            <a:pPr algn="l"/>
            <a:r>
              <a:rPr sz="1050" b="0" i="0">
                <a:latin typeface="Source Sans Pro"/>
              </a:rPr>
              <a:t>  • Total agent cost per email: ~SGD 0.02–0.10 (to be validated in first 30 days)</a:t>
            </a:r>
          </a:p>
          <a:p>
            <a:pPr algn="l"/>
            <a:r>
              <a:rPr sz="1050" b="0" i="0">
                <a:latin typeface="Source Sans Pro"/>
              </a:rPr>
              <a:t>  • Target: ≤ SGD 0.20/resolution</a:t>
            </a:r>
          </a:p>
          <a:p>
            <a:pPr algn="l"/>
            <a:r>
              <a:rPr sz="1050" b="0" i="0">
                <a:latin typeface="Source Sans Pro"/>
              </a:rPr>
              <a:t/>
            </a:r>
          </a:p>
          <a:p>
            <a:pPr algn="l"/>
            <a:r>
              <a:rPr sz="1050" b="0" i="0">
                <a:latin typeface="Source Sans Pro"/>
              </a:rPr>
              <a:t>Break-Even / ROI Analysis</a:t>
            </a:r>
          </a:p>
          <a:p>
            <a:pPr algn="l"/>
            <a:r>
              <a:rPr sz="1050" b="0" i="0">
                <a:latin typeface="Source Sans Pro"/>
              </a:rPr>
              <a:t>  At 80% automation rate (1,000 emails/day → 800 automated, 200 HITL/human):</a:t>
            </a:r>
          </a:p>
          <a:p>
            <a:pPr algn="l"/>
            <a:r>
              <a:rPr sz="1050" b="0" i="0">
                <a:latin typeface="Source Sans Pro"/>
              </a:rPr>
              <a:t>  • Human cost equivalent: 800 × SGD 6.17 = SGD 4,936/day</a:t>
            </a:r>
          </a:p>
          <a:p>
            <a:pPr algn="l"/>
            <a:r>
              <a:rPr sz="1050" b="0" i="0">
                <a:latin typeface="Source Sans Pro"/>
              </a:rPr>
              <a:t>  • Agent cost: 800 × SGD 0.10 = SGD 80/day</a:t>
            </a:r>
          </a:p>
          <a:p>
            <a:pPr algn="l"/>
            <a:r>
              <a:rPr sz="1050" b="0" i="0">
                <a:latin typeface="Source Sans Pro"/>
              </a:rPr>
              <a:t>  • Net daily saving (automated portion): ~SGD 4,856/day</a:t>
            </a:r>
          </a:p>
          <a:p>
            <a:pPr algn="l"/>
            <a:r>
              <a:rPr sz="1050" b="0" i="0">
                <a:latin typeface="Source Sans Pro"/>
              </a:rPr>
              <a:t>  • Platform monthly operating cost: ~SGD 1,890 (Azure OpenAI) + other infra</a:t>
            </a:r>
          </a:p>
          <a:p>
            <a:pPr algn="l"/>
            <a:r>
              <a:rPr sz="1050" b="0" i="0">
                <a:latin typeface="Source Sans Pro"/>
              </a:rPr>
              <a:t/>
            </a:r>
          </a:p>
          <a:p>
            <a:pPr algn="l"/>
            <a:r>
              <a:rPr sz="1050" b="0" i="0">
                <a:latin typeface="Source Sans Pro"/>
              </a:rPr>
              <a:t>Note: These are indicative estimates. Ops team to establish actuals within first 30 days of production and publish a validated cost comparison to management.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Operational Feedback Loop &amp; Self-Reflection</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Confirmation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Operational Feedback &amp; Lifecycle</a:t>
            </a:r>
          </a:p>
        </p:txBody>
      </p:sp>
      <p:sp>
        <p:nvSpPr>
          <p:cNvPr id="6" name="TextBox 5"/>
          <p:cNvSpPr txBox="1"/>
          <p:nvPr/>
        </p:nvSpPr>
        <p:spPr>
          <a:xfrm>
            <a:off x="832104" y="685800"/>
            <a:ext cx="10515600" cy="5394960"/>
          </a:xfrm>
          <a:prstGeom prst="rect">
            <a:avLst/>
          </a:prstGeom>
          <a:noFill/>
        </p:spPr>
        <p:txBody>
          <a:bodyPr wrap="square">
            <a:spAutoFit/>
          </a:bodyPr>
          <a:lstStyle/>
          <a:p>
            <a:pPr algn="l"/>
            <a:r>
              <a:rPr sz="1050" b="0" i="0">
                <a:latin typeface="Source Sans Pro"/>
              </a:rPr>
              <a:t>Options Comparison</a:t>
            </a:r>
          </a:p>
          <a:p>
            <a:pPr algn="l"/>
            <a:r>
              <a:rPr sz="1050" b="0" i="0">
                <a:latin typeface="Source Sans Pro"/>
              </a:rPr>
              <a:t/>
            </a:r>
          </a:p>
          <a:p>
            <a:pPr algn="l"/>
            <a:r>
              <a:rPr sz="1050" b="0" i="0">
                <a:latin typeface="Source Sans Pro"/>
              </a:rPr>
              <a:t>✔ Option 1 (Recommended) — Event-Driven Feedback Pipeline → Langfuse Evaluation Dataset</a:t>
            </a:r>
          </a:p>
          <a:p>
            <a:pPr algn="l"/>
            <a:r>
              <a:rPr sz="1050" b="0" i="0">
                <a:latin typeface="Source Sans Pro"/>
              </a:rPr>
              <a:t/>
            </a:r>
          </a:p>
          <a:p>
            <a:pPr algn="l"/>
            <a:r>
              <a:rPr sz="1050" b="0" i="0">
                <a:latin typeface="Source Sans Pro"/>
              </a:rPr>
              <a:t>  Signal sources (4):</a:t>
            </a:r>
          </a:p>
          <a:p>
            <a:pPr algn="l"/>
            <a:r>
              <a:rPr sz="1050" b="0" i="0">
                <a:latin typeface="Source Sans Pro"/>
              </a:rPr>
              <a:t>  1. HITL officer decisions (approve/reject) — high rejection rate for an action type signals the agent is over-proposing it</a:t>
            </a:r>
          </a:p>
          <a:p>
            <a:pPr algn="l"/>
            <a:r>
              <a:rPr sz="1050" b="0" i="0">
                <a:latin typeface="Source Sans Pro"/>
              </a:rPr>
              <a:t>  2. Officer audit corrections (SWEE triage) — direct accuracy signal for the triage model</a:t>
            </a:r>
          </a:p>
          <a:p>
            <a:pPr algn="l"/>
            <a:r>
              <a:rPr sz="1050" b="0" i="0">
                <a:latin typeface="Source Sans Pro"/>
              </a:rPr>
              <a:t>  3. Human Officer Queue cases (fallback) — cases the platform failed to handle; officer resolution becomes a labelled training example</a:t>
            </a:r>
          </a:p>
          <a:p>
            <a:pPr algn="l"/>
            <a:r>
              <a:rPr sz="1050" b="0" i="0">
                <a:latin typeface="Source Sans Pro"/>
              </a:rPr>
              <a:t>  4. AO agent re-route events — agent explicitly rejected SWEE's SOP; triage accuracy signal</a:t>
            </a:r>
          </a:p>
          <a:p>
            <a:pPr algn="l"/>
            <a:r>
              <a:rPr sz="1050" b="0" i="0">
                <a:latin typeface="Source Sans Pro"/>
              </a:rPr>
              <a:t/>
            </a:r>
          </a:p>
          <a:p>
            <a:pPr algn="l"/>
            <a:r>
              <a:rPr sz="1050" b="0" i="0">
                <a:latin typeface="Source Sans Pro"/>
              </a:rPr>
              <a:t>  Pipeline: Azure Service Bus topic (ops-feedback-events) → feedback-processor ACA Job (runs every 15 min) → annotates Langfuse traces with structured scores (0.0 = failure, 1.0 = correct)</a:t>
            </a:r>
          </a:p>
          <a:p>
            <a:pPr algn="l"/>
            <a:r>
              <a:rPr sz="1050" b="0" i="0">
                <a:latin typeface="Source Sans Pro"/>
              </a:rPr>
              <a:t>  Failure traces added to Langfuse evaluation datasets:</a:t>
            </a:r>
          </a:p>
          <a:p>
            <a:pPr algn="l"/>
            <a:r>
              <a:rPr sz="1050" b="0" i="0">
                <a:latin typeface="Source Sans Pro"/>
              </a:rPr>
              <a:t>    • swee-triage-failures (for SWEE team — weekly review)</a:t>
            </a:r>
          </a:p>
          <a:p>
            <a:pPr algn="l"/>
            <a:r>
              <a:rPr sz="1050" b="0" i="0">
                <a:latin typeface="Source Sans Pro"/>
              </a:rPr>
              <a:t>    • ao-hitl-rejections (for AO team — biweekly review)</a:t>
            </a:r>
          </a:p>
          <a:p>
            <a:pPr algn="l"/>
            <a:r>
              <a:rPr sz="1050" b="0" i="0">
                <a:latin typeface="Source Sans Pro"/>
              </a:rPr>
              <a:t>    • ao-capability-gaps (for AO team — monthly review)</a:t>
            </a:r>
          </a:p>
          <a:p>
            <a:pPr algn="l"/>
            <a:r>
              <a:rPr sz="1050" b="0" i="0">
                <a:latin typeface="Source Sans Pro"/>
              </a:rPr>
              <a:t>  Quality control: 30-day quarantine gate before failures enter CI evaluation baseline</a:t>
            </a:r>
          </a:p>
          <a:p>
            <a:pPr algn="l"/>
            <a:r>
              <a:rPr sz="1050" b="0" i="0">
                <a:latin typeface="Source Sans Pro"/>
              </a:rPr>
              <a:t>  Ops sends weekly Feedback Summary Report to owning teams (every Monday 09:00)</a:t>
            </a:r>
          </a:p>
          <a:p>
            <a:pPr algn="l"/>
            <a:r>
              <a:rPr sz="1050" b="0" i="0">
                <a:latin typeface="Source Sans Pro"/>
              </a:rPr>
              <a:t/>
            </a:r>
          </a:p>
          <a:p>
            <a:pPr algn="l"/>
            <a:r>
              <a:rPr sz="1050" b="0" i="0">
                <a:latin typeface="Source Sans Pro"/>
              </a:rPr>
              <a:t>Option 2 — Weekly manual feedback collation by Ops</a:t>
            </a:r>
          </a:p>
          <a:p>
            <a:pPr algn="l"/>
            <a:r>
              <a:rPr sz="1050" b="0" i="0">
                <a:latin typeface="Source Sans Pro"/>
              </a:rPr>
              <a:t>  Cons: Up to 7-day lag; 70–100 emails can be affected before team is notified; does not produce Langfuse dataset annotations</a:t>
            </a:r>
          </a:p>
          <a:p>
            <a:pPr algn="l"/>
            <a:r>
              <a:rPr sz="1050" b="0" i="0">
                <a:latin typeface="Source Sans Pro"/>
              </a:rPr>
              <a:t/>
            </a:r>
          </a:p>
          <a:p>
            <a:pPr algn="l"/>
            <a:r>
              <a:rPr sz="1050" b="0" i="0">
                <a:latin typeface="Source Sans Pro"/>
              </a:rPr>
              <a:t>IRAS Recommendation: Option 1. Langfuse dataset annotations create a compounding quality asset that makes the CI evaluation gate progressively more sensitive to real-world failure patterns.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Model / Application Lifecycle Management</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Operational Feedback &amp; Lifecycle</a:t>
            </a:r>
          </a:p>
        </p:txBody>
      </p:sp>
      <p:sp>
        <p:nvSpPr>
          <p:cNvPr id="6" name="TextBox 5"/>
          <p:cNvSpPr txBox="1"/>
          <p:nvPr/>
        </p:nvSpPr>
        <p:spPr>
          <a:xfrm>
            <a:off x="832104" y="685800"/>
            <a:ext cx="10515600" cy="5394960"/>
          </a:xfrm>
          <a:prstGeom prst="rect">
            <a:avLst/>
          </a:prstGeom>
          <a:noFill/>
        </p:spPr>
        <p:txBody>
          <a:bodyPr wrap="square">
            <a:spAutoFit/>
          </a:bodyPr>
          <a:lstStyle/>
          <a:p>
            <a:pPr algn="l"/>
            <a:r>
              <a:rPr sz="1050" b="0" i="0">
                <a:latin typeface="Source Sans Pro"/>
              </a:rPr>
              <a:t>Model Upgrade Strategy</a:t>
            </a:r>
          </a:p>
          <a:p>
            <a:pPr algn="l"/>
            <a:r>
              <a:rPr sz="1050" b="0" i="0">
                <a:latin typeface="Source Sans Pro"/>
              </a:rPr>
              <a:t>  • Azure OpenAI model upgrades (e.g., gpt-4o → gpt-4o-next) are treated as a MAJOR agent version bump — full CI pipeline + canary deployment required</a:t>
            </a:r>
          </a:p>
          <a:p>
            <a:pPr algn="l"/>
            <a:r>
              <a:rPr sz="1050" b="0" i="0">
                <a:latin typeface="Source Sans Pro"/>
              </a:rPr>
              <a:t>  • Evaluation thresholds in agent-manifest.json must be re-validated against the new model before the first production canary</a:t>
            </a:r>
          </a:p>
          <a:p>
            <a:pPr algn="l"/>
            <a:r>
              <a:rPr sz="1050" b="0" i="0">
                <a:latin typeface="Source Sans Pro"/>
              </a:rPr>
              <a:t>  • PTU allocation may need re-sizing for new model; review pricing and TPM characteristics</a:t>
            </a:r>
          </a:p>
          <a:p>
            <a:pPr algn="l"/>
            <a:r>
              <a:rPr sz="1050" b="0" i="0">
                <a:latin typeface="Source Sans Pro"/>
              </a:rPr>
              <a:t/>
            </a:r>
          </a:p>
          <a:p>
            <a:pPr algn="l"/>
            <a:r>
              <a:rPr sz="1050" b="0" i="0">
                <a:latin typeface="Source Sans Pro"/>
              </a:rPr>
              <a:t>Agent Deprecation Process</a:t>
            </a:r>
          </a:p>
          <a:p>
            <a:pPr algn="l"/>
            <a:r>
              <a:rPr sz="1050" b="0" i="0">
                <a:latin typeface="Source Sans Pro"/>
              </a:rPr>
              <a:t>  • When an SOP category is retired or merged, the corresponding agent version is marked deployment_status = 'deprecated' in the registry DB</a:t>
            </a:r>
          </a:p>
          <a:p>
            <a:pPr algn="l"/>
            <a:r>
              <a:rPr sz="1050" b="0" i="0">
                <a:latin typeface="Source Sans Pro"/>
              </a:rPr>
              <a:t>  • Service Bus subscription for that SOP category is disabled (not deleted — for audit trail retention)</a:t>
            </a:r>
          </a:p>
          <a:p>
            <a:pPr algn="l"/>
            <a:r>
              <a:rPr sz="1050" b="0" i="0">
                <a:latin typeface="Source Sans Pro"/>
              </a:rPr>
              <a:t>  • Deprecation is announced to the SWEE team to remove the SOP from the triage routing</a:t>
            </a:r>
          </a:p>
          <a:p>
            <a:pPr algn="l"/>
            <a:r>
              <a:rPr sz="1050" b="0" i="0">
                <a:latin typeface="Source Sans Pro"/>
              </a:rPr>
              <a:t/>
            </a:r>
          </a:p>
          <a:p>
            <a:pPr algn="l"/>
            <a:r>
              <a:rPr sz="1050" b="0" i="0">
                <a:latin typeface="Source Sans Pro"/>
              </a:rPr>
              <a:t>SOP Corpus Updates</a:t>
            </a:r>
          </a:p>
          <a:p>
            <a:pPr algn="l"/>
            <a:r>
              <a:rPr sz="1050" b="0" i="0">
                <a:latin typeface="Source Sans Pro"/>
              </a:rPr>
              <a:t>  • Tax policy changes (new SOPs, amended SOPs) require:</a:t>
            </a:r>
          </a:p>
          <a:p>
            <a:pPr algn="l"/>
            <a:r>
              <a:rPr sz="1050" b="0" i="0">
                <a:latin typeface="Source Sans Pro"/>
              </a:rPr>
              <a:t>    1. SWEE team to update the SOP vector index in Azure AI Search</a:t>
            </a:r>
          </a:p>
          <a:p>
            <a:pPr algn="l"/>
            <a:r>
              <a:rPr sz="1050" b="0" i="0">
                <a:latin typeface="Source Sans Pro"/>
              </a:rPr>
              <a:t>    2. AO team to review if the affected SOP's agent requires a prompt update (PATCH version)</a:t>
            </a:r>
          </a:p>
          <a:p>
            <a:pPr algn="l"/>
            <a:r>
              <a:rPr sz="1050" b="0" i="0">
                <a:latin typeface="Source Sans Pro"/>
              </a:rPr>
              <a:t>    3. New agent version goes through the full CI/CD pipeline</a:t>
            </a:r>
          </a:p>
          <a:p>
            <a:pPr algn="l"/>
            <a:r>
              <a:rPr sz="1050" b="0" i="0">
                <a:latin typeface="Source Sans Pro"/>
              </a:rPr>
              <a:t/>
            </a:r>
          </a:p>
          <a:p>
            <a:pPr algn="l"/>
            <a:r>
              <a:rPr sz="1050" b="0" i="0">
                <a:latin typeface="Source Sans Pro"/>
              </a:rPr>
              <a:t>Automated Post-Mortem Pipeline</a:t>
            </a:r>
          </a:p>
          <a:p>
            <a:pPr algn="l"/>
            <a:r>
              <a:rPr sz="1050" b="0" i="0">
                <a:latin typeface="Source Sans Pro"/>
              </a:rPr>
              <a:t>  • Triggered by: Emergency Stop, behavioural anomaly &gt;50%, HITL SLA breach &gt;10%, accuracy drop &gt;5%, DLQ spike &gt;3%</a:t>
            </a:r>
          </a:p>
          <a:p>
            <a:pPr algn="l"/>
            <a:r>
              <a:rPr sz="1050" b="0" i="0">
                <a:latin typeface="Source Sans Pro"/>
              </a:rPr>
              <a:t>  • postmortem-assembler ACA Job: reconstructs incident timeline from Langfuse + Azure Monitor; retrieves 20 most anomalous traces; GPT-4o summarises the pattern</a:t>
            </a:r>
          </a:p>
          <a:p>
            <a:pPr algn="l"/>
            <a:r>
              <a:rPr sz="1050" b="0" i="0">
                <a:latin typeface="Source Sans Pro"/>
              </a:rPr>
              <a:t>  • Output: auto-drafted post-mortem report in Azure Blob Storage, distributed via Teams</a:t>
            </a:r>
          </a:p>
          <a:p>
            <a:pPr algn="l"/>
            <a:r>
              <a:rPr sz="1050" b="0" i="0">
                <a:latin typeface="Source Sans Pro"/>
              </a:rPr>
              <a:t>  • Human analyst completes the causal analysis ('why') and remediation plan</a:t>
            </a:r>
          </a:p>
          <a:p>
            <a:pPr algn="l"/>
            <a:r>
              <a:rPr sz="1050" b="0" i="0">
                <a:latin typeface="Source Sans Pro"/>
              </a:rPr>
              <a:t>  • Post-mortem must be completed within 5 business days of the incident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Operating Model: Roles &amp; Responsibilities (RACI)</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Operating Model</a:t>
            </a:r>
          </a:p>
        </p:txBody>
      </p:sp>
      <p:sp>
        <p:nvSpPr>
          <p:cNvPr id="6" name="TextBox 5"/>
          <p:cNvSpPr txBox="1"/>
          <p:nvPr/>
        </p:nvSpPr>
        <p:spPr>
          <a:xfrm>
            <a:off x="832104" y="658368"/>
            <a:ext cx="10515600" cy="292608"/>
          </a:xfrm>
          <a:prstGeom prst="rect">
            <a:avLst/>
          </a:prstGeom>
          <a:noFill/>
        </p:spPr>
        <p:txBody>
          <a:bodyPr wrap="square">
            <a:spAutoFit/>
          </a:bodyPr>
          <a:lstStyle/>
          <a:p>
            <a:pPr algn="l"/>
            <a:r>
              <a:rPr sz="1200" b="1" i="0">
                <a:latin typeface="Source Sans Pro"/>
              </a:rPr>
              <a:t>Team Ownership Summary</a:t>
            </a:r>
          </a:p>
        </p:txBody>
      </p:sp>
      <p:sp>
        <p:nvSpPr>
          <p:cNvPr id="7" name="TextBox 6"/>
          <p:cNvSpPr txBox="1"/>
          <p:nvPr/>
        </p:nvSpPr>
        <p:spPr>
          <a:xfrm>
            <a:off x="832104" y="987552"/>
            <a:ext cx="1783080" cy="320040"/>
          </a:xfrm>
          <a:prstGeom prst="rect">
            <a:avLst/>
          </a:prstGeom>
          <a:noFill/>
        </p:spPr>
        <p:txBody>
          <a:bodyPr wrap="square">
            <a:spAutoFit/>
          </a:bodyPr>
          <a:lstStyle/>
          <a:p>
            <a:pPr algn="l"/>
            <a:r>
              <a:rPr sz="1000" b="1" i="0">
                <a:solidFill>
                  <a:srgbClr val="005AAB"/>
                </a:solidFill>
                <a:latin typeface="Source Sans Pro"/>
              </a:rPr>
              <a:t>Team</a:t>
            </a:r>
          </a:p>
        </p:txBody>
      </p:sp>
      <p:sp>
        <p:nvSpPr>
          <p:cNvPr id="8" name="TextBox 7"/>
          <p:cNvSpPr txBox="1"/>
          <p:nvPr/>
        </p:nvSpPr>
        <p:spPr>
          <a:xfrm>
            <a:off x="2660904" y="987552"/>
            <a:ext cx="3429000" cy="320040"/>
          </a:xfrm>
          <a:prstGeom prst="rect">
            <a:avLst/>
          </a:prstGeom>
          <a:noFill/>
        </p:spPr>
        <p:txBody>
          <a:bodyPr wrap="square">
            <a:spAutoFit/>
          </a:bodyPr>
          <a:lstStyle/>
          <a:p>
            <a:pPr algn="l"/>
            <a:r>
              <a:rPr sz="1000" b="1" i="0">
                <a:solidFill>
                  <a:srgbClr val="005AAB"/>
                </a:solidFill>
                <a:latin typeface="Source Sans Pro"/>
              </a:rPr>
              <a:t>Owns</a:t>
            </a:r>
          </a:p>
        </p:txBody>
      </p:sp>
      <p:sp>
        <p:nvSpPr>
          <p:cNvPr id="9" name="TextBox 8"/>
          <p:cNvSpPr txBox="1"/>
          <p:nvPr/>
        </p:nvSpPr>
        <p:spPr>
          <a:xfrm>
            <a:off x="6135624" y="987552"/>
            <a:ext cx="5166360" cy="320040"/>
          </a:xfrm>
          <a:prstGeom prst="rect">
            <a:avLst/>
          </a:prstGeom>
          <a:noFill/>
        </p:spPr>
        <p:txBody>
          <a:bodyPr wrap="square">
            <a:spAutoFit/>
          </a:bodyPr>
          <a:lstStyle/>
          <a:p>
            <a:pPr algn="l"/>
            <a:r>
              <a:rPr sz="1000" b="1" i="0">
                <a:solidFill>
                  <a:srgbClr val="005AAB"/>
                </a:solidFill>
                <a:latin typeface="Source Sans Pro"/>
              </a:rPr>
              <a:t>Day-to-Day Responsibilities</a:t>
            </a:r>
          </a:p>
        </p:txBody>
      </p:sp>
      <p:sp>
        <p:nvSpPr>
          <p:cNvPr id="10" name="TextBox 9"/>
          <p:cNvSpPr txBox="1"/>
          <p:nvPr/>
        </p:nvSpPr>
        <p:spPr>
          <a:xfrm>
            <a:off x="832104" y="1307592"/>
            <a:ext cx="1783080" cy="274320"/>
          </a:xfrm>
          <a:prstGeom prst="rect">
            <a:avLst/>
          </a:prstGeom>
          <a:noFill/>
        </p:spPr>
        <p:txBody>
          <a:bodyPr wrap="square">
            <a:spAutoFit/>
          </a:bodyPr>
          <a:lstStyle/>
          <a:p>
            <a:pPr algn="l"/>
            <a:r>
              <a:rPr sz="1000" b="0" i="0">
                <a:solidFill>
                  <a:srgbClr val="000000"/>
                </a:solidFill>
                <a:latin typeface="Source Sans Pro"/>
              </a:rPr>
              <a:t>Ops Team</a:t>
            </a:r>
          </a:p>
        </p:txBody>
      </p:sp>
      <p:sp>
        <p:nvSpPr>
          <p:cNvPr id="11" name="TextBox 10"/>
          <p:cNvSpPr txBox="1"/>
          <p:nvPr/>
        </p:nvSpPr>
        <p:spPr>
          <a:xfrm>
            <a:off x="2660904" y="1307592"/>
            <a:ext cx="3429000" cy="274320"/>
          </a:xfrm>
          <a:prstGeom prst="rect">
            <a:avLst/>
          </a:prstGeom>
          <a:noFill/>
        </p:spPr>
        <p:txBody>
          <a:bodyPr wrap="square">
            <a:spAutoFit/>
          </a:bodyPr>
          <a:lstStyle/>
          <a:p>
            <a:pPr algn="l"/>
            <a:r>
              <a:rPr sz="1000" b="0" i="0">
                <a:solidFill>
                  <a:srgbClr val="000000"/>
                </a:solidFill>
                <a:latin typeface="Source Sans Pro"/>
              </a:rPr>
              <a:t>Platform health, SLA reporting, FinOps, HITL queue, Emergency Stop, feedback pipeline, post-mortems</a:t>
            </a:r>
          </a:p>
        </p:txBody>
      </p:sp>
      <p:sp>
        <p:nvSpPr>
          <p:cNvPr id="12" name="TextBox 11"/>
          <p:cNvSpPr txBox="1"/>
          <p:nvPr/>
        </p:nvSpPr>
        <p:spPr>
          <a:xfrm>
            <a:off x="6135624" y="1307592"/>
            <a:ext cx="5166360" cy="274320"/>
          </a:xfrm>
          <a:prstGeom prst="rect">
            <a:avLst/>
          </a:prstGeom>
          <a:noFill/>
        </p:spPr>
        <p:txBody>
          <a:bodyPr wrap="square">
            <a:spAutoFit/>
          </a:bodyPr>
          <a:lstStyle/>
          <a:p>
            <a:pPr algn="l"/>
            <a:r>
              <a:rPr sz="1000" b="0" i="0">
                <a:solidFill>
                  <a:srgbClr val="000000"/>
                </a:solidFill>
                <a:latin typeface="Source Sans Pro"/>
              </a:rPr>
              <a:t>Monitor dashboards, respond to alerts, manage HITL SLA, generate reports, maintain compliance evidence</a:t>
            </a:r>
          </a:p>
        </p:txBody>
      </p:sp>
      <p:sp>
        <p:nvSpPr>
          <p:cNvPr id="13" name="TextBox 12"/>
          <p:cNvSpPr txBox="1"/>
          <p:nvPr/>
        </p:nvSpPr>
        <p:spPr>
          <a:xfrm>
            <a:off x="832104" y="1600200"/>
            <a:ext cx="1783080" cy="274320"/>
          </a:xfrm>
          <a:prstGeom prst="rect">
            <a:avLst/>
          </a:prstGeom>
          <a:noFill/>
        </p:spPr>
        <p:txBody>
          <a:bodyPr wrap="square">
            <a:spAutoFit/>
          </a:bodyPr>
          <a:lstStyle/>
          <a:p>
            <a:pPr algn="l"/>
            <a:r>
              <a:rPr sz="1000" b="0" i="0">
                <a:solidFill>
                  <a:srgbClr val="000000"/>
                </a:solidFill>
                <a:latin typeface="Source Sans Pro"/>
              </a:rPr>
              <a:t>AO Team</a:t>
            </a:r>
          </a:p>
          <a:p>
            <a:pPr algn="l"/>
            <a:r>
              <a:rPr sz="1000" b="0" i="0">
                <a:solidFill>
                  <a:srgbClr val="000000"/>
                </a:solidFill>
                <a:latin typeface="Source Sans Pro"/>
              </a:rPr>
              <a:t>(App &amp; Data)</a:t>
            </a:r>
          </a:p>
        </p:txBody>
      </p:sp>
      <p:sp>
        <p:nvSpPr>
          <p:cNvPr id="14" name="TextBox 13"/>
          <p:cNvSpPr txBox="1"/>
          <p:nvPr/>
        </p:nvSpPr>
        <p:spPr>
          <a:xfrm>
            <a:off x="2660904" y="1600200"/>
            <a:ext cx="3429000" cy="274320"/>
          </a:xfrm>
          <a:prstGeom prst="rect">
            <a:avLst/>
          </a:prstGeom>
          <a:noFill/>
        </p:spPr>
        <p:txBody>
          <a:bodyPr wrap="square">
            <a:spAutoFit/>
          </a:bodyPr>
          <a:lstStyle/>
          <a:p>
            <a:pPr algn="l"/>
            <a:r>
              <a:rPr sz="1000" b="0" i="0">
                <a:solidFill>
                  <a:srgbClr val="000000"/>
                </a:solidFill>
                <a:latin typeface="Source Sans Pro"/>
              </a:rPr>
              <a:t>Agent source code, manifest, CI/CD pipeline, agent eval logic</a:t>
            </a:r>
          </a:p>
        </p:txBody>
      </p:sp>
      <p:sp>
        <p:nvSpPr>
          <p:cNvPr id="15" name="TextBox 14"/>
          <p:cNvSpPr txBox="1"/>
          <p:nvPr/>
        </p:nvSpPr>
        <p:spPr>
          <a:xfrm>
            <a:off x="6135624" y="1600200"/>
            <a:ext cx="5166360" cy="274320"/>
          </a:xfrm>
          <a:prstGeom prst="rect">
            <a:avLst/>
          </a:prstGeom>
          <a:noFill/>
        </p:spPr>
        <p:txBody>
          <a:bodyPr wrap="square">
            <a:spAutoFit/>
          </a:bodyPr>
          <a:lstStyle/>
          <a:p>
            <a:pPr algn="l"/>
            <a:r>
              <a:rPr sz="1000" b="0" i="0">
                <a:solidFill>
                  <a:srgbClr val="000000"/>
                </a:solidFill>
                <a:latin typeface="Source Sans Pro"/>
              </a:rPr>
              <a:t>Develop/deploy agent updates, respond to CI eval failures, review feedback datasets, release patches</a:t>
            </a:r>
          </a:p>
        </p:txBody>
      </p:sp>
      <p:sp>
        <p:nvSpPr>
          <p:cNvPr id="16" name="TextBox 15"/>
          <p:cNvSpPr txBox="1"/>
          <p:nvPr/>
        </p:nvSpPr>
        <p:spPr>
          <a:xfrm>
            <a:off x="832104" y="1892808"/>
            <a:ext cx="1783080" cy="274320"/>
          </a:xfrm>
          <a:prstGeom prst="rect">
            <a:avLst/>
          </a:prstGeom>
          <a:noFill/>
        </p:spPr>
        <p:txBody>
          <a:bodyPr wrap="square">
            <a:spAutoFit/>
          </a:bodyPr>
          <a:lstStyle/>
          <a:p>
            <a:pPr algn="l"/>
            <a:r>
              <a:rPr sz="1000" b="0" i="0">
                <a:solidFill>
                  <a:srgbClr val="000000"/>
                </a:solidFill>
                <a:latin typeface="Source Sans Pro"/>
              </a:rPr>
              <a:t>SWEE Team</a:t>
            </a:r>
          </a:p>
          <a:p>
            <a:pPr algn="l"/>
            <a:r>
              <a:rPr sz="1000" b="0" i="0">
                <a:solidFill>
                  <a:srgbClr val="000000"/>
                </a:solidFill>
                <a:latin typeface="Source Sans Pro"/>
              </a:rPr>
              <a:t>(App &amp; Data)</a:t>
            </a:r>
          </a:p>
        </p:txBody>
      </p:sp>
      <p:sp>
        <p:nvSpPr>
          <p:cNvPr id="17" name="TextBox 16"/>
          <p:cNvSpPr txBox="1"/>
          <p:nvPr/>
        </p:nvSpPr>
        <p:spPr>
          <a:xfrm>
            <a:off x="2660904" y="1892808"/>
            <a:ext cx="3429000" cy="274320"/>
          </a:xfrm>
          <a:prstGeom prst="rect">
            <a:avLst/>
          </a:prstGeom>
          <a:noFill/>
        </p:spPr>
        <p:txBody>
          <a:bodyPr wrap="square">
            <a:spAutoFit/>
          </a:bodyPr>
          <a:lstStyle/>
          <a:p>
            <a:pPr algn="l"/>
            <a:r>
              <a:rPr sz="1000" b="0" i="0">
                <a:solidFill>
                  <a:srgbClr val="000000"/>
                </a:solidFill>
                <a:latin typeface="Source Sans Pro"/>
              </a:rPr>
              <a:t>SWEE code, SOP vector index, email ingestion, triage model</a:t>
            </a:r>
          </a:p>
        </p:txBody>
      </p:sp>
      <p:sp>
        <p:nvSpPr>
          <p:cNvPr id="18" name="TextBox 17"/>
          <p:cNvSpPr txBox="1"/>
          <p:nvPr/>
        </p:nvSpPr>
        <p:spPr>
          <a:xfrm>
            <a:off x="6135624" y="1892808"/>
            <a:ext cx="5166360" cy="274320"/>
          </a:xfrm>
          <a:prstGeom prst="rect">
            <a:avLst/>
          </a:prstGeom>
          <a:noFill/>
        </p:spPr>
        <p:txBody>
          <a:bodyPr wrap="square">
            <a:spAutoFit/>
          </a:bodyPr>
          <a:lstStyle/>
          <a:p>
            <a:pPr algn="l"/>
            <a:r>
              <a:rPr sz="1000" b="0" i="0">
                <a:solidFill>
                  <a:srgbClr val="000000"/>
                </a:solidFill>
                <a:latin typeface="Source Sans Pro"/>
              </a:rPr>
              <a:t>Monitor triage accuracy, respond to embedding drift, review swee-triage-failures dataset weekly</a:t>
            </a:r>
          </a:p>
        </p:txBody>
      </p:sp>
      <p:sp>
        <p:nvSpPr>
          <p:cNvPr id="19" name="TextBox 18"/>
          <p:cNvSpPr txBox="1"/>
          <p:nvPr/>
        </p:nvSpPr>
        <p:spPr>
          <a:xfrm>
            <a:off x="832104" y="2185416"/>
            <a:ext cx="1783080" cy="274320"/>
          </a:xfrm>
          <a:prstGeom prst="rect">
            <a:avLst/>
          </a:prstGeom>
          <a:noFill/>
        </p:spPr>
        <p:txBody>
          <a:bodyPr wrap="square">
            <a:spAutoFit/>
          </a:bodyPr>
          <a:lstStyle/>
          <a:p>
            <a:pPr algn="l"/>
            <a:r>
              <a:rPr sz="1000" b="0" i="0">
                <a:solidFill>
                  <a:srgbClr val="000000"/>
                </a:solidFill>
                <a:latin typeface="Source Sans Pro"/>
              </a:rPr>
              <a:t>AIGP Team</a:t>
            </a:r>
          </a:p>
        </p:txBody>
      </p:sp>
      <p:sp>
        <p:nvSpPr>
          <p:cNvPr id="20" name="TextBox 19"/>
          <p:cNvSpPr txBox="1"/>
          <p:nvPr/>
        </p:nvSpPr>
        <p:spPr>
          <a:xfrm>
            <a:off x="2660904" y="2185416"/>
            <a:ext cx="3429000" cy="274320"/>
          </a:xfrm>
          <a:prstGeom prst="rect">
            <a:avLst/>
          </a:prstGeom>
          <a:noFill/>
        </p:spPr>
        <p:txBody>
          <a:bodyPr wrap="square">
            <a:spAutoFit/>
          </a:bodyPr>
          <a:lstStyle/>
          <a:p>
            <a:pPr algn="l"/>
            <a:r>
              <a:rPr sz="1000" b="0" i="0">
                <a:solidFill>
                  <a:srgbClr val="000000"/>
                </a:solidFill>
                <a:latin typeface="Source Sans Pro"/>
              </a:rPr>
              <a:t>AIGP API, OPA policy, risk scoring config, HITL thresholds, ForgeRock/Entra integration</a:t>
            </a:r>
          </a:p>
        </p:txBody>
      </p:sp>
      <p:sp>
        <p:nvSpPr>
          <p:cNvPr id="21" name="TextBox 20"/>
          <p:cNvSpPr txBox="1"/>
          <p:nvPr/>
        </p:nvSpPr>
        <p:spPr>
          <a:xfrm>
            <a:off x="6135624" y="2185416"/>
            <a:ext cx="5166360" cy="274320"/>
          </a:xfrm>
          <a:prstGeom prst="rect">
            <a:avLst/>
          </a:prstGeom>
          <a:noFill/>
        </p:spPr>
        <p:txBody>
          <a:bodyPr wrap="square">
            <a:spAutoFit/>
          </a:bodyPr>
          <a:lstStyle/>
          <a:p>
            <a:pPr algn="l"/>
            <a:r>
              <a:rPr sz="1000" b="0" i="0">
                <a:solidFill>
                  <a:srgbClr val="000000"/>
                </a:solidFill>
                <a:latin typeface="Source Sans Pro"/>
              </a:rPr>
              <a:t>Review OPA policy effectiveness, manage HITL threshold calibration, respond to AIGP-triggered stops</a:t>
            </a:r>
          </a:p>
        </p:txBody>
      </p:sp>
      <p:sp>
        <p:nvSpPr>
          <p:cNvPr id="22" name="TextBox 21"/>
          <p:cNvSpPr txBox="1"/>
          <p:nvPr/>
        </p:nvSpPr>
        <p:spPr>
          <a:xfrm>
            <a:off x="832104" y="2478024"/>
            <a:ext cx="1783080" cy="274320"/>
          </a:xfrm>
          <a:prstGeom prst="rect">
            <a:avLst/>
          </a:prstGeom>
          <a:noFill/>
        </p:spPr>
        <p:txBody>
          <a:bodyPr wrap="square">
            <a:spAutoFit/>
          </a:bodyPr>
          <a:lstStyle/>
          <a:p>
            <a:pPr algn="l"/>
            <a:r>
              <a:rPr sz="1000" b="0" i="0">
                <a:solidFill>
                  <a:srgbClr val="000000"/>
                </a:solidFill>
                <a:latin typeface="Source Sans Pro"/>
              </a:rPr>
              <a:t>Tax Officers</a:t>
            </a:r>
          </a:p>
          <a:p>
            <a:pPr algn="l"/>
            <a:r>
              <a:rPr sz="1000" b="0" i="0">
                <a:solidFill>
                  <a:srgbClr val="000000"/>
                </a:solidFill>
                <a:latin typeface="Source Sans Pro"/>
              </a:rPr>
              <a:t>(Business)</a:t>
            </a:r>
          </a:p>
        </p:txBody>
      </p:sp>
      <p:sp>
        <p:nvSpPr>
          <p:cNvPr id="23" name="TextBox 22"/>
          <p:cNvSpPr txBox="1"/>
          <p:nvPr/>
        </p:nvSpPr>
        <p:spPr>
          <a:xfrm>
            <a:off x="2660904" y="2478024"/>
            <a:ext cx="3429000" cy="274320"/>
          </a:xfrm>
          <a:prstGeom prst="rect">
            <a:avLst/>
          </a:prstGeom>
          <a:noFill/>
        </p:spPr>
        <p:txBody>
          <a:bodyPr wrap="square">
            <a:spAutoFit/>
          </a:bodyPr>
          <a:lstStyle/>
          <a:p>
            <a:pPr algn="l"/>
            <a:r>
              <a:rPr sz="1000" b="0" i="0">
                <a:solidFill>
                  <a:srgbClr val="000000"/>
                </a:solidFill>
                <a:latin typeface="Source Sans Pro"/>
              </a:rPr>
              <a:t>HITL review decisions, SWEE audit corrections, Human Officer Queue resolutions</a:t>
            </a:r>
          </a:p>
        </p:txBody>
      </p:sp>
      <p:sp>
        <p:nvSpPr>
          <p:cNvPr id="24" name="TextBox 23"/>
          <p:cNvSpPr txBox="1"/>
          <p:nvPr/>
        </p:nvSpPr>
        <p:spPr>
          <a:xfrm>
            <a:off x="6135624" y="2478024"/>
            <a:ext cx="5166360" cy="274320"/>
          </a:xfrm>
          <a:prstGeom prst="rect">
            <a:avLst/>
          </a:prstGeom>
          <a:noFill/>
        </p:spPr>
        <p:txBody>
          <a:bodyPr wrap="square">
            <a:spAutoFit/>
          </a:bodyPr>
          <a:lstStyle/>
          <a:p>
            <a:pPr algn="l"/>
            <a:r>
              <a:rPr sz="1000" b="0" i="0">
                <a:solidFill>
                  <a:srgbClr val="000000"/>
                </a:solidFill>
                <a:latin typeface="Source Sans Pro"/>
              </a:rPr>
              <a:t>Process HITL tasks within SLA tiers, review SWEE audit sample, resolve manual queue emails</a:t>
            </a:r>
          </a:p>
        </p:txBody>
      </p:sp>
      <p:sp>
        <p:nvSpPr>
          <p:cNvPr id="25" name="TextBox 24"/>
          <p:cNvSpPr txBox="1"/>
          <p:nvPr/>
        </p:nvSpPr>
        <p:spPr>
          <a:xfrm>
            <a:off x="832104" y="2770632"/>
            <a:ext cx="1783080" cy="274320"/>
          </a:xfrm>
          <a:prstGeom prst="rect">
            <a:avLst/>
          </a:prstGeom>
          <a:noFill/>
        </p:spPr>
        <p:txBody>
          <a:bodyPr wrap="square">
            <a:spAutoFit/>
          </a:bodyPr>
          <a:lstStyle/>
          <a:p>
            <a:pPr algn="l"/>
            <a:r>
              <a:rPr sz="1000" b="0" i="0">
                <a:solidFill>
                  <a:srgbClr val="000000"/>
                </a:solidFill>
                <a:latin typeface="Source Sans Pro"/>
              </a:rPr>
              <a:t>SOC (Internal</a:t>
            </a:r>
          </a:p>
          <a:p>
            <a:pPr algn="l"/>
            <a:r>
              <a:rPr sz="1000" b="0" i="0">
                <a:solidFill>
                  <a:srgbClr val="000000"/>
                </a:solidFill>
                <a:latin typeface="Source Sans Pro"/>
              </a:rPr>
              <a:t>+ GovTech)</a:t>
            </a:r>
          </a:p>
        </p:txBody>
      </p:sp>
      <p:sp>
        <p:nvSpPr>
          <p:cNvPr id="26" name="TextBox 25"/>
          <p:cNvSpPr txBox="1"/>
          <p:nvPr/>
        </p:nvSpPr>
        <p:spPr>
          <a:xfrm>
            <a:off x="2660904" y="2770632"/>
            <a:ext cx="3429000" cy="274320"/>
          </a:xfrm>
          <a:prstGeom prst="rect">
            <a:avLst/>
          </a:prstGeom>
          <a:noFill/>
        </p:spPr>
        <p:txBody>
          <a:bodyPr wrap="square">
            <a:spAutoFit/>
          </a:bodyPr>
          <a:lstStyle/>
          <a:p>
            <a:pPr algn="l"/>
            <a:r>
              <a:rPr sz="1000" b="0" i="0">
                <a:solidFill>
                  <a:srgbClr val="000000"/>
                </a:solidFill>
                <a:latin typeface="Source Sans Pro"/>
              </a:rPr>
              <a:t>Security monitoring of AIBP infrastructure</a:t>
            </a:r>
          </a:p>
        </p:txBody>
      </p:sp>
      <p:sp>
        <p:nvSpPr>
          <p:cNvPr id="27" name="TextBox 26"/>
          <p:cNvSpPr txBox="1"/>
          <p:nvPr/>
        </p:nvSpPr>
        <p:spPr>
          <a:xfrm>
            <a:off x="6135624" y="2770632"/>
            <a:ext cx="5166360" cy="274320"/>
          </a:xfrm>
          <a:prstGeom prst="rect">
            <a:avLst/>
          </a:prstGeom>
          <a:noFill/>
        </p:spPr>
        <p:txBody>
          <a:bodyPr wrap="square">
            <a:spAutoFit/>
          </a:bodyPr>
          <a:lstStyle/>
          <a:p>
            <a:pPr algn="l"/>
            <a:r>
              <a:rPr sz="1000" b="0" i="0">
                <a:solidFill>
                  <a:srgbClr val="000000"/>
                </a:solidFill>
                <a:latin typeface="Source Sans Pro"/>
              </a:rPr>
              <a:t>Monitor MDC alerts, review anonymised Event Hubs telemetry stream; no access to Langfuse or audit ledger</a:t>
            </a:r>
          </a:p>
        </p:txBody>
      </p:sp>
      <p:sp>
        <p:nvSpPr>
          <p:cNvPr id="28" name="TextBox 27"/>
          <p:cNvSpPr txBox="1"/>
          <p:nvPr/>
        </p:nvSpPr>
        <p:spPr>
          <a:xfrm>
            <a:off x="658368" y="5897880"/>
            <a:ext cx="9326880" cy="365760"/>
          </a:xfrm>
          <a:prstGeom prst="rect">
            <a:avLst/>
          </a:prstGeom>
          <a:noFill/>
        </p:spPr>
        <p:txBody>
          <a:bodyPr wrap="square">
            <a:spAutoFit/>
          </a:bodyPr>
          <a:lstStyle/>
          <a:p>
            <a:pPr algn="l"/>
            <a:r>
              <a:rPr sz="800" b="0" i="1">
                <a:solidFill>
                  <a:srgbClr val="606060"/>
                </a:solidFill>
                <a:latin typeface="Source Sans Pro"/>
              </a:rPr>
              <a:t>Full RACI matrix available in the Operations Blueprint (aibp-ops-step7.md)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Operating Model: Staffing, Access Control &amp; Continuity</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Operating Model</a:t>
            </a:r>
          </a:p>
        </p:txBody>
      </p:sp>
      <p:sp>
        <p:nvSpPr>
          <p:cNvPr id="6" name="TextBox 5"/>
          <p:cNvSpPr txBox="1"/>
          <p:nvPr/>
        </p:nvSpPr>
        <p:spPr>
          <a:xfrm>
            <a:off x="832104" y="685800"/>
            <a:ext cx="10515600" cy="5394960"/>
          </a:xfrm>
          <a:prstGeom prst="rect">
            <a:avLst/>
          </a:prstGeom>
          <a:noFill/>
        </p:spPr>
        <p:txBody>
          <a:bodyPr wrap="square">
            <a:spAutoFit/>
          </a:bodyPr>
          <a:lstStyle/>
          <a:p>
            <a:pPr algn="l"/>
            <a:r>
              <a:rPr sz="1050" b="0" i="0">
                <a:latin typeface="Source Sans Pro"/>
              </a:rPr>
              <a:t>Ops Team Structure (at &lt;1,000 emails/day steady state — no 24/7 NOC required)</a:t>
            </a:r>
          </a:p>
          <a:p>
            <a:pPr algn="l"/>
            <a:r>
              <a:rPr sz="1050" b="0" i="0">
                <a:latin typeface="Source Sans Pro"/>
              </a:rPr>
              <a:t>  • 1 × Ops Lead: owns runbooks, chairs weekly platform health review, signs off Emergency Stop resumes</a:t>
            </a:r>
          </a:p>
          <a:p>
            <a:pPr algn="l"/>
            <a:r>
              <a:rPr sz="1050" b="0" i="0">
                <a:latin typeface="Source Sans Pro"/>
              </a:rPr>
              <a:t>  • 2 × Ops Engineers: monitor dashboards, respond to alerts, manage HITL SLA, generate reports</a:t>
            </a:r>
          </a:p>
          <a:p>
            <a:pPr algn="l"/>
            <a:r>
              <a:rPr sz="1050" b="0" i="0">
                <a:latin typeface="Source Sans Pro"/>
              </a:rPr>
              <a:t>  • On-call rotation: 1 Ops Engineer/week; after-hours scope = P1 alerts only (platform availability, Emergency Stop). P2/P3 queued for business-hours response.</a:t>
            </a:r>
          </a:p>
          <a:p>
            <a:pPr algn="l"/>
            <a:r>
              <a:rPr sz="1050" b="0" i="0">
                <a:latin typeface="Source Sans Pro"/>
              </a:rPr>
              <a:t/>
            </a:r>
          </a:p>
          <a:p>
            <a:pPr algn="l"/>
            <a:r>
              <a:rPr sz="1050" b="0" i="0">
                <a:latin typeface="Source Sans Pro"/>
              </a:rPr>
              <a:t>Access Control Principles</a:t>
            </a:r>
          </a:p>
          <a:p>
            <a:pPr algn="l"/>
            <a:r>
              <a:rPr sz="1050" b="0" i="0">
                <a:latin typeface="Source Sans Pro"/>
              </a:rPr>
              <a:t>  • Managed Identities only — no service account passwords or API keys in application code</a:t>
            </a:r>
          </a:p>
          <a:p>
            <a:pPr algn="l"/>
            <a:r>
              <a:rPr sz="1050" b="0" i="0">
                <a:latin typeface="Source Sans Pro"/>
              </a:rPr>
              <a:t>  • Least privilege RBAC — each team has minimum Azure role assignments needed for their function</a:t>
            </a:r>
          </a:p>
          <a:p>
            <a:pPr algn="l"/>
            <a:r>
              <a:rPr sz="1050" b="0" i="0">
                <a:latin typeface="Source Sans Pro"/>
              </a:rPr>
              <a:t>  • No shared accounts — every human access tied to named individual's Entra ID UPN</a:t>
            </a:r>
          </a:p>
          <a:p>
            <a:pPr algn="l"/>
            <a:r>
              <a:rPr sz="1050" b="0" i="0">
                <a:latin typeface="Source Sans Pro"/>
              </a:rPr>
              <a:t>  • Production access is pipeline-mediated — no direct ACA/Service Bus write access for humans (outside Emergency Stop / runbook path)</a:t>
            </a:r>
          </a:p>
          <a:p>
            <a:pPr algn="l"/>
            <a:r>
              <a:rPr sz="1050" b="0" i="0">
                <a:latin typeface="Source Sans Pro"/>
              </a:rPr>
              <a:t>  • Quarterly RBAC access reviews — Logic Apps auto-exports role assignments; Ops Lead recertifies</a:t>
            </a:r>
          </a:p>
          <a:p>
            <a:pPr algn="l"/>
            <a:r>
              <a:rPr sz="1050" b="0" i="0">
                <a:latin typeface="Source Sans Pro"/>
              </a:rPr>
              <a:t/>
            </a:r>
          </a:p>
          <a:p>
            <a:pPr algn="l"/>
            <a:r>
              <a:rPr sz="1050" b="0" i="0">
                <a:latin typeface="Source Sans Pro"/>
              </a:rPr>
              <a:t>Service Ownership &amp; Continuity</a:t>
            </a:r>
          </a:p>
          <a:p>
            <a:pPr algn="l"/>
            <a:r>
              <a:rPr sz="1050" b="0" i="0">
                <a:latin typeface="Source Sans Pro"/>
              </a:rPr>
              <a:t>  • Each agent has a named service owner in the AO team (designated in agent-manifest.json)</a:t>
            </a:r>
          </a:p>
          <a:p>
            <a:pPr algn="l"/>
            <a:r>
              <a:rPr sz="1050" b="0" i="0">
                <a:latin typeface="Source Sans Pro"/>
              </a:rPr>
              <a:t>  • Platform BCP: DLQ → Human Officer Queue fallback is the documented BCP for the AO layer (IM8)</a:t>
            </a:r>
          </a:p>
          <a:p>
            <a:pPr algn="l"/>
            <a:r>
              <a:rPr sz="1050" b="0" i="0">
                <a:latin typeface="Source Sans Pro"/>
              </a:rPr>
              <a:t>  • BCP verification: quarterly drills to confirm manual processing capacity is sufficient</a:t>
            </a:r>
          </a:p>
          <a:p>
            <a:pPr algn="l"/>
            <a:r>
              <a:rPr sz="1050" b="0" i="0">
                <a:latin typeface="Source Sans Pro"/>
              </a:rPr>
              <a:t>  • Transition-to-run: formal knowledge transfer from the project team to steady-state Ops covering all runbooks, dashboards, escalation contacts, and compliance evidence procedures</a:t>
            </a:r>
          </a:p>
          <a:p>
            <a:pPr algn="l"/>
            <a:r>
              <a:rPr sz="1050" b="0" i="0">
                <a:latin typeface="Source Sans Pro"/>
              </a:rPr>
              <a:t/>
            </a:r>
          </a:p>
          <a:p>
            <a:pPr algn="l"/>
            <a:r>
              <a:rPr sz="1050" b="0" i="0">
                <a:latin typeface="Source Sans Pro"/>
              </a:rPr>
              <a:t>HITL Capacity Planning</a:t>
            </a:r>
          </a:p>
          <a:p>
            <a:pPr algn="l"/>
            <a:r>
              <a:rPr sz="1050" b="0" i="0">
                <a:latin typeface="Source Sans Pro"/>
              </a:rPr>
              <a:t>  At &lt;1,000 emails/day + 10–15% HITL rate: ~100–150 HITL tasks/day (~8–25 officer-hours/day)</a:t>
            </a:r>
          </a:p>
          <a:p>
            <a:pPr algn="l"/>
            <a:r>
              <a:rPr sz="1050" b="0" i="0">
                <a:latin typeface="Source Sans Pro"/>
              </a:rPr>
              <a:t>  Alert: hitl.officer.taskLoad &gt; 15 tasks/officer/day → P3 alert to Ops for staffing review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Runbooks &amp; Escalation Playbooks</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0" i="0">
                <a:solidFill>
                  <a:srgbClr val="005AAB"/>
                </a:solidFill>
                <a:latin typeface="Source Sans Pro"/>
              </a:rPr>
              <a:t>For Information</a:t>
            </a:r>
          </a:p>
        </p:txBody>
      </p:sp>
      <p:sp>
        <p:nvSpPr>
          <p:cNvPr id="5" name="TextBox 4"/>
          <p:cNvSpPr txBox="1"/>
          <p:nvPr/>
        </p:nvSpPr>
        <p:spPr>
          <a:xfrm>
            <a:off x="832104" y="548640"/>
            <a:ext cx="10515600" cy="320040"/>
          </a:xfrm>
          <a:prstGeom prst="rect">
            <a:avLst/>
          </a:prstGeom>
          <a:noFill/>
        </p:spPr>
        <p:txBody>
          <a:bodyPr wrap="square">
            <a:spAutoFit/>
          </a:bodyPr>
          <a:lstStyle/>
          <a:p>
            <a:pPr algn="l"/>
            <a:r>
              <a:rPr sz="1100" b="0" i="0">
                <a:solidFill>
                  <a:srgbClr val="606060"/>
                </a:solidFill>
                <a:latin typeface="Source Sans Pro"/>
              </a:rPr>
              <a:t>Operating Model</a:t>
            </a:r>
          </a:p>
        </p:txBody>
      </p:sp>
      <p:sp>
        <p:nvSpPr>
          <p:cNvPr id="6" name="TextBox 5"/>
          <p:cNvSpPr txBox="1"/>
          <p:nvPr/>
        </p:nvSpPr>
        <p:spPr>
          <a:xfrm>
            <a:off x="832104" y="685800"/>
            <a:ext cx="10515600" cy="5394960"/>
          </a:xfrm>
          <a:prstGeom prst="rect">
            <a:avLst/>
          </a:prstGeom>
          <a:noFill/>
        </p:spPr>
        <p:txBody>
          <a:bodyPr wrap="square">
            <a:spAutoFit/>
          </a:bodyPr>
          <a:lstStyle/>
          <a:p>
            <a:pPr algn="l"/>
            <a:r>
              <a:rPr sz="1050" b="0" i="0">
                <a:latin typeface="Source Sans Pro"/>
              </a:rPr>
              <a:t>Runbooks are step-by-step procedures for common and critical operational tasks. All runbooks are stored in the Ops team wiki (Azure DevOps Wiki). They are reviewed after every incident (within 5 business days) and quarterly.</a:t>
            </a:r>
          </a:p>
          <a:p>
            <a:pPr algn="l"/>
            <a:r>
              <a:rPr sz="1050" b="0" i="0">
                <a:latin typeface="Source Sans Pro"/>
              </a:rPr>
              <a:t/>
            </a:r>
          </a:p>
          <a:p>
            <a:pPr algn="l"/>
            <a:r>
              <a:rPr sz="1050" b="0" i="0">
                <a:latin typeface="Source Sans Pro"/>
              </a:rPr>
              <a:t>RB-01: New Agent Version Production Deployment</a:t>
            </a:r>
          </a:p>
          <a:p>
            <a:pPr algn="l"/>
            <a:r>
              <a:rPr sz="1050" b="0" i="0">
                <a:latin typeface="Source Sans Pro"/>
              </a:rPr>
              <a:t>  Trigger: AO team requests promotion of pre-prod-tested version to production canary</a:t>
            </a:r>
          </a:p>
          <a:p>
            <a:pPr algn="l"/>
            <a:r>
              <a:rPr sz="1050" b="0" i="0">
                <a:latin typeface="Source Sans Pro"/>
              </a:rPr>
              <a:t>  Key steps: Verify registry DB eval_pass=true → Trigger Stage 4 pipeline → Verify 10% ACA traffic split → Review canary metrics at T+24h and T+48h → Double-approve promotion (Ops + AO lead) → Verify registry DB updated</a:t>
            </a:r>
          </a:p>
          <a:p>
            <a:pPr algn="l"/>
            <a:r>
              <a:rPr sz="1050" b="0" i="0">
                <a:latin typeface="Source Sans Pro"/>
              </a:rPr>
              <a:t/>
            </a:r>
          </a:p>
          <a:p>
            <a:pPr algn="l"/>
            <a:r>
              <a:rPr sz="1050" b="0" i="0">
                <a:latin typeface="Source Sans Pro"/>
              </a:rPr>
              <a:t>RB-02: Agent Version Rollback</a:t>
            </a:r>
          </a:p>
          <a:p>
            <a:pPr algn="l"/>
            <a:r>
              <a:rPr sz="1050" b="0" i="0">
                <a:latin typeface="Source Sans Pro"/>
              </a:rPr>
              <a:t>  Trigger: Canary metrics fail; P2 alert during canary; behavioural anomaly</a:t>
            </a:r>
          </a:p>
          <a:p>
            <a:pPr algn="l"/>
            <a:r>
              <a:rPr sz="1050" b="0" i="0">
                <a:latin typeface="Source Sans Pro"/>
              </a:rPr>
              <a:t>  Key steps: Identify rollback target version from registry DB → Trigger rollback pipeline (set canary to 0%) → Spot-check 5 Langfuse traces → Notify AO team with anomalous trace IDs → Create post-mortem draft</a:t>
            </a:r>
          </a:p>
          <a:p>
            <a:pPr algn="l"/>
            <a:r>
              <a:rPr sz="1050" b="0" i="0">
                <a:latin typeface="Source Sans Pro"/>
              </a:rPr>
              <a:t/>
            </a:r>
          </a:p>
          <a:p>
            <a:pPr algn="l"/>
            <a:r>
              <a:rPr sz="1050" b="0" i="0">
                <a:latin typeface="Source Sans Pro"/>
              </a:rPr>
              <a:t>RB-03: Emergency Stop Activation (Manual)</a:t>
            </a:r>
          </a:p>
          <a:p>
            <a:pPr algn="l"/>
            <a:r>
              <a:rPr sz="1050" b="0" i="0">
                <a:latin typeface="Source Sans Pro"/>
              </a:rPr>
              <a:t>  Trigger: Observed anomalous behaviour; security concern; management direction</a:t>
            </a:r>
          </a:p>
          <a:p>
            <a:pPr algn="l"/>
            <a:r>
              <a:rPr sz="1050" b="0" i="0">
                <a:latin typeface="Source Sans Pro"/>
              </a:rPr>
              <a:t>  Key steps: Determine stop scope (agent-version / agent / platform) → Set App Configuration flag to false → Verify within 90s on dashboard → Handle in-flight messages → Notify all teams via Teams → Record in Cosmos DB stop ledger</a:t>
            </a:r>
          </a:p>
          <a:p>
            <a:pPr algn="l"/>
            <a:r>
              <a:rPr sz="1050" b="0" i="0">
                <a:latin typeface="Source Sans Pro"/>
              </a:rPr>
              <a:t/>
            </a:r>
          </a:p>
          <a:p>
            <a:pPr algn="l"/>
            <a:r>
              <a:rPr sz="1050" b="0" i="0">
                <a:latin typeface="Source Sans Pro"/>
              </a:rPr>
              <a:t>RB-04: DLQ Recovery</a:t>
            </a:r>
          </a:p>
          <a:p>
            <a:pPr algn="l"/>
            <a:r>
              <a:rPr sz="1050" b="0" i="0">
                <a:latin typeface="Source Sans Pro"/>
              </a:rPr>
              <a:t>  Trigger: DLQ rate &gt;1% sustained; post-Emergency Stop backlog recovery</a:t>
            </a:r>
          </a:p>
          <a:p>
            <a:pPr algn="l"/>
            <a:r>
              <a:rPr sz="1050" b="0" i="0">
                <a:latin typeface="Source Sans Pro"/>
              </a:rPr>
              <a:t>  Key steps: Query DLQ for failure categories → Route 'AO_UNAVAILABLE' failures to Human Officer Queue → Replay resolvable failures after fix is confirmed deployed</a:t>
            </a:r>
          </a:p>
          <a:p>
            <a:pPr algn="l"/>
            <a:r>
              <a:rPr sz="1050" b="0" i="0">
                <a:latin typeface="Source Sans Pro"/>
              </a:rPr>
              <a:t/>
            </a:r>
          </a:p>
          <a:p>
            <a:pPr algn="l"/>
            <a:r>
              <a:rPr sz="1050" b="0" i="0">
                <a:latin typeface="Source Sans Pro"/>
              </a:rPr>
              <a:t>Escalation path: Ops Engineer → Ops Lead → AO/AIGP Team Lead → Platform Owner/CIO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latin typeface="Source Sans Pro"/>
              </a:rPr>
              <a:t>Open Questions &amp; Inputs Needed from External Participants</a:t>
            </a:r>
          </a:p>
        </p:txBody>
      </p:sp>
      <p:sp>
        <p:nvSpPr>
          <p:cNvPr id="3" name="Content Placeholder 2"/>
          <p:cNvSpPr>
            <a:spLocks noGrp="1"/>
          </p:cNvSpPr>
          <p:nvPr>
            <p:ph idx="1"/>
          </p:nvPr>
        </p:nvSpPr>
        <p:spPr/>
        <p:txBody>
          <a:bodyPr/>
          <a:lstStyle/>
          <a:p/>
        </p:txBody>
      </p:sp>
      <p:sp>
        <p:nvSpPr>
          <p:cNvPr id="4" name="TextBox 3"/>
          <p:cNvSpPr txBox="1"/>
          <p:nvPr/>
        </p:nvSpPr>
        <p:spPr>
          <a:xfrm>
            <a:off x="9418320" y="109728"/>
            <a:ext cx="2651760" cy="347472"/>
          </a:xfrm>
          <a:prstGeom prst="rect">
            <a:avLst/>
          </a:prstGeom>
          <a:noFill/>
        </p:spPr>
        <p:txBody>
          <a:bodyPr wrap="square">
            <a:spAutoFit/>
          </a:bodyPr>
          <a:lstStyle/>
          <a:p>
            <a:pPr algn="r"/>
            <a:r>
              <a:rPr sz="1200" b="1" i="0">
                <a:solidFill>
                  <a:srgbClr val="FF0000"/>
                </a:solidFill>
                <a:latin typeface="Source Sans Pro"/>
              </a:rPr>
              <a:t>For Inputs</a:t>
            </a:r>
          </a:p>
        </p:txBody>
      </p:sp>
      <p:sp>
        <p:nvSpPr>
          <p:cNvPr id="5" name="TextBox 4"/>
          <p:cNvSpPr txBox="1"/>
          <p:nvPr/>
        </p:nvSpPr>
        <p:spPr>
          <a:xfrm>
            <a:off x="832104" y="685800"/>
            <a:ext cx="10515600" cy="5394960"/>
          </a:xfrm>
          <a:prstGeom prst="rect">
            <a:avLst/>
          </a:prstGeom>
          <a:noFill/>
        </p:spPr>
        <p:txBody>
          <a:bodyPr wrap="square">
            <a:spAutoFit/>
          </a:bodyPr>
          <a:lstStyle/>
          <a:p>
            <a:pPr algn="l"/>
            <a:r>
              <a:rPr sz="1050" b="0" i="0">
                <a:latin typeface="Source Sans Pro"/>
              </a:rPr>
              <a:t>Observability &amp; Logs</a:t>
            </a:r>
          </a:p>
          <a:p>
            <a:pPr algn="l"/>
            <a:r>
              <a:rPr sz="1050" b="0" i="0">
                <a:latin typeface="Source Sans Pro"/>
              </a:rPr>
              <a:t>  Q1. What is the recommended minimum observability bar for any agentic workflow deployed in a government context (logs, traces, decision snapshots)? Who should have access for optimisation vs. audit?</a:t>
            </a:r>
          </a:p>
          <a:p>
            <a:pPr algn="l"/>
            <a:r>
              <a:rPr sz="1050" b="0" i="0">
                <a:latin typeface="Source Sans Pro"/>
              </a:rPr>
              <a:t/>
            </a:r>
          </a:p>
          <a:p>
            <a:pPr algn="l"/>
            <a:r>
              <a:rPr sz="1050" b="0" i="0">
                <a:latin typeface="Source Sans Pro"/>
              </a:rPr>
              <a:t>  Q2. If we redact all PII from traces and logs, we lose visibility needed for debugging. How do you strike the right balance between PDPA data minimisation and operational deep-visibility?</a:t>
            </a:r>
          </a:p>
          <a:p>
            <a:pPr algn="l"/>
            <a:r>
              <a:rPr sz="1050" b="0" i="0">
                <a:latin typeface="Source Sans Pro"/>
              </a:rPr>
              <a:t/>
            </a:r>
          </a:p>
          <a:p>
            <a:pPr algn="l"/>
            <a:r>
              <a:rPr sz="1050" b="0" i="0">
                <a:latin typeface="Source Sans Pro"/>
              </a:rPr>
              <a:t>  Q3. For OpenAI models where internal chain-of-thought tokens are not returned in the API response, what practices have you used to reconstruct 'why the agent made a specific decision' for an audit trail?</a:t>
            </a:r>
          </a:p>
          <a:p>
            <a:pPr algn="l"/>
            <a:r>
              <a:rPr sz="1050" b="0" i="0">
                <a:latin typeface="Source Sans Pro"/>
              </a:rPr>
              <a:t/>
            </a:r>
          </a:p>
          <a:p>
            <a:pPr algn="l"/>
            <a:r>
              <a:rPr sz="1050" b="0" i="0">
                <a:latin typeface="Source Sans Pro"/>
              </a:rPr>
              <a:t>  Q4. Frameworks for observability: Langfuse (self-hosted), LangSmith, Arize Phoenix, Pydantic Logfire — what has worked well in production? Any specific GCC 2.0 / data residency constraints?</a:t>
            </a:r>
          </a:p>
          <a:p>
            <a:pPr algn="l"/>
            <a:r>
              <a:rPr sz="1050" b="0" i="0">
                <a:latin typeface="Source Sans Pro"/>
              </a:rPr>
              <a:t/>
            </a:r>
          </a:p>
          <a:p>
            <a:pPr algn="l"/>
            <a:r>
              <a:rPr sz="1050" b="0" i="0">
                <a:latin typeface="Source Sans Pro"/>
              </a:rPr>
              <a:t>Release &amp; Operations</a:t>
            </a:r>
          </a:p>
          <a:p>
            <a:pPr algn="l"/>
            <a:r>
              <a:rPr sz="1050" b="0" i="0">
                <a:latin typeface="Source Sans Pro"/>
              </a:rPr>
              <a:t>  Q5. For agentic workflows requiring frequent iterative LLM calls, how have you managed rate limits and token quotas in Azure enterprise cloud environments? Have you implemented semantic caching or request queuing at the infrastructure layer?</a:t>
            </a:r>
          </a:p>
          <a:p>
            <a:pPr algn="l"/>
            <a:r>
              <a:rPr sz="1050" b="0" i="0">
                <a:latin typeface="Source Sans Pro"/>
              </a:rPr>
              <a:t/>
            </a:r>
          </a:p>
          <a:p>
            <a:pPr algn="l"/>
            <a:r>
              <a:rPr sz="1050" b="0" i="0">
                <a:latin typeface="Source Sans Pro"/>
              </a:rPr>
              <a:t>  Q6. What is your recommended strategy for transitioning from a single-prompt RAG application to a multi-agent system in production — shadow mode concurrently, or migrate use cases one by one?</a:t>
            </a:r>
          </a:p>
          <a:p>
            <a:pPr algn="l"/>
            <a:r>
              <a:rPr sz="1050" b="0" i="0">
                <a:latin typeface="Source Sans Pro"/>
              </a:rPr>
              <a:t/>
            </a:r>
          </a:p>
          <a:p>
            <a:pPr algn="l"/>
            <a:r>
              <a:rPr sz="1050" b="0" i="0">
                <a:latin typeface="Source Sans Pro"/>
              </a:rPr>
              <a:t>  Q7. For non-deterministic failures (e.g., supervisor agent silently stops; agent in a reasoning loop) — how do you detect and recover from these in production? What automated evaluation frameworks have worked for detecting regressions after a system prompt or model update?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779ED-77F9-7AB4-6B28-849F7EB69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1F80D-2481-0E76-F42D-22894E72398A}"/>
              </a:ext>
            </a:extLst>
          </p:cNvPr>
          <p:cNvSpPr>
            <a:spLocks noGrp="1"/>
          </p:cNvSpPr>
          <p:nvPr>
            <p:ph type="title"/>
          </p:nvPr>
        </p:nvSpPr>
        <p:spPr>
          <a:xfrm>
            <a:off x="838200" y="90273"/>
            <a:ext cx="10515600" cy="425507"/>
          </a:xfrm>
        </p:spPr>
        <p:txBody>
          <a:bodyPr>
            <a:normAutofit/>
          </a:bodyPr>
          <a:lstStyle/>
          <a:p>
            <a:r>
              <a:rPr lang="en-SG" sz="2000" noProof="0" dirty="0"/>
              <a:t>Security Control Mapping – OWASP Top 10 for LLM Applications</a:t>
            </a:r>
          </a:p>
        </p:txBody>
      </p:sp>
      <p:sp>
        <p:nvSpPr>
          <p:cNvPr id="4" name="Slide Number Placeholder 3">
            <a:extLst>
              <a:ext uri="{FF2B5EF4-FFF2-40B4-BE49-F238E27FC236}">
                <a16:creationId xmlns:a16="http://schemas.microsoft.com/office/drawing/2014/main" id="{23620410-0E42-2165-28B4-C4AF124601C3}"/>
              </a:ext>
            </a:extLst>
          </p:cNvPr>
          <p:cNvSpPr>
            <a:spLocks noGrp="1"/>
          </p:cNvSpPr>
          <p:nvPr>
            <p:ph type="sldNum" sz="quarter" idx="12"/>
          </p:nvPr>
        </p:nvSpPr>
        <p:spPr/>
        <p:txBody>
          <a:bodyPr/>
          <a:lstStyle/>
          <a:p>
            <a:fld id="{5DF5AE18-F94A-B54C-9347-4CAFB5D76058}" type="slidenum">
              <a:rPr lang="en-SG" noProof="0" smtClean="0"/>
              <a:pPr/>
              <a:t>31</a:t>
            </a:fld>
            <a:endParaRPr lang="en-SG" noProof="0" dirty="0"/>
          </a:p>
        </p:txBody>
      </p:sp>
      <p:sp>
        <p:nvSpPr>
          <p:cNvPr id="5" name="Title 1">
            <a:extLst>
              <a:ext uri="{FF2B5EF4-FFF2-40B4-BE49-F238E27FC236}">
                <a16:creationId xmlns:a16="http://schemas.microsoft.com/office/drawing/2014/main" id="{1A7D779E-68C7-A492-28D8-F2105FAA5BFA}"/>
              </a:ext>
            </a:extLst>
          </p:cNvPr>
          <p:cNvSpPr txBox="1">
            <a:spLocks/>
          </p:cNvSpPr>
          <p:nvPr/>
        </p:nvSpPr>
        <p:spPr>
          <a:xfrm>
            <a:off x="838200" y="476437"/>
            <a:ext cx="10074018" cy="62348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LLM1 Prompt Injection: </a:t>
            </a:r>
          </a:p>
          <a:p>
            <a:r>
              <a:rPr lang="en-SG" sz="1200" b="0" noProof="0" dirty="0">
                <a:solidFill>
                  <a:schemeClr val="tx1"/>
                </a:solidFill>
              </a:rPr>
              <a:t>The AO Gateway inbound policy, for requests directed to agents, should perform input validation and sanitisation. The agent’s system prompt should also be hardened, and red-teaming during </a:t>
            </a:r>
            <a:r>
              <a:rPr lang="en-SG" sz="1200" b="0" noProof="0" dirty="0" err="1">
                <a:solidFill>
                  <a:schemeClr val="tx1"/>
                </a:solidFill>
              </a:rPr>
              <a:t>AgentOps</a:t>
            </a:r>
            <a:r>
              <a:rPr lang="en-SG" sz="1200" b="0" noProof="0" dirty="0">
                <a:solidFill>
                  <a:schemeClr val="tx1"/>
                </a:solidFill>
              </a:rPr>
              <a:t> / CI-CD should be used to validate resilience against prompt injection.</a:t>
            </a:r>
          </a:p>
          <a:p>
            <a:endParaRPr lang="en-SG" sz="1200" noProof="0" dirty="0"/>
          </a:p>
          <a:p>
            <a:r>
              <a:rPr lang="en-SG" sz="1200" noProof="0" dirty="0"/>
              <a:t>LLM2 Insecure Output Handling: </a:t>
            </a:r>
          </a:p>
          <a:p>
            <a:r>
              <a:rPr lang="en-SG" sz="1200" b="0" noProof="0" dirty="0">
                <a:solidFill>
                  <a:schemeClr val="tx1"/>
                </a:solidFill>
              </a:rPr>
              <a:t>The AO Gateway outbound controls, for requests originating from agents and calling downstream services, should validate and sanitise outputs where appropriate. Developers should also test rigorously for insecure output handling during development and CI/CD.</a:t>
            </a:r>
          </a:p>
          <a:p>
            <a:endParaRPr lang="en-SG" sz="1200" noProof="0" dirty="0"/>
          </a:p>
          <a:p>
            <a:r>
              <a:rPr lang="en-SG" sz="1200" noProof="0" dirty="0"/>
              <a:t>LLM3 Training Data Poisoning: </a:t>
            </a:r>
          </a:p>
          <a:p>
            <a:r>
              <a:rPr lang="en-SG" sz="1200" b="0" noProof="0" dirty="0">
                <a:solidFill>
                  <a:schemeClr val="tx1"/>
                </a:solidFill>
              </a:rPr>
              <a:t>Mend AI scanning / AI-BOM checks should help detect supply-chain or dependency-related issues that may contribute to this risk. In addition, the chosen LLM platform or provider (for example, Foundry) should be expected to apply its own controls over model training and dataset integrity.</a:t>
            </a:r>
          </a:p>
          <a:p>
            <a:endParaRPr lang="en-SG" sz="1200" noProof="0" dirty="0"/>
          </a:p>
          <a:p>
            <a:r>
              <a:rPr lang="en-SG" sz="1200" noProof="0" dirty="0"/>
              <a:t>LLM4 Model Denial of Service: </a:t>
            </a:r>
          </a:p>
          <a:p>
            <a:r>
              <a:rPr lang="en-SG" sz="1200" b="0" noProof="0" dirty="0">
                <a:solidFill>
                  <a:schemeClr val="tx1"/>
                </a:solidFill>
              </a:rPr>
              <a:t>The AO Gateway inbound policy should help mitigate this through rate limiting, quotas, throttling, and circuit breakers.</a:t>
            </a:r>
          </a:p>
          <a:p>
            <a:endParaRPr lang="en-SG" sz="1200" noProof="0" dirty="0"/>
          </a:p>
          <a:p>
            <a:r>
              <a:rPr lang="en-SG" sz="1200" noProof="0" dirty="0"/>
              <a:t>LLM5 Supply Chain Vulnerabilities: </a:t>
            </a:r>
          </a:p>
          <a:p>
            <a:r>
              <a:rPr lang="en-SG" sz="1200" b="0" noProof="0" dirty="0">
                <a:solidFill>
                  <a:schemeClr val="tx1"/>
                </a:solidFill>
              </a:rPr>
              <a:t>AO Gateway policy controls may help by validating and sanitising requests, but the primary mitigations here are likely to sit in the software supply chain, including dependency scanning, package governance, provenance checks, and secure build controls.</a:t>
            </a:r>
          </a:p>
          <a:p>
            <a:endParaRPr lang="en-SG" sz="1200" noProof="0" dirty="0"/>
          </a:p>
          <a:p>
            <a:r>
              <a:rPr lang="en-SG" sz="1200" noProof="0" dirty="0"/>
              <a:t>LLM6 Sensitive Information Disclosure: </a:t>
            </a:r>
          </a:p>
          <a:p>
            <a:r>
              <a:rPr lang="en-SG" sz="1200" b="0" noProof="0" dirty="0">
                <a:solidFill>
                  <a:schemeClr val="tx1"/>
                </a:solidFill>
              </a:rPr>
              <a:t>The AO Gateway outbound policy should help prevent unwanted data exfiltration through data protection and egress controls. If a decentralised approach is adopted, custom rules may also be extended to enforce protection under specific conditions.</a:t>
            </a:r>
          </a:p>
          <a:p>
            <a:endParaRPr lang="en-SG" sz="1200" noProof="0" dirty="0"/>
          </a:p>
          <a:p>
            <a:r>
              <a:rPr lang="en-SG" sz="1200" noProof="0" dirty="0"/>
              <a:t>LLM7 Insecure Plugin Design: </a:t>
            </a:r>
          </a:p>
          <a:p>
            <a:r>
              <a:rPr lang="en-SG" sz="1200" b="0" noProof="0" dirty="0">
                <a:solidFill>
                  <a:schemeClr val="tx1"/>
                </a:solidFill>
              </a:rPr>
              <a:t>The AO Gateway inbound policy should validate and sanitise requests to external tools. External “plugins” — in this context, MCP servers and tools — should also be subject to proper governance, onboarding, and security review.</a:t>
            </a:r>
          </a:p>
          <a:p>
            <a:br>
              <a:rPr lang="en-SG" sz="1200" noProof="0" dirty="0"/>
            </a:br>
            <a:r>
              <a:rPr lang="en-SG" sz="1200" noProof="0" dirty="0"/>
              <a:t>LLM8 Excessive Agency: </a:t>
            </a:r>
          </a:p>
          <a:p>
            <a:r>
              <a:rPr lang="en-SG" sz="1200" b="0" noProof="0" dirty="0">
                <a:solidFill>
                  <a:schemeClr val="tx1"/>
                </a:solidFill>
              </a:rPr>
              <a:t>This should be mitigated through the ABAC policy engine and the relevant PDP / PEP controls in AIGP. The agent identity’s access rights should be tightly governed. For high-risk actions, human-in-the-loop approval should remain in place until the organisation reaches a sufficient level of maturity.</a:t>
            </a:r>
          </a:p>
          <a:p>
            <a:endParaRPr lang="en-SG" sz="1200" noProof="0" dirty="0"/>
          </a:p>
          <a:p>
            <a:r>
              <a:rPr lang="en-SG" sz="1200" noProof="0" dirty="0"/>
              <a:t>LLM9 Overreliance: </a:t>
            </a:r>
          </a:p>
          <a:p>
            <a:r>
              <a:rPr lang="en-SG" sz="1200" b="0" noProof="0" dirty="0">
                <a:solidFill>
                  <a:schemeClr val="tx1"/>
                </a:solidFill>
              </a:rPr>
              <a:t>This is primarily a people and process issue and should be addressed through training, awareness, and operating procedures.</a:t>
            </a:r>
          </a:p>
          <a:p>
            <a:endParaRPr lang="en-SG" sz="1200" noProof="0" dirty="0"/>
          </a:p>
          <a:p>
            <a:r>
              <a:rPr lang="en-SG" sz="1200" noProof="0" dirty="0"/>
              <a:t>LLM10 Model Theft: </a:t>
            </a:r>
          </a:p>
          <a:p>
            <a:r>
              <a:rPr lang="en-SG" sz="1200" b="0" noProof="0" dirty="0">
                <a:solidFill>
                  <a:schemeClr val="tx1"/>
                </a:solidFill>
              </a:rPr>
              <a:t>This risk is likely to sit largely with the model or platform provider, though local controls should still be considered where relevant, such as access restrictions, monitoring, and contractual assurance.</a:t>
            </a:r>
          </a:p>
        </p:txBody>
      </p:sp>
      <p:sp>
        <p:nvSpPr>
          <p:cNvPr id="3" name="Footer Placeholder 3">
            <a:extLst>
              <a:ext uri="{FF2B5EF4-FFF2-40B4-BE49-F238E27FC236}">
                <a16:creationId xmlns:a16="http://schemas.microsoft.com/office/drawing/2014/main" id="{137D6695-9CCA-A8F2-3AA0-B34ECAEE63E3}"/>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060270BA-251C-EA67-069B-A9663D04373F}"/>
              </a:ext>
            </a:extLst>
          </p:cNvPr>
          <p:cNvSpPr txBox="1"/>
          <p:nvPr/>
        </p:nvSpPr>
        <p:spPr>
          <a:xfrm>
            <a:off x="9527991" y="177226"/>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a:t>
            </a:r>
          </a:p>
        </p:txBody>
      </p:sp>
      <p:pic>
        <p:nvPicPr>
          <p:cNvPr id="7" name="Picture 6" descr="Confirm Generic Blue icon | Freepik">
            <a:extLst>
              <a:ext uri="{FF2B5EF4-FFF2-40B4-BE49-F238E27FC236}">
                <a16:creationId xmlns:a16="http://schemas.microsoft.com/office/drawing/2014/main" id="{BB64EF7E-5FD2-DD3F-EFDE-62A214745F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6774" y="113020"/>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55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4BF44-EE66-D5A5-7EB9-1B5E5BFFF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8BF28-B554-3465-044F-F0737205D8E3}"/>
              </a:ext>
            </a:extLst>
          </p:cNvPr>
          <p:cNvSpPr>
            <a:spLocks noGrp="1"/>
          </p:cNvSpPr>
          <p:nvPr>
            <p:ph type="title"/>
          </p:nvPr>
        </p:nvSpPr>
        <p:spPr>
          <a:xfrm>
            <a:off x="838200" y="160136"/>
            <a:ext cx="10515600" cy="425507"/>
          </a:xfrm>
        </p:spPr>
        <p:txBody>
          <a:bodyPr>
            <a:normAutofit/>
          </a:bodyPr>
          <a:lstStyle/>
          <a:p>
            <a:r>
              <a:rPr lang="en-SG" sz="2000" noProof="0" dirty="0"/>
              <a:t>Security Control Mapping – OWASP Top 10 for Agentic Applications</a:t>
            </a:r>
          </a:p>
        </p:txBody>
      </p:sp>
      <p:sp>
        <p:nvSpPr>
          <p:cNvPr id="4" name="Slide Number Placeholder 3">
            <a:extLst>
              <a:ext uri="{FF2B5EF4-FFF2-40B4-BE49-F238E27FC236}">
                <a16:creationId xmlns:a16="http://schemas.microsoft.com/office/drawing/2014/main" id="{B2EF007F-8A3B-3B32-ECCF-1A7E51485314}"/>
              </a:ext>
            </a:extLst>
          </p:cNvPr>
          <p:cNvSpPr>
            <a:spLocks noGrp="1"/>
          </p:cNvSpPr>
          <p:nvPr>
            <p:ph type="sldNum" sz="quarter" idx="12"/>
          </p:nvPr>
        </p:nvSpPr>
        <p:spPr/>
        <p:txBody>
          <a:bodyPr/>
          <a:lstStyle/>
          <a:p>
            <a:fld id="{5DF5AE18-F94A-B54C-9347-4CAFB5D76058}" type="slidenum">
              <a:rPr lang="en-SG" noProof="0" smtClean="0"/>
              <a:pPr/>
              <a:t>32</a:t>
            </a:fld>
            <a:endParaRPr lang="en-SG" noProof="0" dirty="0"/>
          </a:p>
        </p:txBody>
      </p:sp>
      <p:sp>
        <p:nvSpPr>
          <p:cNvPr id="5" name="Title 1">
            <a:extLst>
              <a:ext uri="{FF2B5EF4-FFF2-40B4-BE49-F238E27FC236}">
                <a16:creationId xmlns:a16="http://schemas.microsoft.com/office/drawing/2014/main" id="{7743F155-FEF7-9377-C42C-06F3B596803A}"/>
              </a:ext>
            </a:extLst>
          </p:cNvPr>
          <p:cNvSpPr txBox="1">
            <a:spLocks/>
          </p:cNvSpPr>
          <p:nvPr/>
        </p:nvSpPr>
        <p:spPr>
          <a:xfrm>
            <a:off x="838200" y="551466"/>
            <a:ext cx="10654364" cy="61014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ASI01 Agent Goal Hijack:</a:t>
            </a:r>
          </a:p>
          <a:p>
            <a:r>
              <a:rPr lang="en-SG" sz="1200" b="0" noProof="0" dirty="0">
                <a:solidFill>
                  <a:schemeClr val="tx1"/>
                </a:solidFill>
              </a:rPr>
              <a:t>AO Gateway inbound policies for requests directed to agents should validate and sanitise inputs. The agent’s system prompt should be hardened, and red-teaming during </a:t>
            </a:r>
            <a:r>
              <a:rPr lang="en-SG" sz="1200" b="0" noProof="0" dirty="0" err="1">
                <a:solidFill>
                  <a:schemeClr val="tx1"/>
                </a:solidFill>
              </a:rPr>
              <a:t>AgentOps</a:t>
            </a:r>
            <a:r>
              <a:rPr lang="en-SG" sz="1200" b="0" noProof="0" dirty="0">
                <a:solidFill>
                  <a:schemeClr val="tx1"/>
                </a:solidFill>
              </a:rPr>
              <a:t>/CI/CD should test the agent’s resilience.</a:t>
            </a:r>
          </a:p>
          <a:p>
            <a:endParaRPr lang="en-SG" sz="1200" noProof="0" dirty="0"/>
          </a:p>
          <a:p>
            <a:r>
              <a:rPr lang="en-SG" sz="1200" noProof="0" dirty="0"/>
              <a:t>ASI02 Tool Misuse &amp; Exploitation:</a:t>
            </a:r>
          </a:p>
          <a:p>
            <a:r>
              <a:rPr lang="en-SG" sz="1200" b="0" noProof="0" dirty="0">
                <a:solidFill>
                  <a:schemeClr val="tx1"/>
                </a:solidFill>
              </a:rPr>
              <a:t>AO Gateway should enforce ABAC policies, including parameter-level checks where needed. AIGP should also apply PDP and PEP controls. Anomaly detection should provide additional monitoring.</a:t>
            </a:r>
          </a:p>
          <a:p>
            <a:endParaRPr lang="en-SG" sz="1200" noProof="0" dirty="0"/>
          </a:p>
          <a:p>
            <a:r>
              <a:rPr lang="en-SG" sz="1200" noProof="0" dirty="0"/>
              <a:t>ASI03 Identity &amp; Privilege Abuse:</a:t>
            </a:r>
          </a:p>
          <a:p>
            <a:r>
              <a:rPr lang="en-SG" sz="1200" b="0" noProof="0" dirty="0">
                <a:solidFill>
                  <a:schemeClr val="tx1"/>
                </a:solidFill>
              </a:rPr>
              <a:t>Access should be tightly scoped, just-in-time, and short-lived. If an agent only needs Tool A, only a token for Tool A should be granted. No elevated privileges should be allowed. High-risk actions should require human approval and use On-Behalf-Of, still scoped only to the specific action required.</a:t>
            </a:r>
          </a:p>
          <a:p>
            <a:endParaRPr lang="en-SG" sz="1200" noProof="0" dirty="0"/>
          </a:p>
          <a:p>
            <a:r>
              <a:rPr lang="en-SG" sz="1200" noProof="0" dirty="0"/>
              <a:t>ASI04 Agentic Supply Chain Vulnerabilities:</a:t>
            </a:r>
          </a:p>
          <a:p>
            <a:r>
              <a:rPr lang="en-SG" sz="1200" b="0" noProof="0" dirty="0">
                <a:solidFill>
                  <a:schemeClr val="tx1"/>
                </a:solidFill>
              </a:rPr>
              <a:t>AO Gateway inbound policies should validate and sanitise requests, while supply chain risks should also be addressed through dependency governance, scanning, and secure development controls.</a:t>
            </a:r>
          </a:p>
          <a:p>
            <a:endParaRPr lang="en-SG" sz="1200" noProof="0" dirty="0"/>
          </a:p>
          <a:p>
            <a:r>
              <a:rPr lang="en-SG" sz="1200" noProof="0" dirty="0"/>
              <a:t>ASI05 Unexpected Code Execution (RCE):</a:t>
            </a:r>
          </a:p>
          <a:p>
            <a:r>
              <a:rPr lang="en-SG" sz="1200" b="0" noProof="0" dirty="0">
                <a:solidFill>
                  <a:schemeClr val="tx1"/>
                </a:solidFill>
              </a:rPr>
              <a:t>As agreed, agent code execution capabilities are out of scope for the Blueprint. If code execution is ever required, it should be externalised as a tool and subject to the appropriate governance and controls. The same inbound and outbound safety measures should still apply.</a:t>
            </a:r>
          </a:p>
          <a:p>
            <a:endParaRPr lang="en-SG" sz="1200" noProof="0" dirty="0"/>
          </a:p>
          <a:p>
            <a:r>
              <a:rPr lang="en-SG" sz="1200" noProof="0" dirty="0"/>
              <a:t>ASI06 Memory &amp; Context Poisoning:</a:t>
            </a:r>
          </a:p>
          <a:p>
            <a:r>
              <a:rPr lang="en-SG" sz="1200" b="0" noProof="0" dirty="0">
                <a:solidFill>
                  <a:schemeClr val="tx1"/>
                </a:solidFill>
              </a:rPr>
              <a:t>Agent memory should be tightly access-controlled. Any modification should require proper justification, approval, and an auditable trail.</a:t>
            </a:r>
          </a:p>
          <a:p>
            <a:endParaRPr lang="en-SG" sz="1200" noProof="0" dirty="0"/>
          </a:p>
          <a:p>
            <a:r>
              <a:rPr lang="en-SG" sz="1200" noProof="0" dirty="0"/>
              <a:t>ASI07 Insecure Inter-Agent Communication:</a:t>
            </a:r>
          </a:p>
          <a:p>
            <a:r>
              <a:rPr lang="en-SG" sz="1200" b="0" noProof="0" dirty="0">
                <a:solidFill>
                  <a:schemeClr val="tx1"/>
                </a:solidFill>
              </a:rPr>
              <a:t>This is covered in the Agent-to-Agent (A2A) Interactions slide and subsequent App &amp; Data Session.</a:t>
            </a:r>
          </a:p>
          <a:p>
            <a:endParaRPr lang="en-SG" sz="1200" noProof="0" dirty="0"/>
          </a:p>
          <a:p>
            <a:r>
              <a:rPr lang="en-SG" sz="1200" noProof="0" dirty="0"/>
              <a:t>ASI08 Cascading Failures:</a:t>
            </a:r>
          </a:p>
          <a:p>
            <a:r>
              <a:rPr lang="en-SG" sz="1200" b="0" noProof="0" dirty="0">
                <a:solidFill>
                  <a:schemeClr val="tx1"/>
                </a:solidFill>
              </a:rPr>
              <a:t>For functional, technical, and security-induced failures, AO Gateway controls and least-privilege agent access should help contain the impact. For logic and semantic failures, a kill switch and rollback mechanisms should be in place.</a:t>
            </a:r>
          </a:p>
          <a:p>
            <a:endParaRPr lang="en-SG" sz="1200" noProof="0" dirty="0"/>
          </a:p>
          <a:p>
            <a:r>
              <a:rPr lang="en-SG" sz="1200" noProof="0" dirty="0"/>
              <a:t>ASI09 Human-Agent Trust Exploitation:</a:t>
            </a:r>
          </a:p>
          <a:p>
            <a:r>
              <a:rPr lang="en-SG" sz="1200" b="0" noProof="0" dirty="0">
                <a:solidFill>
                  <a:schemeClr val="tx1"/>
                </a:solidFill>
              </a:rPr>
              <a:t>This should be addressed through people, process, and education.</a:t>
            </a:r>
          </a:p>
          <a:p>
            <a:endParaRPr lang="en-SG" sz="1200" noProof="0" dirty="0"/>
          </a:p>
          <a:p>
            <a:r>
              <a:rPr lang="en-SG" sz="1200" noProof="0" dirty="0"/>
              <a:t>ASI10 Rogue Agents:</a:t>
            </a:r>
          </a:p>
          <a:p>
            <a:r>
              <a:rPr lang="en-SG" sz="1200" b="0" noProof="0" dirty="0">
                <a:solidFill>
                  <a:schemeClr val="tx1"/>
                </a:solidFill>
              </a:rPr>
              <a:t>This should be addressed through anomaly detection, SOC monitoring, and AIGP controls.</a:t>
            </a:r>
          </a:p>
        </p:txBody>
      </p:sp>
      <p:sp>
        <p:nvSpPr>
          <p:cNvPr id="3" name="Footer Placeholder 3">
            <a:extLst>
              <a:ext uri="{FF2B5EF4-FFF2-40B4-BE49-F238E27FC236}">
                <a16:creationId xmlns:a16="http://schemas.microsoft.com/office/drawing/2014/main" id="{7E017E12-EE3B-51C4-CE0B-D70E04893577}"/>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45E8D87E-AAFC-2E9B-A267-F4D982430F20}"/>
              </a:ext>
            </a:extLst>
          </p:cNvPr>
          <p:cNvSpPr txBox="1"/>
          <p:nvPr/>
        </p:nvSpPr>
        <p:spPr>
          <a:xfrm>
            <a:off x="9548164" y="237903"/>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a:t>
            </a:r>
          </a:p>
        </p:txBody>
      </p:sp>
      <p:pic>
        <p:nvPicPr>
          <p:cNvPr id="7" name="Picture 6" descr="Confirm Generic Blue icon | Freepik">
            <a:extLst>
              <a:ext uri="{FF2B5EF4-FFF2-40B4-BE49-F238E27FC236}">
                <a16:creationId xmlns:a16="http://schemas.microsoft.com/office/drawing/2014/main" id="{60EC4D2D-C02F-66E1-BBFB-9072A3686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9807" y="173697"/>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92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C8DD9-A75E-DD0C-F6CF-0F1A489CA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C59B5-6AF1-EDCF-921B-E7663FF33EDF}"/>
              </a:ext>
            </a:extLst>
          </p:cNvPr>
          <p:cNvSpPr>
            <a:spLocks noGrp="1"/>
          </p:cNvSpPr>
          <p:nvPr>
            <p:ph type="title"/>
          </p:nvPr>
        </p:nvSpPr>
        <p:spPr>
          <a:xfrm>
            <a:off x="838200" y="152010"/>
            <a:ext cx="10515600" cy="425507"/>
          </a:xfrm>
        </p:spPr>
        <p:txBody>
          <a:bodyPr>
            <a:normAutofit/>
          </a:bodyPr>
          <a:lstStyle/>
          <a:p>
            <a:r>
              <a:rPr lang="en-SG" sz="2000" noProof="0" dirty="0"/>
              <a:t>AI Security Posture and Testing – From AppSec to </a:t>
            </a:r>
            <a:r>
              <a:rPr lang="en-SG" sz="2000" noProof="0" dirty="0" err="1"/>
              <a:t>AISec</a:t>
            </a:r>
            <a:endParaRPr lang="en-SG" sz="2000" noProof="0" dirty="0"/>
          </a:p>
        </p:txBody>
      </p:sp>
      <p:sp>
        <p:nvSpPr>
          <p:cNvPr id="4" name="Slide Number Placeholder 3">
            <a:extLst>
              <a:ext uri="{FF2B5EF4-FFF2-40B4-BE49-F238E27FC236}">
                <a16:creationId xmlns:a16="http://schemas.microsoft.com/office/drawing/2014/main" id="{E36C3FAB-4605-0409-9A54-E335A5ACA0A7}"/>
              </a:ext>
            </a:extLst>
          </p:cNvPr>
          <p:cNvSpPr>
            <a:spLocks noGrp="1"/>
          </p:cNvSpPr>
          <p:nvPr>
            <p:ph type="sldNum" sz="quarter" idx="12"/>
          </p:nvPr>
        </p:nvSpPr>
        <p:spPr/>
        <p:txBody>
          <a:bodyPr/>
          <a:lstStyle/>
          <a:p>
            <a:fld id="{5DF5AE18-F94A-B54C-9347-4CAFB5D76058}" type="slidenum">
              <a:rPr lang="en-SG" noProof="0" smtClean="0"/>
              <a:pPr/>
              <a:t>33</a:t>
            </a:fld>
            <a:endParaRPr lang="en-SG" noProof="0" dirty="0"/>
          </a:p>
        </p:txBody>
      </p:sp>
      <p:graphicFrame>
        <p:nvGraphicFramePr>
          <p:cNvPr id="3" name="Table 2">
            <a:extLst>
              <a:ext uri="{FF2B5EF4-FFF2-40B4-BE49-F238E27FC236}">
                <a16:creationId xmlns:a16="http://schemas.microsoft.com/office/drawing/2014/main" id="{70A1C39E-5AD5-F395-F4C0-C532F24B6082}"/>
              </a:ext>
            </a:extLst>
          </p:cNvPr>
          <p:cNvGraphicFramePr>
            <a:graphicFrameLocks noGrp="1"/>
          </p:cNvGraphicFramePr>
          <p:nvPr>
            <p:extLst>
              <p:ext uri="{D42A27DB-BD31-4B8C-83A1-F6EECF244321}">
                <p14:modId xmlns:p14="http://schemas.microsoft.com/office/powerpoint/2010/main" val="4006512685"/>
              </p:ext>
            </p:extLst>
          </p:nvPr>
        </p:nvGraphicFramePr>
        <p:xfrm>
          <a:off x="693021" y="1358849"/>
          <a:ext cx="11264396" cy="5112534"/>
        </p:xfrm>
        <a:graphic>
          <a:graphicData uri="http://schemas.openxmlformats.org/drawingml/2006/table">
            <a:tbl>
              <a:tblPr firstRow="1" bandRow="1">
                <a:tableStyleId>{7E9639D4-E3E2-4D34-9284-5A2195B3D0D7}</a:tableStyleId>
              </a:tblPr>
              <a:tblGrid>
                <a:gridCol w="1692000">
                  <a:extLst>
                    <a:ext uri="{9D8B030D-6E8A-4147-A177-3AD203B41FA5}">
                      <a16:colId xmlns:a16="http://schemas.microsoft.com/office/drawing/2014/main" val="4023126614"/>
                    </a:ext>
                  </a:extLst>
                </a:gridCol>
                <a:gridCol w="2412000">
                  <a:extLst>
                    <a:ext uri="{9D8B030D-6E8A-4147-A177-3AD203B41FA5}">
                      <a16:colId xmlns:a16="http://schemas.microsoft.com/office/drawing/2014/main" val="3109461255"/>
                    </a:ext>
                  </a:extLst>
                </a:gridCol>
                <a:gridCol w="5904000">
                  <a:extLst>
                    <a:ext uri="{9D8B030D-6E8A-4147-A177-3AD203B41FA5}">
                      <a16:colId xmlns:a16="http://schemas.microsoft.com/office/drawing/2014/main" val="1422226317"/>
                    </a:ext>
                  </a:extLst>
                </a:gridCol>
                <a:gridCol w="1256396">
                  <a:extLst>
                    <a:ext uri="{9D8B030D-6E8A-4147-A177-3AD203B41FA5}">
                      <a16:colId xmlns:a16="http://schemas.microsoft.com/office/drawing/2014/main" val="35201252"/>
                    </a:ext>
                  </a:extLst>
                </a:gridCol>
              </a:tblGrid>
              <a:tr h="504000">
                <a:tc>
                  <a:txBody>
                    <a:bodyPr/>
                    <a:lstStyle/>
                    <a:p>
                      <a:r>
                        <a:rPr lang="en-SG" sz="1400" noProof="0" dirty="0"/>
                        <a:t>Traditional Concepts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t>Agentic AI Equivalent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t>Key Tools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t>Participant 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178139898"/>
                  </a:ext>
                </a:extLst>
              </a:tr>
              <a:tr h="675576">
                <a:tc>
                  <a:txBody>
                    <a:bodyPr/>
                    <a:lstStyle/>
                    <a:p>
                      <a:r>
                        <a:rPr lang="en-SG" sz="1400" noProof="0" dirty="0"/>
                        <a:t>SAST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AI-Native SAST / Prompt Scan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Mend AI</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400" noProof="0" dirty="0"/>
                        <a:t>SonarQube AI</a:t>
                      </a:r>
                    </a:p>
                    <a:p>
                      <a:pPr marL="285750" indent="-285750">
                        <a:buFont typeface="Arial" panose="020B0604020202020204" pitchFamily="34" charset="0"/>
                        <a:buChar char="•"/>
                      </a:pPr>
                      <a:r>
                        <a:rPr lang="en-SG" sz="1400" noProof="0" dirty="0"/>
                        <a:t>Both now uses AI to find vulnerabilities in custom code and provide "auto-remediation“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828232">
                <a:tc>
                  <a:txBody>
                    <a:bodyPr/>
                    <a:lstStyle/>
                    <a:p>
                      <a:r>
                        <a:rPr lang="en-SG" sz="1400" noProof="0" dirty="0"/>
                        <a:t>SCA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AI-BOM / Model Supply Chain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Mend AI’s AI-BOM</a:t>
                      </a:r>
                    </a:p>
                    <a:p>
                      <a:pPr marL="285750" indent="-285750" algn="l" fontAlgn="b">
                        <a:buFont typeface="Arial" panose="020B0604020202020204" pitchFamily="34" charset="0"/>
                        <a:buChar char="•"/>
                      </a:pPr>
                      <a:r>
                        <a:rPr lang="en-SG" sz="1400" b="0" i="0" u="none" strike="noStrike" noProof="0" dirty="0">
                          <a:solidFill>
                            <a:srgbClr val="000000"/>
                          </a:solidFill>
                          <a:effectLst/>
                          <a:latin typeface="+mn-lt"/>
                        </a:rPr>
                        <a:t>Identifies the "ingredients" of an AI agent—which base model is used (e.g., GPT-4o, Llama 3), what datasets it was trained on, and its licensing/compliance risks.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1070447">
                <a:tc>
                  <a:txBody>
                    <a:bodyPr/>
                    <a:lstStyle/>
                    <a:p>
                      <a:r>
                        <a:rPr lang="en-SG" sz="1400" noProof="0" dirty="0"/>
                        <a:t>DAST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AI Red Teaming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err="1">
                          <a:solidFill>
                            <a:srgbClr val="000000"/>
                          </a:solidFill>
                          <a:effectLst/>
                          <a:latin typeface="+mn-lt"/>
                        </a:rPr>
                        <a:t>PyRIT</a:t>
                      </a:r>
                      <a:r>
                        <a:rPr lang="en-SG" sz="1400" b="0" i="0" u="none" strike="noStrike" noProof="0" dirty="0">
                          <a:solidFill>
                            <a:srgbClr val="000000"/>
                          </a:solidFill>
                          <a:effectLst/>
                          <a:latin typeface="+mn-lt"/>
                        </a:rPr>
                        <a:t> (Python Risk Identification Toolkit)</a:t>
                      </a:r>
                    </a:p>
                    <a:p>
                      <a:pPr marL="285750" indent="-285750" algn="l" fontAlgn="b">
                        <a:buFont typeface="Arial" panose="020B0604020202020204" pitchFamily="34" charset="0"/>
                        <a:buChar char="•"/>
                      </a:pPr>
                      <a:r>
                        <a:rPr lang="en-SG" sz="1400" b="0" i="0" u="none" strike="noStrike" noProof="0" dirty="0">
                          <a:solidFill>
                            <a:srgbClr val="000000"/>
                          </a:solidFill>
                          <a:effectLst/>
                          <a:latin typeface="+mn-lt"/>
                        </a:rPr>
                        <a:t>An automation framework that acts like a "hacker AI" to send adversarial prompts to an agent to see if it breaks. We should track the Adversarial Success Rate (ASR)</a:t>
                      </a:r>
                    </a:p>
                    <a:p>
                      <a:pPr marL="0" indent="0" algn="l" fontAlgn="b">
                        <a:buFont typeface="Arial" panose="020B0604020202020204" pitchFamily="34" charset="0"/>
                        <a:buNone/>
                      </a:pPr>
                      <a:r>
                        <a:rPr lang="en-SG" sz="1400" b="0" i="0" u="none" strike="noStrike" noProof="0" dirty="0">
                          <a:solidFill>
                            <a:srgbClr val="000000"/>
                          </a:solidFill>
                          <a:effectLst/>
                          <a:latin typeface="+mn-lt"/>
                        </a:rPr>
                        <a:t>Azure Foundry’s AI Red Teaming Agent </a:t>
                      </a:r>
                    </a:p>
                    <a:p>
                      <a:pPr marL="285750" indent="-285750" algn="l" fontAlgn="b">
                        <a:buFont typeface="Arial" panose="020B0604020202020204" pitchFamily="34" charset="0"/>
                        <a:buChar char="•"/>
                      </a:pPr>
                      <a:r>
                        <a:rPr lang="en-SG" sz="1400" b="0" i="0" u="none" strike="noStrike" noProof="0" dirty="0">
                          <a:solidFill>
                            <a:srgbClr val="000000"/>
                          </a:solidFill>
                          <a:effectLst/>
                          <a:latin typeface="+mn-lt"/>
                        </a:rPr>
                        <a:t>Production-grade, managed version of </a:t>
                      </a:r>
                      <a:r>
                        <a:rPr lang="en-SG" sz="1400" b="0" i="0" u="none" strike="noStrike" noProof="0" dirty="0" err="1">
                          <a:solidFill>
                            <a:srgbClr val="000000"/>
                          </a:solidFill>
                          <a:effectLst/>
                          <a:latin typeface="+mn-lt"/>
                        </a:rPr>
                        <a:t>PyRIT</a:t>
                      </a:r>
                      <a:endParaRPr lang="en-SG" sz="1400" b="0" i="0" u="none" strike="noStrike" noProof="0" dirty="0">
                        <a:solidFill>
                          <a:srgbClr val="000000"/>
                        </a:solidFill>
                        <a:effectLst/>
                        <a:latin typeface="+mn-lt"/>
                      </a:endParaRPr>
                    </a:p>
                    <a:p>
                      <a:pPr marL="0" indent="0" algn="l" fontAlgn="b">
                        <a:buFont typeface="Arial" panose="020B0604020202020204" pitchFamily="34" charset="0"/>
                        <a:buNone/>
                      </a:pPr>
                      <a:r>
                        <a:rPr lang="en-SG" sz="1400" b="0" i="0" u="none" strike="noStrike" noProof="0" dirty="0" err="1">
                          <a:solidFill>
                            <a:srgbClr val="000000"/>
                          </a:solidFill>
                          <a:effectLst/>
                          <a:latin typeface="+mn-lt"/>
                        </a:rPr>
                        <a:t>Promptfoo</a:t>
                      </a:r>
                      <a:endParaRPr lang="en-SG" sz="1400" b="0" i="0" u="none" strike="noStrike" noProof="0" dirty="0">
                        <a:solidFill>
                          <a:srgbClr val="000000"/>
                        </a:solidFill>
                        <a:effectLst/>
                        <a:latin typeface="+mn-lt"/>
                      </a:endParaRPr>
                    </a:p>
                    <a:p>
                      <a:pPr marL="0" indent="0" algn="l" fontAlgn="b">
                        <a:buFont typeface="Arial" panose="020B0604020202020204" pitchFamily="34" charset="0"/>
                        <a:buNone/>
                      </a:pPr>
                      <a:r>
                        <a:rPr lang="en-SG" sz="1400" b="0" i="0" u="none" strike="noStrike" noProof="0" dirty="0" err="1">
                          <a:solidFill>
                            <a:srgbClr val="000000"/>
                          </a:solidFill>
                          <a:effectLst/>
                          <a:latin typeface="+mn-lt"/>
                        </a:rPr>
                        <a:t>Govtech</a:t>
                      </a:r>
                      <a:r>
                        <a:rPr lang="en-SG" sz="1400" b="0" i="0" u="none" strike="noStrike" noProof="0" dirty="0">
                          <a:solidFill>
                            <a:srgbClr val="000000"/>
                          </a:solidFill>
                          <a:effectLst/>
                          <a:latin typeface="+mn-lt"/>
                        </a:rPr>
                        <a:t> Litmus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548330"/>
                  </a:ext>
                </a:extLst>
              </a:tr>
              <a:tr h="388134">
                <a:tc>
                  <a:txBody>
                    <a:bodyPr/>
                    <a:lstStyle/>
                    <a:p>
                      <a:r>
                        <a:rPr lang="en-SG" sz="1400" noProof="0" dirty="0"/>
                        <a:t>Unit/Integration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AI Evaluation (Evals)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err="1">
                          <a:solidFill>
                            <a:srgbClr val="000000"/>
                          </a:solidFill>
                          <a:effectLst/>
                          <a:latin typeface="+mn-lt"/>
                        </a:rPr>
                        <a:t>DeepEval</a:t>
                      </a:r>
                      <a:r>
                        <a:rPr lang="en-SG" sz="1400" b="0" i="0" u="none" strike="noStrike" noProof="0" dirty="0">
                          <a:solidFill>
                            <a:srgbClr val="000000"/>
                          </a:solidFill>
                          <a:effectLst/>
                          <a:latin typeface="+mn-lt"/>
                        </a:rPr>
                        <a:t>, Ragas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639043"/>
                  </a:ext>
                </a:extLst>
              </a:tr>
              <a:tr h="481263">
                <a:tc>
                  <a:txBody>
                    <a:bodyPr/>
                    <a:lstStyle/>
                    <a:p>
                      <a:r>
                        <a:rPr lang="en-SG" sz="1400" noProof="0" dirty="0"/>
                        <a:t>WAF / IPS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AI Guardrails (Runtime)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Azure Prompt Shields, NVIDIA </a:t>
                      </a:r>
                      <a:r>
                        <a:rPr lang="en-SG" sz="1400" b="0" i="0" u="none" strike="noStrike" noProof="0" dirty="0" err="1">
                          <a:solidFill>
                            <a:srgbClr val="000000"/>
                          </a:solidFill>
                          <a:effectLst/>
                          <a:latin typeface="+mn-lt"/>
                        </a:rPr>
                        <a:t>NeMo</a:t>
                      </a:r>
                      <a:r>
                        <a:rPr lang="en-SG" sz="1400" b="0" i="0" u="none" strike="noStrike" noProof="0" dirty="0">
                          <a:solidFill>
                            <a:srgbClr val="000000"/>
                          </a:solidFill>
                          <a:effectLst/>
                          <a:latin typeface="+mn-lt"/>
                        </a:rPr>
                        <a:t> Guardrails, Llama Guard, </a:t>
                      </a:r>
                      <a:r>
                        <a:rPr lang="en-SG" sz="1400" b="0" i="0" u="none" strike="noStrike" noProof="0" dirty="0" err="1">
                          <a:solidFill>
                            <a:srgbClr val="000000"/>
                          </a:solidFill>
                          <a:effectLst/>
                          <a:latin typeface="+mn-lt"/>
                        </a:rPr>
                        <a:t>Govtech</a:t>
                      </a:r>
                      <a:r>
                        <a:rPr lang="en-SG" sz="1400" b="0" i="0" u="none" strike="noStrike" noProof="0" dirty="0">
                          <a:solidFill>
                            <a:srgbClr val="000000"/>
                          </a:solidFill>
                          <a:effectLst/>
                          <a:latin typeface="+mn-lt"/>
                        </a:rPr>
                        <a:t> Sentinel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1759873"/>
                  </a:ext>
                </a:extLst>
              </a:tr>
            </a:tbl>
          </a:graphicData>
        </a:graphic>
      </p:graphicFrame>
      <p:sp>
        <p:nvSpPr>
          <p:cNvPr id="5" name="Title 1">
            <a:extLst>
              <a:ext uri="{FF2B5EF4-FFF2-40B4-BE49-F238E27FC236}">
                <a16:creationId xmlns:a16="http://schemas.microsoft.com/office/drawing/2014/main" id="{F246FC2F-CC99-6F10-12CE-919A2B90C3A2}"/>
              </a:ext>
            </a:extLst>
          </p:cNvPr>
          <p:cNvSpPr txBox="1">
            <a:spLocks/>
          </p:cNvSpPr>
          <p:nvPr/>
        </p:nvSpPr>
        <p:spPr>
          <a:xfrm>
            <a:off x="831647" y="442763"/>
            <a:ext cx="9785018" cy="8662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To ensure a comprehensive </a:t>
            </a:r>
            <a:r>
              <a:rPr lang="en-SG" sz="1400" noProof="0" dirty="0" err="1"/>
              <a:t>defense</a:t>
            </a:r>
            <a:r>
              <a:rPr lang="en-SG" sz="1400" noProof="0" dirty="0"/>
              <a:t>, traditional security tools must remain the foundation of the stack, with agentic and AI-specific scans acting as a critical new layer to address the non-deterministic threats—highlighted by recent vulnerabilities like CVE-2026-26030 and CVE-2026-28277—that traditional scanners are not designed to detect.</a:t>
            </a:r>
          </a:p>
        </p:txBody>
      </p:sp>
      <p:sp>
        <p:nvSpPr>
          <p:cNvPr id="6" name="Footer Placeholder 3">
            <a:extLst>
              <a:ext uri="{FF2B5EF4-FFF2-40B4-BE49-F238E27FC236}">
                <a16:creationId xmlns:a16="http://schemas.microsoft.com/office/drawing/2014/main" id="{EE1DFBDE-2D88-8B43-4E51-2895EE675F63}"/>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8" name="TextBox 7">
            <a:extLst>
              <a:ext uri="{FF2B5EF4-FFF2-40B4-BE49-F238E27FC236}">
                <a16:creationId xmlns:a16="http://schemas.microsoft.com/office/drawing/2014/main" id="{79AF0161-1F79-6EC7-70EE-9FBE19C80746}"/>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a:t>
            </a:r>
          </a:p>
        </p:txBody>
      </p:sp>
      <p:pic>
        <p:nvPicPr>
          <p:cNvPr id="9" name="Picture 8" descr="Confirm Generic Blue icon | Freepik">
            <a:extLst>
              <a:ext uri="{FF2B5EF4-FFF2-40B4-BE49-F238E27FC236}">
                <a16:creationId xmlns:a16="http://schemas.microsoft.com/office/drawing/2014/main" id="{39238DF7-CF67-C39D-FF7B-5B6A513A5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130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1DBA3-8772-6526-5836-43CC06F38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B86E9-DEB5-7847-ECF3-BE319CCF1E05}"/>
              </a:ext>
            </a:extLst>
          </p:cNvPr>
          <p:cNvSpPr>
            <a:spLocks noGrp="1"/>
          </p:cNvSpPr>
          <p:nvPr>
            <p:ph type="title"/>
          </p:nvPr>
        </p:nvSpPr>
        <p:spPr>
          <a:xfrm>
            <a:off x="838200" y="517769"/>
            <a:ext cx="10515600" cy="425507"/>
          </a:xfrm>
        </p:spPr>
        <p:txBody>
          <a:bodyPr>
            <a:normAutofit/>
          </a:bodyPr>
          <a:lstStyle/>
          <a:p>
            <a:r>
              <a:rPr lang="en-SG" sz="2000" noProof="0" dirty="0"/>
              <a:t>Anomaly Detection (Near Real-Time/Real-Time)</a:t>
            </a:r>
          </a:p>
        </p:txBody>
      </p:sp>
      <p:sp>
        <p:nvSpPr>
          <p:cNvPr id="4" name="Slide Number Placeholder 3">
            <a:extLst>
              <a:ext uri="{FF2B5EF4-FFF2-40B4-BE49-F238E27FC236}">
                <a16:creationId xmlns:a16="http://schemas.microsoft.com/office/drawing/2014/main" id="{58CF08CE-584D-88F6-2ED8-60580F874ABA}"/>
              </a:ext>
            </a:extLst>
          </p:cNvPr>
          <p:cNvSpPr>
            <a:spLocks noGrp="1"/>
          </p:cNvSpPr>
          <p:nvPr>
            <p:ph type="sldNum" sz="quarter" idx="12"/>
          </p:nvPr>
        </p:nvSpPr>
        <p:spPr/>
        <p:txBody>
          <a:bodyPr/>
          <a:lstStyle/>
          <a:p>
            <a:fld id="{5DF5AE18-F94A-B54C-9347-4CAFB5D76058}" type="slidenum">
              <a:rPr lang="en-SG" noProof="0" smtClean="0"/>
              <a:pPr/>
              <a:t>34</a:t>
            </a:fld>
            <a:endParaRPr lang="en-SG" noProof="0" dirty="0"/>
          </a:p>
        </p:txBody>
      </p:sp>
      <p:sp>
        <p:nvSpPr>
          <p:cNvPr id="7" name="Title 1">
            <a:extLst>
              <a:ext uri="{FF2B5EF4-FFF2-40B4-BE49-F238E27FC236}">
                <a16:creationId xmlns:a16="http://schemas.microsoft.com/office/drawing/2014/main" id="{181E6043-F0A1-B2C8-BA56-689906C26D66}"/>
              </a:ext>
            </a:extLst>
          </p:cNvPr>
          <p:cNvSpPr txBox="1">
            <a:spLocks/>
          </p:cNvSpPr>
          <p:nvPr/>
        </p:nvSpPr>
        <p:spPr>
          <a:xfrm>
            <a:off x="838199" y="1042096"/>
            <a:ext cx="10515599" cy="24614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Rough Definition: “An anomaly is any behaviour that deviates from the “known good” execution path of an Agent”.</a:t>
            </a:r>
          </a:p>
          <a:p>
            <a:endParaRPr lang="en-SG" sz="1400" noProof="0" dirty="0"/>
          </a:p>
          <a:p>
            <a:r>
              <a:rPr lang="en-SG" sz="1400" noProof="0" dirty="0"/>
              <a:t>Tool Sequencing: </a:t>
            </a:r>
          </a:p>
          <a:p>
            <a:pPr marL="342900" indent="-342900">
              <a:buFont typeface="Arial" panose="020B0604020202020204" pitchFamily="34" charset="0"/>
              <a:buChar char="•"/>
            </a:pPr>
            <a:r>
              <a:rPr lang="en-SG" sz="1400" b="0" noProof="0" dirty="0">
                <a:solidFill>
                  <a:schemeClr val="tx1"/>
                </a:solidFill>
              </a:rPr>
              <a:t>If an agent usually does Search SOP -&gt; Summarise, but suddenly does Search SOP -&gt; Delete Database (extreme example), that’s a sequence anomaly.</a:t>
            </a:r>
          </a:p>
          <a:p>
            <a:r>
              <a:rPr lang="en-SG" sz="1400" noProof="0" dirty="0"/>
              <a:t>Data Volume: </a:t>
            </a:r>
          </a:p>
          <a:p>
            <a:pPr marL="342900" indent="-342900">
              <a:buFont typeface="Arial" panose="020B0604020202020204" pitchFamily="34" charset="0"/>
              <a:buChar char="•"/>
            </a:pPr>
            <a:r>
              <a:rPr lang="en-SG" sz="1400" b="0" noProof="0" dirty="0">
                <a:solidFill>
                  <a:schemeClr val="tx1"/>
                </a:solidFill>
              </a:rPr>
              <a:t>If a tool normally returns 1KB of text, but suddenly tries to exfiltrate 50MB of data from a single query.</a:t>
            </a:r>
          </a:p>
          <a:p>
            <a:r>
              <a:rPr lang="en-SG" sz="1400" noProof="0" dirty="0"/>
              <a:t>Token Velocity: </a:t>
            </a:r>
          </a:p>
          <a:p>
            <a:pPr marL="342900" indent="-342900">
              <a:buFont typeface="Arial" panose="020B0604020202020204" pitchFamily="34" charset="0"/>
              <a:buChar char="•"/>
            </a:pPr>
            <a:r>
              <a:rPr lang="en-SG" sz="1400" b="0" noProof="0" dirty="0">
                <a:solidFill>
                  <a:schemeClr val="tx1"/>
                </a:solidFill>
              </a:rPr>
              <a:t>The agent starts calling a high-cost tool 100 times per minute when it normally doesn’t.</a:t>
            </a:r>
          </a:p>
          <a:p>
            <a:r>
              <a:rPr lang="en-SG" sz="1400" noProof="0" dirty="0"/>
              <a:t>Semantic Drift: </a:t>
            </a:r>
          </a:p>
          <a:p>
            <a:pPr marL="342900" indent="-342900">
              <a:buFont typeface="Arial" panose="020B0604020202020204" pitchFamily="34" charset="0"/>
              <a:buChar char="•"/>
            </a:pPr>
            <a:r>
              <a:rPr lang="en-SG" sz="1400" b="0" noProof="0" dirty="0">
                <a:solidFill>
                  <a:schemeClr val="tx1"/>
                </a:solidFill>
              </a:rPr>
              <a:t>We compare the original goal (Summarise this PDF) with the Agent’s current Tool Call (Change user permissions). If the math doesn’t add up (the “cosine similarity” is low), it’s a sign of an anomaly.</a:t>
            </a:r>
          </a:p>
        </p:txBody>
      </p:sp>
      <p:sp>
        <p:nvSpPr>
          <p:cNvPr id="6" name="Title 1">
            <a:extLst>
              <a:ext uri="{FF2B5EF4-FFF2-40B4-BE49-F238E27FC236}">
                <a16:creationId xmlns:a16="http://schemas.microsoft.com/office/drawing/2014/main" id="{85CB1D18-1B38-6426-ABCA-557BB1BFF719}"/>
              </a:ext>
            </a:extLst>
          </p:cNvPr>
          <p:cNvSpPr txBox="1">
            <a:spLocks/>
          </p:cNvSpPr>
          <p:nvPr/>
        </p:nvSpPr>
        <p:spPr>
          <a:xfrm>
            <a:off x="838198" y="3544665"/>
            <a:ext cx="10654366" cy="295238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We want the detection to be stringent, but not too many false positives.</a:t>
            </a:r>
          </a:p>
          <a:p>
            <a:r>
              <a:rPr lang="en-SG" sz="1400" noProof="0" dirty="0"/>
              <a:t>Confidence Scoring: Don’t just “block”, use a score. (Scores below illustrative only)</a:t>
            </a:r>
          </a:p>
          <a:p>
            <a:pPr marL="285750" indent="-285750">
              <a:buFont typeface="Arial" panose="020B0604020202020204" pitchFamily="34" charset="0"/>
              <a:buChar char="•"/>
            </a:pPr>
            <a:r>
              <a:rPr lang="en-SG" sz="1400" noProof="0" dirty="0">
                <a:solidFill>
                  <a:schemeClr val="tx1"/>
                </a:solidFill>
              </a:rPr>
              <a:t>Score &lt;= 20: </a:t>
            </a:r>
            <a:r>
              <a:rPr lang="en-SG" sz="1400" b="0" noProof="0" dirty="0">
                <a:solidFill>
                  <a:schemeClr val="tx1"/>
                </a:solidFill>
              </a:rPr>
              <a:t>Just log it.</a:t>
            </a:r>
          </a:p>
          <a:p>
            <a:pPr marL="285750" indent="-285750">
              <a:buFont typeface="Arial" panose="020B0604020202020204" pitchFamily="34" charset="0"/>
              <a:buChar char="•"/>
            </a:pPr>
            <a:r>
              <a:rPr lang="en-SG" sz="1400" noProof="0" dirty="0">
                <a:solidFill>
                  <a:schemeClr val="tx1"/>
                </a:solidFill>
              </a:rPr>
              <a:t>Score 20 &lt;= x &lt;= 50: </a:t>
            </a:r>
            <a:r>
              <a:rPr lang="en-SG" sz="1400" b="0" noProof="0" dirty="0">
                <a:solidFill>
                  <a:schemeClr val="tx1"/>
                </a:solidFill>
              </a:rPr>
              <a:t>Trigger Step-up Authentication/HITL. (Ask the human: is what the Agent is trying to do okay?)</a:t>
            </a:r>
          </a:p>
          <a:p>
            <a:pPr marL="285750" indent="-285750">
              <a:buFont typeface="Arial" panose="020B0604020202020204" pitchFamily="34" charset="0"/>
              <a:buChar char="•"/>
            </a:pPr>
            <a:r>
              <a:rPr lang="en-SG" sz="1400" noProof="0" dirty="0">
                <a:solidFill>
                  <a:schemeClr val="tx1"/>
                </a:solidFill>
              </a:rPr>
              <a:t>Score &gt; 50: </a:t>
            </a:r>
            <a:r>
              <a:rPr lang="en-SG" sz="1400" b="0" noProof="0" dirty="0">
                <a:solidFill>
                  <a:schemeClr val="tx1"/>
                </a:solidFill>
              </a:rPr>
              <a:t>Kill the session. (But how?)</a:t>
            </a:r>
          </a:p>
          <a:p>
            <a:endParaRPr lang="en-SG" sz="1400" noProof="0" dirty="0"/>
          </a:p>
          <a:p>
            <a:r>
              <a:rPr lang="en-SG" sz="1400" noProof="0" dirty="0"/>
              <a:t>Potential Implementations:</a:t>
            </a:r>
          </a:p>
          <a:p>
            <a:r>
              <a:rPr lang="en-SG" sz="1400" noProof="0" dirty="0"/>
              <a:t>Use “Shadow Chains”: </a:t>
            </a:r>
          </a:p>
          <a:p>
            <a:pPr marL="285750" indent="-285750">
              <a:buFont typeface="Arial" panose="020B0604020202020204" pitchFamily="34" charset="0"/>
              <a:buChar char="•"/>
            </a:pPr>
            <a:r>
              <a:rPr lang="en-SG" sz="1400" b="0" noProof="0" dirty="0">
                <a:solidFill>
                  <a:schemeClr val="tx1"/>
                </a:solidFill>
              </a:rPr>
              <a:t>Run a smaller, cheaper LLM in the background whose only job is to look at the agent’s plan and say “Does this plan match the original intent?”, if not, flag it.</a:t>
            </a:r>
          </a:p>
          <a:p>
            <a:r>
              <a:rPr lang="en-SG" sz="1400" noProof="0" dirty="0"/>
              <a:t>Deterministic Guardrails: </a:t>
            </a:r>
          </a:p>
          <a:p>
            <a:pPr marL="285750" indent="-285750">
              <a:buFont typeface="Arial" panose="020B0604020202020204" pitchFamily="34" charset="0"/>
              <a:buChar char="•"/>
            </a:pPr>
            <a:r>
              <a:rPr lang="en-SG" sz="1400" b="0" noProof="0" dirty="0">
                <a:solidFill>
                  <a:schemeClr val="tx1"/>
                </a:solidFill>
              </a:rPr>
              <a:t>Use code to check bounds. If an agent tries to access </a:t>
            </a:r>
            <a:r>
              <a:rPr lang="en-SG" sz="1400" b="0" noProof="0" dirty="0" err="1">
                <a:solidFill>
                  <a:schemeClr val="tx1"/>
                </a:solidFill>
              </a:rPr>
              <a:t>user_id</a:t>
            </a:r>
            <a:r>
              <a:rPr lang="en-SG" sz="1400" b="0" noProof="0" dirty="0">
                <a:solidFill>
                  <a:schemeClr val="tx1"/>
                </a:solidFill>
              </a:rPr>
              <a:t> 99 but the session belongs to </a:t>
            </a:r>
            <a:r>
              <a:rPr lang="en-SG" sz="1400" b="0" noProof="0" dirty="0" err="1">
                <a:solidFill>
                  <a:schemeClr val="tx1"/>
                </a:solidFill>
              </a:rPr>
              <a:t>user_id</a:t>
            </a:r>
            <a:r>
              <a:rPr lang="en-SG" sz="1400" b="0" noProof="0" dirty="0">
                <a:solidFill>
                  <a:schemeClr val="tx1"/>
                </a:solidFill>
              </a:rPr>
              <a:t> 42, very high chance that is an accurate detection and not a false positive.</a:t>
            </a:r>
          </a:p>
          <a:p>
            <a:r>
              <a:rPr lang="en-SG" sz="1400" noProof="0" dirty="0"/>
              <a:t>Semantic Similarity Comparison: </a:t>
            </a:r>
          </a:p>
          <a:p>
            <a:pPr marL="285750" indent="-285750">
              <a:buFont typeface="Arial" panose="020B0604020202020204" pitchFamily="34" charset="0"/>
              <a:buChar char="•"/>
            </a:pPr>
            <a:r>
              <a:rPr lang="en-SG" sz="1400" b="0" noProof="0" dirty="0">
                <a:solidFill>
                  <a:schemeClr val="tx1"/>
                </a:solidFill>
              </a:rPr>
              <a:t>Use vector search to compare the Agent’s action to baseline or historical behaviour based on intent. If it drifts significantly, flag it.</a:t>
            </a:r>
          </a:p>
        </p:txBody>
      </p:sp>
      <p:sp>
        <p:nvSpPr>
          <p:cNvPr id="8" name="Footer Placeholder 3">
            <a:extLst>
              <a:ext uri="{FF2B5EF4-FFF2-40B4-BE49-F238E27FC236}">
                <a16:creationId xmlns:a16="http://schemas.microsoft.com/office/drawing/2014/main" id="{CACDAFC0-C8DA-5050-0401-0FAB336A6327}"/>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9" name="TextBox 8">
            <a:extLst>
              <a:ext uri="{FF2B5EF4-FFF2-40B4-BE49-F238E27FC236}">
                <a16:creationId xmlns:a16="http://schemas.microsoft.com/office/drawing/2014/main" id="{75EEBE33-AD74-B6A9-A1B9-6532D13EFA86}"/>
              </a:ext>
            </a:extLst>
          </p:cNvPr>
          <p:cNvSpPr txBox="1"/>
          <p:nvPr/>
        </p:nvSpPr>
        <p:spPr>
          <a:xfrm>
            <a:off x="6772445" y="112042"/>
            <a:ext cx="4392000"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 –</a:t>
            </a:r>
            <a:r>
              <a:rPr lang="en-SG" sz="1600" b="1" noProof="0" dirty="0">
                <a:solidFill>
                  <a:srgbClr val="005AAB"/>
                </a:solidFill>
              </a:rPr>
              <a:t> Deferred to Operations Session</a:t>
            </a:r>
            <a:endParaRPr lang="en-SG" sz="1600" b="1" i="0" noProof="0" dirty="0">
              <a:solidFill>
                <a:srgbClr val="005AAB"/>
              </a:solidFill>
              <a:effectLst/>
            </a:endParaRPr>
          </a:p>
        </p:txBody>
      </p:sp>
      <p:pic>
        <p:nvPicPr>
          <p:cNvPr id="10" name="Picture 9" descr="Confirm Generic Blue icon | Freepik">
            <a:extLst>
              <a:ext uri="{FF2B5EF4-FFF2-40B4-BE49-F238E27FC236}">
                <a16:creationId xmlns:a16="http://schemas.microsoft.com/office/drawing/2014/main" id="{CA57D8CD-ACD0-C636-0845-EA8A69726E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6938" y="59266"/>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716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8F934-5705-8F53-359F-420B7C5C2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B9A98-75D7-5259-AA7B-5144F825ABFA}"/>
              </a:ext>
            </a:extLst>
          </p:cNvPr>
          <p:cNvSpPr>
            <a:spLocks noGrp="1"/>
          </p:cNvSpPr>
          <p:nvPr>
            <p:ph type="title"/>
          </p:nvPr>
        </p:nvSpPr>
        <p:spPr>
          <a:xfrm>
            <a:off x="838200" y="284233"/>
            <a:ext cx="10515600" cy="425507"/>
          </a:xfrm>
        </p:spPr>
        <p:txBody>
          <a:bodyPr>
            <a:normAutofit/>
          </a:bodyPr>
          <a:lstStyle/>
          <a:p>
            <a:r>
              <a:rPr lang="en-SG" sz="2000" noProof="0" dirty="0"/>
              <a:t>Request Structure to be Sent from AO to AIGP</a:t>
            </a:r>
          </a:p>
        </p:txBody>
      </p:sp>
      <p:sp>
        <p:nvSpPr>
          <p:cNvPr id="4" name="Slide Number Placeholder 3">
            <a:extLst>
              <a:ext uri="{FF2B5EF4-FFF2-40B4-BE49-F238E27FC236}">
                <a16:creationId xmlns:a16="http://schemas.microsoft.com/office/drawing/2014/main" id="{D7D0842B-9029-B393-472B-3A163611FA95}"/>
              </a:ext>
            </a:extLst>
          </p:cNvPr>
          <p:cNvSpPr>
            <a:spLocks noGrp="1"/>
          </p:cNvSpPr>
          <p:nvPr>
            <p:ph type="sldNum" sz="quarter" idx="12"/>
          </p:nvPr>
        </p:nvSpPr>
        <p:spPr/>
        <p:txBody>
          <a:bodyPr/>
          <a:lstStyle/>
          <a:p>
            <a:fld id="{5DF5AE18-F94A-B54C-9347-4CAFB5D76058}" type="slidenum">
              <a:rPr lang="en-SG" noProof="0" smtClean="0"/>
              <a:pPr/>
              <a:t>35</a:t>
            </a:fld>
            <a:endParaRPr lang="en-SG" noProof="0" dirty="0"/>
          </a:p>
        </p:txBody>
      </p:sp>
      <p:sp>
        <p:nvSpPr>
          <p:cNvPr id="3" name="TextBox 2">
            <a:extLst>
              <a:ext uri="{FF2B5EF4-FFF2-40B4-BE49-F238E27FC236}">
                <a16:creationId xmlns:a16="http://schemas.microsoft.com/office/drawing/2014/main" id="{2B473461-FC26-EDF5-FD07-C434EBFF2640}"/>
              </a:ext>
            </a:extLst>
          </p:cNvPr>
          <p:cNvSpPr txBox="1"/>
          <p:nvPr/>
        </p:nvSpPr>
        <p:spPr>
          <a:xfrm>
            <a:off x="838200" y="3032363"/>
            <a:ext cx="7472500" cy="3323987"/>
          </a:xfrm>
          <a:prstGeom prst="rect">
            <a:avLst/>
          </a:prstGeom>
          <a:noFill/>
        </p:spPr>
        <p:txBody>
          <a:bodyPr wrap="square">
            <a:spAutoFit/>
          </a:bodyPr>
          <a:lstStyle/>
          <a:p>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“context”: {</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workflowid</a:t>
            </a:r>
            <a:r>
              <a:rPr lang="en-SG" sz="1400" noProof="0" dirty="0">
                <a:latin typeface="Source Sans Pro" panose="020B0503030403020204" pitchFamily="34" charset="0"/>
                <a:ea typeface="Source Sans Pro" panose="020B0503030403020204" pitchFamily="34" charset="0"/>
              </a:rPr>
              <a:t>“: “tax-email-proc-123”,</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agentId</a:t>
            </a:r>
            <a:r>
              <a:rPr lang="en-SG" sz="1400" noProof="0" dirty="0">
                <a:latin typeface="Source Sans Pro" panose="020B0503030403020204" pitchFamily="34" charset="0"/>
                <a:ea typeface="Source Sans Pro" panose="020B0503030403020204" pitchFamily="34" charset="0"/>
              </a:rPr>
              <a:t>”: “agent-orchestrator-99”,</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callerAgent</a:t>
            </a:r>
            <a:r>
              <a:rPr lang="en-SG" sz="1400" noProof="0" dirty="0">
                <a:latin typeface="Source Sans Pro" panose="020B0503030403020204" pitchFamily="34" charset="0"/>
                <a:ea typeface="Source Sans Pro" panose="020B0503030403020204" pitchFamily="34" charset="0"/>
              </a:rPr>
              <a:t>”: “tax-parser-agent”,</a:t>
            </a:r>
          </a:p>
          <a:p>
            <a:r>
              <a:rPr lang="en-SG" sz="1400" noProof="0" dirty="0">
                <a:latin typeface="Source Sans Pro" panose="020B0503030403020204" pitchFamily="34" charset="0"/>
                <a:ea typeface="Source Sans Pro" panose="020B0503030403020204" pitchFamily="34" charset="0"/>
              </a:rPr>
              <a:t>	“taxpayer”: “tp-001”</a:t>
            </a:r>
          </a:p>
          <a:p>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“action”: {</a:t>
            </a:r>
          </a:p>
          <a:p>
            <a:r>
              <a:rPr lang="en-SG" sz="1400" noProof="0" dirty="0">
                <a:latin typeface="Source Sans Pro" panose="020B0503030403020204" pitchFamily="34" charset="0"/>
                <a:ea typeface="Source Sans Pro" panose="020B0503030403020204" pitchFamily="34" charset="0"/>
              </a:rPr>
              <a:t>	“sop”: “send_letter_404”,</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toolName</a:t>
            </a:r>
            <a:r>
              <a:rPr lang="en-SG" sz="1400" noProof="0" dirty="0">
                <a:latin typeface="Source Sans Pro" panose="020B0503030403020204" pitchFamily="34" charset="0"/>
                <a:ea typeface="Source Sans Pro" panose="020B0503030403020204" pitchFamily="34" charset="0"/>
              </a:rPr>
              <a:t>”: “mailer”,</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toolParams</a:t>
            </a:r>
            <a:r>
              <a:rPr lang="en-SG" sz="1400" noProof="0" dirty="0">
                <a:latin typeface="Source Sans Pro" panose="020B0503030403020204" pitchFamily="34" charset="0"/>
                <a:ea typeface="Source Sans Pro" panose="020B0503030403020204" pitchFamily="34" charset="0"/>
              </a:rPr>
              <a:t>”: { “</a:t>
            </a:r>
            <a:r>
              <a:rPr lang="en-SG" sz="1400" noProof="0" dirty="0" err="1">
                <a:latin typeface="Source Sans Pro" panose="020B0503030403020204" pitchFamily="34" charset="0"/>
                <a:ea typeface="Source Sans Pro" panose="020B0503030403020204" pitchFamily="34" charset="0"/>
              </a:rPr>
              <a:t>abc</a:t>
            </a:r>
            <a:r>
              <a:rPr lang="en-SG" sz="1400" noProof="0" dirty="0">
                <a:latin typeface="Source Sans Pro" panose="020B0503030403020204" pitchFamily="34" charset="0"/>
                <a:ea typeface="Source Sans Pro" panose="020B0503030403020204" pitchFamily="34" charset="0"/>
              </a:rPr>
              <a:t>”: 123, …}</a:t>
            </a:r>
          </a:p>
          <a:p>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“security”: {</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hitlrequired</a:t>
            </a:r>
            <a:r>
              <a:rPr lang="en-SG" sz="1400" noProof="0" dirty="0">
                <a:latin typeface="Source Sans Pro" panose="020B0503030403020204" pitchFamily="34" charset="0"/>
                <a:ea typeface="Source Sans Pro" panose="020B0503030403020204" pitchFamily="34" charset="0"/>
              </a:rPr>
              <a:t>”: false</a:t>
            </a:r>
          </a:p>
          <a:p>
            <a:r>
              <a:rPr lang="en-SG" sz="1400" noProof="0" dirty="0">
                <a:latin typeface="Source Sans Pro" panose="020B0503030403020204" pitchFamily="34" charset="0"/>
                <a:ea typeface="Source Sans Pro" panose="020B0503030403020204" pitchFamily="34" charset="0"/>
              </a:rPr>
              <a:t>}</a:t>
            </a:r>
          </a:p>
        </p:txBody>
      </p:sp>
      <p:sp>
        <p:nvSpPr>
          <p:cNvPr id="5" name="Footer Placeholder 3">
            <a:extLst>
              <a:ext uri="{FF2B5EF4-FFF2-40B4-BE49-F238E27FC236}">
                <a16:creationId xmlns:a16="http://schemas.microsoft.com/office/drawing/2014/main" id="{453CACF3-3A67-0B8D-D951-50618ED13EF6}"/>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B1EAEC3A-1EA9-03F2-B0FE-B8CE33F36665}"/>
              </a:ext>
            </a:extLst>
          </p:cNvPr>
          <p:cNvSpPr txBox="1"/>
          <p:nvPr/>
        </p:nvSpPr>
        <p:spPr>
          <a:xfrm>
            <a:off x="1282302" y="1156438"/>
            <a:ext cx="7655957"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accent2"/>
                </a:solidFill>
                <a:effectLst/>
              </a:rPr>
              <a:t>For Inputs (If any) –</a:t>
            </a:r>
            <a:r>
              <a:rPr lang="en-SG" sz="1600" b="1" noProof="0" dirty="0">
                <a:solidFill>
                  <a:schemeClr val="accent2"/>
                </a:solidFill>
              </a:rPr>
              <a:t> Can further discuss during App &amp; Data Session</a:t>
            </a:r>
            <a:endParaRPr lang="en-SG" sz="1600" b="1" i="0" noProof="0" dirty="0">
              <a:solidFill>
                <a:schemeClr val="accent2"/>
              </a:solidFill>
              <a:effectLst/>
            </a:endParaRPr>
          </a:p>
        </p:txBody>
      </p:sp>
      <p:pic>
        <p:nvPicPr>
          <p:cNvPr id="7" name="Picture 16" descr="Question mark - Free ui icons">
            <a:extLst>
              <a:ext uri="{FF2B5EF4-FFF2-40B4-BE49-F238E27FC236}">
                <a16:creationId xmlns:a16="http://schemas.microsoft.com/office/drawing/2014/main" id="{F36DA3CA-8D16-97F7-6DF9-9CF424F5BB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96852"/>
            <a:ext cx="436707" cy="43670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64B2905-4D01-4ED5-4B41-D17785ECB3A6}"/>
              </a:ext>
            </a:extLst>
          </p:cNvPr>
          <p:cNvSpPr txBox="1"/>
          <p:nvPr/>
        </p:nvSpPr>
        <p:spPr>
          <a:xfrm>
            <a:off x="838200" y="1546820"/>
            <a:ext cx="11037572" cy="954107"/>
          </a:xfrm>
          <a:prstGeom prst="rect">
            <a:avLst/>
          </a:prstGeom>
          <a:noFill/>
        </p:spPr>
        <p:txBody>
          <a:bodyPr wrap="square">
            <a:spAutoFit/>
          </a:bodyPr>
          <a:lstStyle/>
          <a:p>
            <a:r>
              <a:rPr lang="en-SG" sz="1400" b="1" noProof="0" dirty="0">
                <a:solidFill>
                  <a:schemeClr val="accent2"/>
                </a:solidFill>
                <a:latin typeface="Source Sans Pro" panose="020B0503030403020204" pitchFamily="34" charset="0"/>
                <a:ea typeface="Source Sans Pro" panose="020B0503030403020204" pitchFamily="34" charset="0"/>
              </a:rPr>
              <a:t>External Participants may suggest critical information to be passed over from AO to AIGP, not just for SWEE 2.0 specifically, but some standardised specification for all applications that may go through AO in the future. Just to flash out some ideas.</a:t>
            </a:r>
          </a:p>
          <a:p>
            <a:endParaRPr lang="en-SG" sz="1400" b="1" noProof="0" dirty="0">
              <a:solidFill>
                <a:schemeClr val="accent2"/>
              </a:solidFill>
              <a:latin typeface="Source Sans Pro" panose="020B0503030403020204" pitchFamily="34" charset="0"/>
              <a:ea typeface="Source Sans Pro" panose="020B0503030403020204" pitchFamily="34" charset="0"/>
            </a:endParaRPr>
          </a:p>
          <a:p>
            <a:r>
              <a:rPr lang="en-SG" sz="1400" b="1" noProof="0" dirty="0">
                <a:solidFill>
                  <a:schemeClr val="accent2"/>
                </a:solidFill>
                <a:latin typeface="Source Sans Pro" panose="020B0503030403020204" pitchFamily="34" charset="0"/>
                <a:ea typeface="Source Sans Pro" panose="020B0503030403020204" pitchFamily="34" charset="0"/>
              </a:rPr>
              <a:t>Internally IRAS will also align the expectations and requirements between AO and AIGP to determine what is needed.</a:t>
            </a:r>
          </a:p>
        </p:txBody>
      </p:sp>
      <p:sp>
        <p:nvSpPr>
          <p:cNvPr id="9" name="Title 1">
            <a:extLst>
              <a:ext uri="{FF2B5EF4-FFF2-40B4-BE49-F238E27FC236}">
                <a16:creationId xmlns:a16="http://schemas.microsoft.com/office/drawing/2014/main" id="{65853B9E-966F-0D6A-6287-1B67AF180D32}"/>
              </a:ext>
            </a:extLst>
          </p:cNvPr>
          <p:cNvSpPr txBox="1">
            <a:spLocks/>
          </p:cNvSpPr>
          <p:nvPr/>
        </p:nvSpPr>
        <p:spPr>
          <a:xfrm>
            <a:off x="838200" y="2637452"/>
            <a:ext cx="2007870" cy="3949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2000" noProof="0" dirty="0"/>
              <a:t>For Example</a:t>
            </a:r>
          </a:p>
        </p:txBody>
      </p:sp>
    </p:spTree>
    <p:extLst>
      <p:ext uri="{BB962C8B-B14F-4D97-AF65-F5344CB8AC3E}">
        <p14:creationId xmlns:p14="http://schemas.microsoft.com/office/powerpoint/2010/main" val="3617017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CCEDD9-0737-5710-2D1B-ED90C7EE6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85F1F-B478-5828-16B2-DC3962973537}"/>
              </a:ext>
            </a:extLst>
          </p:cNvPr>
          <p:cNvSpPr>
            <a:spLocks noGrp="1"/>
          </p:cNvSpPr>
          <p:nvPr>
            <p:ph type="title"/>
          </p:nvPr>
        </p:nvSpPr>
        <p:spPr>
          <a:xfrm>
            <a:off x="838200" y="517769"/>
            <a:ext cx="10515600" cy="425507"/>
          </a:xfrm>
        </p:spPr>
        <p:txBody>
          <a:bodyPr>
            <a:normAutofit/>
          </a:bodyPr>
          <a:lstStyle/>
          <a:p>
            <a:r>
              <a:rPr lang="en-SG" sz="2000" noProof="0" dirty="0"/>
              <a:t>Token Exchange – Execution Phase – Asynchronous Calls</a:t>
            </a:r>
          </a:p>
        </p:txBody>
      </p:sp>
      <p:sp>
        <p:nvSpPr>
          <p:cNvPr id="4" name="Slide Number Placeholder 3">
            <a:extLst>
              <a:ext uri="{FF2B5EF4-FFF2-40B4-BE49-F238E27FC236}">
                <a16:creationId xmlns:a16="http://schemas.microsoft.com/office/drawing/2014/main" id="{E40FE8F0-2D9C-E23E-8613-AA16D4E6BB24}"/>
              </a:ext>
            </a:extLst>
          </p:cNvPr>
          <p:cNvSpPr>
            <a:spLocks noGrp="1"/>
          </p:cNvSpPr>
          <p:nvPr>
            <p:ph type="sldNum" sz="quarter" idx="12"/>
          </p:nvPr>
        </p:nvSpPr>
        <p:spPr/>
        <p:txBody>
          <a:bodyPr/>
          <a:lstStyle/>
          <a:p>
            <a:fld id="{5DF5AE18-F94A-B54C-9347-4CAFB5D76058}" type="slidenum">
              <a:rPr lang="en-SG" noProof="0" smtClean="0"/>
              <a:pPr/>
              <a:t>36</a:t>
            </a:fld>
            <a:endParaRPr lang="en-SG" noProof="0" dirty="0"/>
          </a:p>
        </p:txBody>
      </p:sp>
      <p:sp>
        <p:nvSpPr>
          <p:cNvPr id="7" name="Title 1">
            <a:extLst>
              <a:ext uri="{FF2B5EF4-FFF2-40B4-BE49-F238E27FC236}">
                <a16:creationId xmlns:a16="http://schemas.microsoft.com/office/drawing/2014/main" id="{E07F2336-3C50-0A41-AEE0-23632A223868}"/>
              </a:ext>
            </a:extLst>
          </p:cNvPr>
          <p:cNvSpPr txBox="1">
            <a:spLocks/>
          </p:cNvSpPr>
          <p:nvPr/>
        </p:nvSpPr>
        <p:spPr>
          <a:xfrm>
            <a:off x="838200" y="1042097"/>
            <a:ext cx="10074018" cy="2022836"/>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2000" noProof="0" dirty="0"/>
              <a:t>Some tool calls may be asynchronous; AO will Fire-and-Forget, Agents will not sit idle waiting for the tool call to return a response. </a:t>
            </a:r>
          </a:p>
          <a:p>
            <a:r>
              <a:rPr lang="en-SG" sz="2000" noProof="0" dirty="0"/>
              <a:t>Rather the orchestrator/workflow manager will checkpoint the state, stop the current workflow and release the Agent to process other tasks.</a:t>
            </a:r>
          </a:p>
          <a:p>
            <a:r>
              <a:rPr lang="en-SG" sz="2000" noProof="0" dirty="0"/>
              <a:t>When a response is returned at a later time, the  Orchestrator will resume from the checkpointed state.</a:t>
            </a:r>
          </a:p>
          <a:p>
            <a:endParaRPr lang="en-SG" sz="2000" noProof="0" dirty="0"/>
          </a:p>
          <a:p>
            <a:r>
              <a:rPr lang="en-SG" sz="2000" noProof="0" dirty="0"/>
              <a:t>Exact details will be discussed in the Platform &amp; Infra or App &amp; Data topic.</a:t>
            </a:r>
          </a:p>
          <a:p>
            <a:endParaRPr lang="en-SG" sz="2000" noProof="0" dirty="0"/>
          </a:p>
          <a:p>
            <a:r>
              <a:rPr lang="en-SG" sz="2000" noProof="0" dirty="0"/>
              <a:t>Security design and considerations remains unchanged.</a:t>
            </a:r>
          </a:p>
        </p:txBody>
      </p:sp>
    </p:spTree>
    <p:extLst>
      <p:ext uri="{BB962C8B-B14F-4D97-AF65-F5344CB8AC3E}">
        <p14:creationId xmlns:p14="http://schemas.microsoft.com/office/powerpoint/2010/main" val="3395907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1736B1-399C-8F00-41FE-5B7A46509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100A4-BBB0-F02A-C343-29E53D6C6985}"/>
              </a:ext>
            </a:extLst>
          </p:cNvPr>
          <p:cNvSpPr>
            <a:spLocks noGrp="1"/>
          </p:cNvSpPr>
          <p:nvPr>
            <p:ph type="title"/>
          </p:nvPr>
        </p:nvSpPr>
        <p:spPr>
          <a:xfrm>
            <a:off x="838200" y="517769"/>
            <a:ext cx="10515600" cy="425507"/>
          </a:xfrm>
        </p:spPr>
        <p:txBody>
          <a:bodyPr>
            <a:normAutofit/>
          </a:bodyPr>
          <a:lstStyle/>
          <a:p>
            <a:r>
              <a:rPr lang="en-SG" sz="2000" noProof="0" dirty="0"/>
              <a:t>AO Message Broker – General Security Measure</a:t>
            </a:r>
          </a:p>
        </p:txBody>
      </p:sp>
      <p:sp>
        <p:nvSpPr>
          <p:cNvPr id="4" name="Slide Number Placeholder 3">
            <a:extLst>
              <a:ext uri="{FF2B5EF4-FFF2-40B4-BE49-F238E27FC236}">
                <a16:creationId xmlns:a16="http://schemas.microsoft.com/office/drawing/2014/main" id="{200EC013-E1EC-6A89-0961-020EA16FA067}"/>
              </a:ext>
            </a:extLst>
          </p:cNvPr>
          <p:cNvSpPr>
            <a:spLocks noGrp="1"/>
          </p:cNvSpPr>
          <p:nvPr>
            <p:ph type="sldNum" sz="quarter" idx="12"/>
          </p:nvPr>
        </p:nvSpPr>
        <p:spPr/>
        <p:txBody>
          <a:bodyPr/>
          <a:lstStyle/>
          <a:p>
            <a:fld id="{5DF5AE18-F94A-B54C-9347-4CAFB5D76058}" type="slidenum">
              <a:rPr lang="en-SG" noProof="0" smtClean="0"/>
              <a:pPr/>
              <a:t>37</a:t>
            </a:fld>
            <a:endParaRPr lang="en-SG" noProof="0" dirty="0"/>
          </a:p>
        </p:txBody>
      </p:sp>
      <p:sp>
        <p:nvSpPr>
          <p:cNvPr id="7" name="Title 1">
            <a:extLst>
              <a:ext uri="{FF2B5EF4-FFF2-40B4-BE49-F238E27FC236}">
                <a16:creationId xmlns:a16="http://schemas.microsoft.com/office/drawing/2014/main" id="{6A8DDA0C-A044-A307-C4EE-39B81571D12D}"/>
              </a:ext>
            </a:extLst>
          </p:cNvPr>
          <p:cNvSpPr txBox="1">
            <a:spLocks/>
          </p:cNvSpPr>
          <p:nvPr/>
        </p:nvSpPr>
        <p:spPr>
          <a:xfrm>
            <a:off x="838200" y="888190"/>
            <a:ext cx="10387988" cy="14218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To cater for tool calls that are asynchronous by nature, where AO would Fire-and-Forget, and the target system would return the response only when done, there would be a need for a message broker within AO (tentative assumption).</a:t>
            </a:r>
          </a:p>
          <a:p>
            <a:endParaRPr lang="en-SG" sz="1600" noProof="0" dirty="0"/>
          </a:p>
          <a:p>
            <a:r>
              <a:rPr lang="en-SG" sz="1600" noProof="0" dirty="0"/>
              <a:t>General Security Measure to be taken:</a:t>
            </a:r>
          </a:p>
        </p:txBody>
      </p:sp>
      <p:sp>
        <p:nvSpPr>
          <p:cNvPr id="5" name="Title 1">
            <a:extLst>
              <a:ext uri="{FF2B5EF4-FFF2-40B4-BE49-F238E27FC236}">
                <a16:creationId xmlns:a16="http://schemas.microsoft.com/office/drawing/2014/main" id="{3C5F6F0B-66C1-1398-FF27-03057C54F3BF}"/>
              </a:ext>
            </a:extLst>
          </p:cNvPr>
          <p:cNvSpPr txBox="1">
            <a:spLocks/>
          </p:cNvSpPr>
          <p:nvPr/>
        </p:nvSpPr>
        <p:spPr>
          <a:xfrm>
            <a:off x="838200" y="2310008"/>
            <a:ext cx="10387988" cy="1952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342900" indent="-342900">
              <a:buAutoNum type="arabicPeriod"/>
            </a:pPr>
            <a:r>
              <a:rPr lang="en-SG" sz="1600" noProof="0" dirty="0"/>
              <a:t>Use Managed Identities over SAS</a:t>
            </a:r>
          </a:p>
          <a:p>
            <a:pPr marL="342900" indent="-342900">
              <a:buAutoNum type="arabicPeriod"/>
            </a:pPr>
            <a:r>
              <a:rPr lang="en-SG" sz="1600" noProof="0" dirty="0"/>
              <a:t>Encryption for data at rest and in-transit: By default, it would be using Microsoft managed keys. For higher compliance, we could use Customer-Managed Keys (via Azure Key Vault)</a:t>
            </a:r>
          </a:p>
          <a:p>
            <a:pPr marL="342900" indent="-342900">
              <a:buAutoNum type="arabicPeriod"/>
            </a:pPr>
            <a:r>
              <a:rPr lang="en-SG" sz="1600" noProof="0" dirty="0"/>
              <a:t>Enable AMPQ over TLS, 1.2 or higher.</a:t>
            </a:r>
          </a:p>
          <a:p>
            <a:pPr marL="342900" indent="-342900">
              <a:buAutoNum type="arabicPeriod"/>
            </a:pPr>
            <a:r>
              <a:rPr lang="en-SG" sz="1600" noProof="0" dirty="0"/>
              <a:t>Duplicate Detection</a:t>
            </a:r>
          </a:p>
          <a:p>
            <a:pPr marL="342900" indent="-342900">
              <a:buAutoNum type="arabicPeriod"/>
            </a:pPr>
            <a:r>
              <a:rPr lang="en-SG" sz="1600" noProof="0" dirty="0"/>
              <a:t>Dead-Letter Queue (DLQ)</a:t>
            </a:r>
          </a:p>
          <a:p>
            <a:pPr marL="342900" indent="-342900">
              <a:buAutoNum type="arabicPeriod"/>
            </a:pPr>
            <a:r>
              <a:rPr lang="en-SG" sz="1600" noProof="0" dirty="0" err="1"/>
              <a:t>PeekLock</a:t>
            </a:r>
            <a:r>
              <a:rPr lang="en-SG" sz="1600" noProof="0" dirty="0"/>
              <a:t> Mode: For Data Loss Prevention (DLP), message processing should only be considered completed after the application confirms it.</a:t>
            </a:r>
          </a:p>
        </p:txBody>
      </p:sp>
      <p:sp>
        <p:nvSpPr>
          <p:cNvPr id="3" name="TextBox 2">
            <a:extLst>
              <a:ext uri="{FF2B5EF4-FFF2-40B4-BE49-F238E27FC236}">
                <a16:creationId xmlns:a16="http://schemas.microsoft.com/office/drawing/2014/main" id="{C41F498E-FF36-267D-17EC-A0666CCF91EE}"/>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accent1">
                    <a:lumMod val="75000"/>
                  </a:schemeClr>
                </a:solidFill>
                <a:effectLst/>
              </a:rPr>
              <a:t>Everyone agrees?</a:t>
            </a:r>
          </a:p>
        </p:txBody>
      </p:sp>
      <p:sp>
        <p:nvSpPr>
          <p:cNvPr id="6" name="Rectangle 5">
            <a:extLst>
              <a:ext uri="{FF2B5EF4-FFF2-40B4-BE49-F238E27FC236}">
                <a16:creationId xmlns:a16="http://schemas.microsoft.com/office/drawing/2014/main" id="{32134607-D331-EA92-767D-BF7CE19C50AF}"/>
              </a:ext>
            </a:extLst>
          </p:cNvPr>
          <p:cNvSpPr/>
          <p:nvPr/>
        </p:nvSpPr>
        <p:spPr>
          <a:xfrm>
            <a:off x="10721672" y="189306"/>
            <a:ext cx="252000" cy="252000"/>
          </a:xfrm>
          <a:prstGeom prst="rect">
            <a:avLst/>
          </a:prstGeom>
          <a:ln>
            <a:solidFill>
              <a:srgbClr val="15608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2711183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7050A2-A7C8-0186-6CB1-6870EA8C4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6EB2C-648B-05E4-0F99-DB03829F0255}"/>
              </a:ext>
            </a:extLst>
          </p:cNvPr>
          <p:cNvSpPr>
            <a:spLocks noGrp="1"/>
          </p:cNvSpPr>
          <p:nvPr>
            <p:ph type="title"/>
          </p:nvPr>
        </p:nvSpPr>
        <p:spPr>
          <a:xfrm>
            <a:off x="838200" y="517769"/>
            <a:ext cx="10515600" cy="425507"/>
          </a:xfrm>
        </p:spPr>
        <p:txBody>
          <a:bodyPr>
            <a:normAutofit/>
          </a:bodyPr>
          <a:lstStyle/>
          <a:p>
            <a:r>
              <a:rPr lang="en-SG" sz="2000" noProof="0" dirty="0"/>
              <a:t>AO Message Broker – Multi-tenant Isolation</a:t>
            </a:r>
          </a:p>
        </p:txBody>
      </p:sp>
      <p:sp>
        <p:nvSpPr>
          <p:cNvPr id="4" name="Slide Number Placeholder 3">
            <a:extLst>
              <a:ext uri="{FF2B5EF4-FFF2-40B4-BE49-F238E27FC236}">
                <a16:creationId xmlns:a16="http://schemas.microsoft.com/office/drawing/2014/main" id="{0E753A27-2DFE-37C7-8C6C-B1A2B38E7698}"/>
              </a:ext>
            </a:extLst>
          </p:cNvPr>
          <p:cNvSpPr>
            <a:spLocks noGrp="1"/>
          </p:cNvSpPr>
          <p:nvPr>
            <p:ph type="sldNum" sz="quarter" idx="12"/>
          </p:nvPr>
        </p:nvSpPr>
        <p:spPr/>
        <p:txBody>
          <a:bodyPr/>
          <a:lstStyle/>
          <a:p>
            <a:fld id="{5DF5AE18-F94A-B54C-9347-4CAFB5D76058}" type="slidenum">
              <a:rPr lang="en-SG" noProof="0" smtClean="0"/>
              <a:pPr/>
              <a:t>38</a:t>
            </a:fld>
            <a:endParaRPr lang="en-SG" noProof="0" dirty="0"/>
          </a:p>
        </p:txBody>
      </p:sp>
      <p:sp>
        <p:nvSpPr>
          <p:cNvPr id="7" name="Title 1">
            <a:extLst>
              <a:ext uri="{FF2B5EF4-FFF2-40B4-BE49-F238E27FC236}">
                <a16:creationId xmlns:a16="http://schemas.microsoft.com/office/drawing/2014/main" id="{24F0F958-049E-D936-DA75-AC3C4019A462}"/>
              </a:ext>
            </a:extLst>
          </p:cNvPr>
          <p:cNvSpPr txBox="1">
            <a:spLocks/>
          </p:cNvSpPr>
          <p:nvPr/>
        </p:nvSpPr>
        <p:spPr>
          <a:xfrm>
            <a:off x="838200" y="771551"/>
            <a:ext cx="10387988" cy="15674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This message broker would be “shared”. Multiple applications, including SWEE 2.0, will onboard to AO’s capability.  App A should not be able to access App B’s messages.</a:t>
            </a:r>
          </a:p>
          <a:p>
            <a:endParaRPr lang="en-SG" sz="1600" noProof="0" dirty="0"/>
          </a:p>
          <a:p>
            <a:r>
              <a:rPr lang="en-SG" sz="1600" noProof="0" dirty="0"/>
              <a:t>Instead of re-provisioning a new message broker for every single app, which is not scalable, we should aim to achieve multi-tenant isolation in a shared environment.</a:t>
            </a:r>
          </a:p>
        </p:txBody>
      </p:sp>
      <p:sp>
        <p:nvSpPr>
          <p:cNvPr id="3" name="Title 1">
            <a:extLst>
              <a:ext uri="{FF2B5EF4-FFF2-40B4-BE49-F238E27FC236}">
                <a16:creationId xmlns:a16="http://schemas.microsoft.com/office/drawing/2014/main" id="{D619D1EF-5417-0620-4DAC-AC49B7812ABE}"/>
              </a:ext>
            </a:extLst>
          </p:cNvPr>
          <p:cNvSpPr txBox="1">
            <a:spLocks/>
          </p:cNvSpPr>
          <p:nvPr/>
        </p:nvSpPr>
        <p:spPr>
          <a:xfrm>
            <a:off x="838200" y="2286872"/>
            <a:ext cx="10925710" cy="365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There are different ways to achieve this:</a:t>
            </a:r>
          </a:p>
        </p:txBody>
      </p:sp>
      <p:graphicFrame>
        <p:nvGraphicFramePr>
          <p:cNvPr id="6" name="Table 5">
            <a:extLst>
              <a:ext uri="{FF2B5EF4-FFF2-40B4-BE49-F238E27FC236}">
                <a16:creationId xmlns:a16="http://schemas.microsoft.com/office/drawing/2014/main" id="{29972BC1-FF25-ECF2-A590-E0E1551FE592}"/>
              </a:ext>
            </a:extLst>
          </p:cNvPr>
          <p:cNvGraphicFramePr>
            <a:graphicFrameLocks noGrp="1"/>
          </p:cNvGraphicFramePr>
          <p:nvPr>
            <p:extLst>
              <p:ext uri="{D42A27DB-BD31-4B8C-83A1-F6EECF244321}">
                <p14:modId xmlns:p14="http://schemas.microsoft.com/office/powerpoint/2010/main" val="649791032"/>
              </p:ext>
            </p:extLst>
          </p:nvPr>
        </p:nvGraphicFramePr>
        <p:xfrm>
          <a:off x="838200" y="2697108"/>
          <a:ext cx="9918831" cy="2560434"/>
        </p:xfrm>
        <a:graphic>
          <a:graphicData uri="http://schemas.openxmlformats.org/drawingml/2006/table">
            <a:tbl>
              <a:tblPr firstRow="1" bandRow="1">
                <a:tableStyleId>{7E9639D4-E3E2-4D34-9284-5A2195B3D0D7}</a:tableStyleId>
              </a:tblPr>
              <a:tblGrid>
                <a:gridCol w="523941">
                  <a:extLst>
                    <a:ext uri="{9D8B030D-6E8A-4147-A177-3AD203B41FA5}">
                      <a16:colId xmlns:a16="http://schemas.microsoft.com/office/drawing/2014/main" val="3314179839"/>
                    </a:ext>
                  </a:extLst>
                </a:gridCol>
                <a:gridCol w="3165196">
                  <a:extLst>
                    <a:ext uri="{9D8B030D-6E8A-4147-A177-3AD203B41FA5}">
                      <a16:colId xmlns:a16="http://schemas.microsoft.com/office/drawing/2014/main" val="4023126614"/>
                    </a:ext>
                  </a:extLst>
                </a:gridCol>
                <a:gridCol w="6229694">
                  <a:extLst>
                    <a:ext uri="{9D8B030D-6E8A-4147-A177-3AD203B41FA5}">
                      <a16:colId xmlns:a16="http://schemas.microsoft.com/office/drawing/2014/main" val="3109461255"/>
                    </a:ext>
                  </a:extLst>
                </a:gridCol>
              </a:tblGrid>
              <a:tr h="301956">
                <a:tc>
                  <a:txBody>
                    <a:bodyPr/>
                    <a:lstStyle/>
                    <a:p>
                      <a:r>
                        <a:rPr lang="en-SG" sz="1400" noProof="0" dirty="0">
                          <a:latin typeface="Source Sans Pro" panose="020B0503030403020204" pitchFamily="34" charset="0"/>
                          <a:ea typeface="Source Sans Pro" panose="020B0503030403020204" pitchFamily="34" charset="0"/>
                        </a:rPr>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latin typeface="Source Sans Pro" panose="020B0503030403020204" pitchFamily="34" charset="0"/>
                          <a:ea typeface="Source Sans Pro" panose="020B0503030403020204" pitchFamily="34" charset="0"/>
                        </a:rPr>
                        <a:t>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latin typeface="Source Sans Pro" panose="020B0503030403020204" pitchFamily="34" charset="0"/>
                          <a:ea typeface="Source Sans Pro" panose="020B0503030403020204" pitchFamily="34"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178139898"/>
                  </a:ext>
                </a:extLst>
              </a:tr>
              <a:tr h="327580">
                <a:tc>
                  <a:txBody>
                    <a:bodyPr/>
                    <a:lstStyle/>
                    <a:p>
                      <a:r>
                        <a:rPr lang="en-SG" sz="1400" noProof="0" dirty="0">
                          <a:latin typeface="Source Sans Pro" panose="020B0503030403020204" pitchFamily="34" charset="0"/>
                          <a:ea typeface="Source Sans Pro" panose="020B0503030403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latin typeface="Source Sans Pro" panose="020B0503030403020204" pitchFamily="34" charset="0"/>
                          <a:ea typeface="Source Sans Pro" panose="020B0503030403020204" pitchFamily="34" charset="0"/>
                        </a:rPr>
                        <a:t>Granular RBAC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noProof="0" dirty="0">
                          <a:latin typeface="Source Sans Pro" panose="020B0503030403020204" pitchFamily="34" charset="0"/>
                          <a:ea typeface="Source Sans Pro" panose="020B0503030403020204" pitchFamily="34" charset="0"/>
                        </a:rPr>
                        <a:t>Instead of assigned roles at the Namespace level, assign directly to the specific Queue or Topic.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581606">
                <a:tc>
                  <a:txBody>
                    <a:bodyPr/>
                    <a:lstStyle/>
                    <a:p>
                      <a:r>
                        <a:rPr lang="en-SG" sz="1400" noProof="0" dirty="0">
                          <a:latin typeface="Source Sans Pro" panose="020B0503030403020204" pitchFamily="34" charset="0"/>
                          <a:ea typeface="Source Sans Pro" panose="020B0503030403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latin typeface="Source Sans Pro" panose="020B0503030403020204" pitchFamily="34" charset="0"/>
                          <a:ea typeface="Source Sans Pro" panose="020B0503030403020204" pitchFamily="34" charset="0"/>
                        </a:rPr>
                        <a:t>Subscription-Level Isolation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400" noProof="0" dirty="0">
                          <a:latin typeface="Source Sans Pro" panose="020B0503030403020204" pitchFamily="34" charset="0"/>
                          <a:ea typeface="Source Sans Pro" panose="020B0503030403020204" pitchFamily="34" charset="0"/>
                        </a:rPr>
                        <a:t>Use a Topic with multiple Subscriptions and assign RBAC roles to the individual Subscription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577934">
                <a:tc>
                  <a:txBody>
                    <a:bodyPr/>
                    <a:lstStyle/>
                    <a:p>
                      <a:r>
                        <a:rPr lang="en-SG" sz="1400" noProof="0" dirty="0">
                          <a:latin typeface="Source Sans Pro" panose="020B0503030403020204" pitchFamily="34" charset="0"/>
                          <a:ea typeface="Source Sans Pro" panose="020B0503030403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latin typeface="Source Sans Pro" panose="020B0503030403020204" pitchFamily="34" charset="0"/>
                          <a:ea typeface="Source Sans Pro" panose="020B0503030403020204" pitchFamily="34" charset="0"/>
                        </a:rPr>
                        <a:t>Namespace Segregation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noProof="0" dirty="0">
                          <a:latin typeface="Source Sans Pro" panose="020B0503030403020204" pitchFamily="34" charset="0"/>
                          <a:ea typeface="Source Sans Pro" panose="020B0503030403020204" pitchFamily="34" charset="0"/>
                        </a:rPr>
                        <a:t>Create one namespace per one application, cleanest isolation in terms of billing, throughput limits (TUs/MUs), and network rules.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651365"/>
                  </a:ext>
                </a:extLst>
              </a:tr>
              <a:tr h="577934">
                <a:tc>
                  <a:txBody>
                    <a:bodyPr/>
                    <a:lstStyle/>
                    <a:p>
                      <a:r>
                        <a:rPr lang="en-SG" sz="1400" noProof="0" dirty="0">
                          <a:latin typeface="Source Sans Pro" panose="020B0503030403020204" pitchFamily="34" charset="0"/>
                          <a:ea typeface="Source Sans Pro" panose="020B0503030403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latin typeface="Source Sans Pro" panose="020B0503030403020204" pitchFamily="34" charset="0"/>
                          <a:ea typeface="Source Sans Pro" panose="020B0503030403020204" pitchFamily="34" charset="0"/>
                        </a:rPr>
                        <a:t>Shared Access Signature (SAS) Policies (Not recommended)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noProof="0" dirty="0">
                          <a:latin typeface="Source Sans Pro" panose="020B0503030403020204" pitchFamily="34" charset="0"/>
                          <a:ea typeface="Source Sans Pro" panose="020B0503030403020204" pitchFamily="34" charset="0"/>
                        </a:rPr>
                        <a:t>Create a SAS policy inside Topic and provide that connection string to the application.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4160"/>
                  </a:ext>
                </a:extLst>
              </a:tr>
            </a:tbl>
          </a:graphicData>
        </a:graphic>
      </p:graphicFrame>
      <p:sp>
        <p:nvSpPr>
          <p:cNvPr id="5" name="TextBox 4">
            <a:extLst>
              <a:ext uri="{FF2B5EF4-FFF2-40B4-BE49-F238E27FC236}">
                <a16:creationId xmlns:a16="http://schemas.microsoft.com/office/drawing/2014/main" id="{234C9BA8-2013-6831-D8D4-E35715B01F46}"/>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rPr>
              <a:t>Everyone agrees?</a:t>
            </a:r>
          </a:p>
        </p:txBody>
      </p:sp>
      <p:sp>
        <p:nvSpPr>
          <p:cNvPr id="8" name="Rectangle 7">
            <a:extLst>
              <a:ext uri="{FF2B5EF4-FFF2-40B4-BE49-F238E27FC236}">
                <a16:creationId xmlns:a16="http://schemas.microsoft.com/office/drawing/2014/main" id="{832322D1-7FF1-E638-A33C-54AD9669207D}"/>
              </a:ext>
            </a:extLst>
          </p:cNvPr>
          <p:cNvSpPr/>
          <p:nvPr/>
        </p:nvSpPr>
        <p:spPr>
          <a:xfrm>
            <a:off x="10721672" y="189306"/>
            <a:ext cx="252000" cy="252000"/>
          </a:xfrm>
          <a:prstGeom prst="rect">
            <a:avLst/>
          </a:prstGeom>
          <a:ln>
            <a:solidFill>
              <a:srgbClr val="15608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771117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552C28-7010-A369-074B-D8F191725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54894-A46B-42A5-0871-6155F5742934}"/>
              </a:ext>
            </a:extLst>
          </p:cNvPr>
          <p:cNvSpPr>
            <a:spLocks noGrp="1"/>
          </p:cNvSpPr>
          <p:nvPr>
            <p:ph type="title"/>
          </p:nvPr>
        </p:nvSpPr>
        <p:spPr>
          <a:xfrm>
            <a:off x="838200" y="517769"/>
            <a:ext cx="10515600" cy="425507"/>
          </a:xfrm>
        </p:spPr>
        <p:txBody>
          <a:bodyPr>
            <a:normAutofit/>
          </a:bodyPr>
          <a:lstStyle/>
          <a:p>
            <a:r>
              <a:rPr lang="en-SG" sz="2000" noProof="0" dirty="0"/>
              <a:t>PII Detection – For Tokenisation/Encryption</a:t>
            </a:r>
          </a:p>
        </p:txBody>
      </p:sp>
      <p:sp>
        <p:nvSpPr>
          <p:cNvPr id="4" name="Slide Number Placeholder 3">
            <a:extLst>
              <a:ext uri="{FF2B5EF4-FFF2-40B4-BE49-F238E27FC236}">
                <a16:creationId xmlns:a16="http://schemas.microsoft.com/office/drawing/2014/main" id="{D0973CDF-FD6E-B452-0064-5C21C83BC765}"/>
              </a:ext>
            </a:extLst>
          </p:cNvPr>
          <p:cNvSpPr>
            <a:spLocks noGrp="1"/>
          </p:cNvSpPr>
          <p:nvPr>
            <p:ph type="sldNum" sz="quarter" idx="12"/>
          </p:nvPr>
        </p:nvSpPr>
        <p:spPr/>
        <p:txBody>
          <a:bodyPr/>
          <a:lstStyle/>
          <a:p>
            <a:fld id="{5DF5AE18-F94A-B54C-9347-4CAFB5D76058}" type="slidenum">
              <a:rPr lang="en-SG" noProof="0" smtClean="0"/>
              <a:pPr/>
              <a:t>39</a:t>
            </a:fld>
            <a:endParaRPr lang="en-SG" noProof="0" dirty="0"/>
          </a:p>
        </p:txBody>
      </p:sp>
      <p:sp>
        <p:nvSpPr>
          <p:cNvPr id="7" name="Title 1">
            <a:extLst>
              <a:ext uri="{FF2B5EF4-FFF2-40B4-BE49-F238E27FC236}">
                <a16:creationId xmlns:a16="http://schemas.microsoft.com/office/drawing/2014/main" id="{1933E81B-E345-E327-9C0D-FC9675EEE54D}"/>
              </a:ext>
            </a:extLst>
          </p:cNvPr>
          <p:cNvSpPr txBox="1">
            <a:spLocks/>
          </p:cNvSpPr>
          <p:nvPr/>
        </p:nvSpPr>
        <p:spPr>
          <a:xfrm>
            <a:off x="838199" y="981776"/>
            <a:ext cx="10365607" cy="2347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b="0" noProof="0" dirty="0">
                <a:solidFill>
                  <a:srgbClr val="000000"/>
                </a:solidFill>
              </a:rPr>
              <a:t>Two viable options are available for PII detection to support tokenisation and encryption:</a:t>
            </a:r>
            <a:endParaRPr lang="en-SG" sz="1400" b="0" noProof="0" dirty="0">
              <a:solidFill>
                <a:schemeClr val="tx1"/>
              </a:solidFill>
            </a:endParaRPr>
          </a:p>
          <a:p>
            <a:r>
              <a:rPr lang="en-SG" sz="1400" b="0" noProof="0" dirty="0">
                <a:solidFill>
                  <a:srgbClr val="000000"/>
                </a:solidFill>
              </a:rPr>
              <a:t>• </a:t>
            </a:r>
            <a:r>
              <a:rPr lang="en-SG" sz="1400" noProof="0" dirty="0">
                <a:solidFill>
                  <a:srgbClr val="000000"/>
                </a:solidFill>
              </a:rPr>
              <a:t>Azure</a:t>
            </a:r>
            <a:r>
              <a:rPr lang="en-SG" sz="1400" noProof="0" dirty="0">
                <a:solidFill>
                  <a:schemeClr val="tx1"/>
                </a:solidFill>
              </a:rPr>
              <a:t> AI Language – PII Detection</a:t>
            </a:r>
            <a:r>
              <a:rPr lang="en-SG" sz="1400" b="0" noProof="0" dirty="0">
                <a:solidFill>
                  <a:schemeClr val="tx1"/>
                </a:solidFill>
              </a:rPr>
              <a:t>: Can identify both standard PII and more contextual entities, including items such as medical conditions that may not be captured by conventional rules-based detection. It can also be tailored to domain-specific PII through Custom Named Entity Recognition (NER).</a:t>
            </a:r>
          </a:p>
          <a:p>
            <a:r>
              <a:rPr lang="en-SG" sz="1400" b="0" noProof="0" dirty="0">
                <a:solidFill>
                  <a:srgbClr val="000000"/>
                </a:solidFill>
              </a:rPr>
              <a:t>• </a:t>
            </a:r>
            <a:r>
              <a:rPr lang="en-SG" sz="1400" noProof="0" dirty="0">
                <a:solidFill>
                  <a:srgbClr val="000000"/>
                </a:solidFill>
              </a:rPr>
              <a:t>Cloak API</a:t>
            </a:r>
            <a:r>
              <a:rPr lang="en-SG" sz="1400" b="0" noProof="0" dirty="0">
                <a:solidFill>
                  <a:srgbClr val="000000"/>
                </a:solidFill>
              </a:rPr>
              <a:t>: Offers lower integration effort because it is already in use for SWEE 1.0, making it a practical option from an implementation perspective.</a:t>
            </a:r>
            <a:endParaRPr lang="en-SG" noProof="0" dirty="0"/>
          </a:p>
          <a:p>
            <a:r>
              <a:rPr lang="en-SG" sz="1400" b="0" noProof="0" dirty="0">
                <a:solidFill>
                  <a:schemeClr val="tx1"/>
                </a:solidFill>
              </a:rPr>
              <a:t>Recommendation on the preferred approach will be discussed with the App &amp; Data team.</a:t>
            </a:r>
          </a:p>
        </p:txBody>
      </p:sp>
      <p:sp>
        <p:nvSpPr>
          <p:cNvPr id="9" name="TextBox 8">
            <a:extLst>
              <a:ext uri="{FF2B5EF4-FFF2-40B4-BE49-F238E27FC236}">
                <a16:creationId xmlns:a16="http://schemas.microsoft.com/office/drawing/2014/main" id="{E413CA5E-5CA2-F20E-25FC-A5961DD28BCA}"/>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accent1">
                    <a:lumMod val="75000"/>
                  </a:schemeClr>
                </a:solidFill>
                <a:effectLst/>
              </a:rPr>
              <a:t>Everyone agrees?</a:t>
            </a:r>
          </a:p>
        </p:txBody>
      </p:sp>
      <p:sp>
        <p:nvSpPr>
          <p:cNvPr id="10" name="Rectangle 9">
            <a:extLst>
              <a:ext uri="{FF2B5EF4-FFF2-40B4-BE49-F238E27FC236}">
                <a16:creationId xmlns:a16="http://schemas.microsoft.com/office/drawing/2014/main" id="{A70AADA9-444B-3A8B-0AC9-6A2C1381CAB3}"/>
              </a:ext>
            </a:extLst>
          </p:cNvPr>
          <p:cNvSpPr/>
          <p:nvPr/>
        </p:nvSpPr>
        <p:spPr>
          <a:xfrm>
            <a:off x="10721672" y="189306"/>
            <a:ext cx="252000" cy="252000"/>
          </a:xfrm>
          <a:prstGeom prst="rect">
            <a:avLst/>
          </a:prstGeom>
          <a:ln>
            <a:solidFill>
              <a:srgbClr val="15608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17817252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C33596-15F2-D6BE-B390-111320A9B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0EE7A-CF9C-A477-A24B-37CEF940F914}"/>
              </a:ext>
            </a:extLst>
          </p:cNvPr>
          <p:cNvSpPr>
            <a:spLocks noGrp="1"/>
          </p:cNvSpPr>
          <p:nvPr>
            <p:ph type="title"/>
          </p:nvPr>
        </p:nvSpPr>
        <p:spPr>
          <a:xfrm>
            <a:off x="838200" y="517769"/>
            <a:ext cx="10515600" cy="425507"/>
          </a:xfrm>
        </p:spPr>
        <p:txBody>
          <a:bodyPr>
            <a:normAutofit/>
          </a:bodyPr>
          <a:lstStyle/>
          <a:p>
            <a:r>
              <a:rPr lang="en-SG" sz="2000" noProof="0" dirty="0"/>
              <a:t>Step 0: Agent – IRIN3 Access Management</a:t>
            </a:r>
          </a:p>
        </p:txBody>
      </p:sp>
      <p:sp>
        <p:nvSpPr>
          <p:cNvPr id="4" name="Slide Number Placeholder 3">
            <a:extLst>
              <a:ext uri="{FF2B5EF4-FFF2-40B4-BE49-F238E27FC236}">
                <a16:creationId xmlns:a16="http://schemas.microsoft.com/office/drawing/2014/main" id="{A6E04CB5-4C93-0C42-0A4E-C49F908B92C5}"/>
              </a:ext>
            </a:extLst>
          </p:cNvPr>
          <p:cNvSpPr>
            <a:spLocks noGrp="1"/>
          </p:cNvSpPr>
          <p:nvPr>
            <p:ph type="sldNum" sz="quarter" idx="12"/>
          </p:nvPr>
        </p:nvSpPr>
        <p:spPr/>
        <p:txBody>
          <a:bodyPr/>
          <a:lstStyle/>
          <a:p>
            <a:fld id="{5DF5AE18-F94A-B54C-9347-4CAFB5D76058}" type="slidenum">
              <a:rPr lang="en-SG" noProof="0" smtClean="0"/>
              <a:pPr/>
              <a:t>40</a:t>
            </a:fld>
            <a:endParaRPr lang="en-SG" noProof="0" dirty="0"/>
          </a:p>
        </p:txBody>
      </p:sp>
    </p:spTree>
    <p:extLst>
      <p:ext uri="{BB962C8B-B14F-4D97-AF65-F5344CB8AC3E}">
        <p14:creationId xmlns:p14="http://schemas.microsoft.com/office/powerpoint/2010/main" val="3555243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050F52-43D3-E359-F6A6-10D0EF72C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1682B-992C-BBF6-AAA9-4FD265765291}"/>
              </a:ext>
            </a:extLst>
          </p:cNvPr>
          <p:cNvSpPr>
            <a:spLocks noGrp="1"/>
          </p:cNvSpPr>
          <p:nvPr>
            <p:ph type="title"/>
          </p:nvPr>
        </p:nvSpPr>
        <p:spPr>
          <a:xfrm>
            <a:off x="667351" y="136525"/>
            <a:ext cx="10515600" cy="425507"/>
          </a:xfrm>
        </p:spPr>
        <p:txBody>
          <a:bodyPr>
            <a:normAutofit/>
          </a:bodyPr>
          <a:lstStyle/>
          <a:p>
            <a:r>
              <a:rPr lang="en-SG" sz="2000" noProof="0" dirty="0"/>
              <a:t>Step 4: Agent-Tool ABAC Policy</a:t>
            </a:r>
          </a:p>
        </p:txBody>
      </p:sp>
      <p:sp>
        <p:nvSpPr>
          <p:cNvPr id="4" name="Slide Number Placeholder 3">
            <a:extLst>
              <a:ext uri="{FF2B5EF4-FFF2-40B4-BE49-F238E27FC236}">
                <a16:creationId xmlns:a16="http://schemas.microsoft.com/office/drawing/2014/main" id="{768AB221-F2E9-7DE7-8BFC-B5FDF4BB8416}"/>
              </a:ext>
            </a:extLst>
          </p:cNvPr>
          <p:cNvSpPr>
            <a:spLocks noGrp="1"/>
          </p:cNvSpPr>
          <p:nvPr>
            <p:ph type="sldNum" sz="quarter" idx="12"/>
          </p:nvPr>
        </p:nvSpPr>
        <p:spPr/>
        <p:txBody>
          <a:bodyPr/>
          <a:lstStyle/>
          <a:p>
            <a:fld id="{5DF5AE18-F94A-B54C-9347-4CAFB5D76058}" type="slidenum">
              <a:rPr lang="en-SG" noProof="0" smtClean="0"/>
              <a:pPr/>
              <a:t>41</a:t>
            </a:fld>
            <a:endParaRPr lang="en-SG" noProof="0" dirty="0"/>
          </a:p>
        </p:txBody>
      </p:sp>
      <p:sp>
        <p:nvSpPr>
          <p:cNvPr id="9" name="TextBox 8">
            <a:extLst>
              <a:ext uri="{FF2B5EF4-FFF2-40B4-BE49-F238E27FC236}">
                <a16:creationId xmlns:a16="http://schemas.microsoft.com/office/drawing/2014/main" id="{DC2E32E2-F05E-1575-CB78-91CE6B021D61}"/>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tx2">
                    <a:lumMod val="75000"/>
                    <a:lumOff val="25000"/>
                  </a:schemeClr>
                </a:solidFill>
                <a:effectLst/>
              </a:rPr>
              <a:t>Everyone agrees?</a:t>
            </a:r>
          </a:p>
        </p:txBody>
      </p:sp>
      <p:sp>
        <p:nvSpPr>
          <p:cNvPr id="10" name="Rectangle 9">
            <a:extLst>
              <a:ext uri="{FF2B5EF4-FFF2-40B4-BE49-F238E27FC236}">
                <a16:creationId xmlns:a16="http://schemas.microsoft.com/office/drawing/2014/main" id="{F68B9A1B-14FD-2117-6B54-76A864B1DBBD}"/>
              </a:ext>
            </a:extLst>
          </p:cNvPr>
          <p:cNvSpPr/>
          <p:nvPr/>
        </p:nvSpPr>
        <p:spPr>
          <a:xfrm>
            <a:off x="10721672" y="189306"/>
            <a:ext cx="252000" cy="252000"/>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
        <p:nvSpPr>
          <p:cNvPr id="7" name="Title 1">
            <a:extLst>
              <a:ext uri="{FF2B5EF4-FFF2-40B4-BE49-F238E27FC236}">
                <a16:creationId xmlns:a16="http://schemas.microsoft.com/office/drawing/2014/main" id="{14070B2C-9AB1-4D68-F741-171DD8D62442}"/>
              </a:ext>
            </a:extLst>
          </p:cNvPr>
          <p:cNvSpPr txBox="1">
            <a:spLocks/>
          </p:cNvSpPr>
          <p:nvPr/>
        </p:nvSpPr>
        <p:spPr>
          <a:xfrm>
            <a:off x="667351" y="525515"/>
            <a:ext cx="10515600"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Illustration</a:t>
            </a:r>
          </a:p>
        </p:txBody>
      </p:sp>
      <p:sp>
        <p:nvSpPr>
          <p:cNvPr id="6" name="Rectangle 5">
            <a:extLst>
              <a:ext uri="{FF2B5EF4-FFF2-40B4-BE49-F238E27FC236}">
                <a16:creationId xmlns:a16="http://schemas.microsoft.com/office/drawing/2014/main" id="{B4F65A14-C56F-9E6B-5AA7-00046106CDB2}"/>
              </a:ext>
            </a:extLst>
          </p:cNvPr>
          <p:cNvSpPr/>
          <p:nvPr/>
        </p:nvSpPr>
        <p:spPr>
          <a:xfrm>
            <a:off x="2829737" y="2319206"/>
            <a:ext cx="2760243" cy="208916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1" name="TextBox 10">
            <a:extLst>
              <a:ext uri="{FF2B5EF4-FFF2-40B4-BE49-F238E27FC236}">
                <a16:creationId xmlns:a16="http://schemas.microsoft.com/office/drawing/2014/main" id="{2D5FE789-5D7F-5C1D-CB91-6C45D309952A}"/>
              </a:ext>
            </a:extLst>
          </p:cNvPr>
          <p:cNvSpPr txBox="1"/>
          <p:nvPr/>
        </p:nvSpPr>
        <p:spPr>
          <a:xfrm>
            <a:off x="2823915" y="2319206"/>
            <a:ext cx="893194" cy="246221"/>
          </a:xfrm>
          <a:prstGeom prst="rect">
            <a:avLst/>
          </a:prstGeom>
          <a:noFill/>
        </p:spPr>
        <p:txBody>
          <a:bodyPr wrap="none" rtlCol="0">
            <a:spAutoFit/>
          </a:bodyPr>
          <a:lstStyle/>
          <a:p>
            <a:pPr algn="ctr"/>
            <a:r>
              <a:rPr lang="en-SG" sz="1000" b="1" noProof="0" dirty="0"/>
              <a:t>AO Gateway</a:t>
            </a:r>
          </a:p>
        </p:txBody>
      </p:sp>
      <p:pic>
        <p:nvPicPr>
          <p:cNvPr id="2050" name="Picture 2" descr="Creating my first AI Agent: a journey of curiosity and growth. | Austan  Lundeen, CDMP, PCM posted on the topic | LinkedIn">
            <a:extLst>
              <a:ext uri="{FF2B5EF4-FFF2-40B4-BE49-F238E27FC236}">
                <a16:creationId xmlns:a16="http://schemas.microsoft.com/office/drawing/2014/main" id="{5C786CDF-D322-5FBF-B864-12E70ED0C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37" y="2905260"/>
            <a:ext cx="504000" cy="504000"/>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Arrow Connector 14">
            <a:extLst>
              <a:ext uri="{FF2B5EF4-FFF2-40B4-BE49-F238E27FC236}">
                <a16:creationId xmlns:a16="http://schemas.microsoft.com/office/drawing/2014/main" id="{4CBDC0F5-FEF1-7DB0-AE2F-F6C404043C01}"/>
              </a:ext>
            </a:extLst>
          </p:cNvPr>
          <p:cNvCxnSpPr>
            <a:cxnSpLocks/>
          </p:cNvCxnSpPr>
          <p:nvPr/>
        </p:nvCxnSpPr>
        <p:spPr>
          <a:xfrm flipV="1">
            <a:off x="1200569" y="3168124"/>
            <a:ext cx="2031558" cy="68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052" name="Picture 4" descr="API Management | Microsoft Azure Color">
            <a:extLst>
              <a:ext uri="{FF2B5EF4-FFF2-40B4-BE49-F238E27FC236}">
                <a16:creationId xmlns:a16="http://schemas.microsoft.com/office/drawing/2014/main" id="{534F7570-0654-471F-4BB3-867911A856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2127" y="3065500"/>
            <a:ext cx="432000" cy="4320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DAFA6B0E-D6D8-97C8-56B9-1418780ED1FA}"/>
              </a:ext>
            </a:extLst>
          </p:cNvPr>
          <p:cNvSpPr txBox="1"/>
          <p:nvPr/>
        </p:nvSpPr>
        <p:spPr>
          <a:xfrm>
            <a:off x="3125560" y="3681244"/>
            <a:ext cx="861133" cy="215444"/>
          </a:xfrm>
          <a:prstGeom prst="rect">
            <a:avLst/>
          </a:prstGeom>
          <a:noFill/>
        </p:spPr>
        <p:txBody>
          <a:bodyPr wrap="square" rtlCol="0">
            <a:spAutoFit/>
          </a:bodyPr>
          <a:lstStyle/>
          <a:p>
            <a:pPr algn="ctr"/>
            <a:r>
              <a:rPr lang="en-SG" sz="800" b="1" noProof="0" dirty="0"/>
              <a:t>Azure APIM</a:t>
            </a:r>
          </a:p>
        </p:txBody>
      </p:sp>
      <p:sp>
        <p:nvSpPr>
          <p:cNvPr id="19" name="TextBox 18">
            <a:extLst>
              <a:ext uri="{FF2B5EF4-FFF2-40B4-BE49-F238E27FC236}">
                <a16:creationId xmlns:a16="http://schemas.microsoft.com/office/drawing/2014/main" id="{EA2E0BAC-2518-B18D-3816-6BE900FF2BAC}"/>
              </a:ext>
            </a:extLst>
          </p:cNvPr>
          <p:cNvSpPr txBox="1"/>
          <p:nvPr/>
        </p:nvSpPr>
        <p:spPr>
          <a:xfrm>
            <a:off x="1189292" y="2892828"/>
            <a:ext cx="1721130" cy="215444"/>
          </a:xfrm>
          <a:prstGeom prst="rect">
            <a:avLst/>
          </a:prstGeom>
          <a:noFill/>
        </p:spPr>
        <p:txBody>
          <a:bodyPr wrap="square" rtlCol="0">
            <a:spAutoFit/>
          </a:bodyPr>
          <a:lstStyle/>
          <a:p>
            <a:r>
              <a:rPr lang="en-SG" sz="800" noProof="0" dirty="0">
                <a:solidFill>
                  <a:schemeClr val="bg2">
                    <a:lumMod val="50000"/>
                  </a:schemeClr>
                </a:solidFill>
              </a:rPr>
              <a:t>1. What tools do I have access to?</a:t>
            </a:r>
          </a:p>
        </p:txBody>
      </p:sp>
      <p:pic>
        <p:nvPicPr>
          <p:cNvPr id="2054" name="Picture 6" descr="Policy - Free security icons">
            <a:extLst>
              <a:ext uri="{FF2B5EF4-FFF2-40B4-BE49-F238E27FC236}">
                <a16:creationId xmlns:a16="http://schemas.microsoft.com/office/drawing/2014/main" id="{4DB07370-6E3D-D0B4-4E97-53DE94E2D0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378" y="872564"/>
            <a:ext cx="432000" cy="4320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D69A9A14-98D1-1BB2-2354-3198663FF42F}"/>
              </a:ext>
            </a:extLst>
          </p:cNvPr>
          <p:cNvCxnSpPr>
            <a:cxnSpLocks/>
            <a:stCxn id="2052" idx="3"/>
            <a:endCxn id="2054" idx="1"/>
          </p:cNvCxnSpPr>
          <p:nvPr/>
        </p:nvCxnSpPr>
        <p:spPr>
          <a:xfrm flipV="1">
            <a:off x="3664127" y="1088564"/>
            <a:ext cx="2576251" cy="2192936"/>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49DE52A2-01A7-1888-F9E8-64B6B96EF609}"/>
              </a:ext>
            </a:extLst>
          </p:cNvPr>
          <p:cNvSpPr txBox="1"/>
          <p:nvPr/>
        </p:nvSpPr>
        <p:spPr>
          <a:xfrm>
            <a:off x="3617138" y="2367649"/>
            <a:ext cx="1259578" cy="338554"/>
          </a:xfrm>
          <a:prstGeom prst="rect">
            <a:avLst/>
          </a:prstGeom>
          <a:noFill/>
        </p:spPr>
        <p:txBody>
          <a:bodyPr wrap="square" rtlCol="0">
            <a:spAutoFit/>
          </a:bodyPr>
          <a:lstStyle/>
          <a:p>
            <a:r>
              <a:rPr lang="en-SG" sz="800" noProof="0" dirty="0">
                <a:solidFill>
                  <a:schemeClr val="bg2">
                    <a:lumMod val="50000"/>
                  </a:schemeClr>
                </a:solidFill>
              </a:rPr>
              <a:t>2. Retrieves list of tools agent has access to</a:t>
            </a:r>
          </a:p>
        </p:txBody>
      </p:sp>
      <p:sp>
        <p:nvSpPr>
          <p:cNvPr id="24" name="TextBox 23">
            <a:extLst>
              <a:ext uri="{FF2B5EF4-FFF2-40B4-BE49-F238E27FC236}">
                <a16:creationId xmlns:a16="http://schemas.microsoft.com/office/drawing/2014/main" id="{C86015BA-235F-5FEA-08AD-4F8D3FCEB60B}"/>
              </a:ext>
            </a:extLst>
          </p:cNvPr>
          <p:cNvSpPr txBox="1"/>
          <p:nvPr/>
        </p:nvSpPr>
        <p:spPr>
          <a:xfrm>
            <a:off x="1212488" y="3174553"/>
            <a:ext cx="1764000" cy="338554"/>
          </a:xfrm>
          <a:prstGeom prst="rect">
            <a:avLst/>
          </a:prstGeom>
          <a:noFill/>
        </p:spPr>
        <p:txBody>
          <a:bodyPr wrap="square" rtlCol="0">
            <a:spAutoFit/>
          </a:bodyPr>
          <a:lstStyle/>
          <a:p>
            <a:r>
              <a:rPr lang="en-SG" sz="800" noProof="0" dirty="0">
                <a:solidFill>
                  <a:schemeClr val="bg2">
                    <a:lumMod val="50000"/>
                  </a:schemeClr>
                </a:solidFill>
              </a:rPr>
              <a:t>3. These are the tools you are allowed to  use</a:t>
            </a:r>
          </a:p>
        </p:txBody>
      </p:sp>
      <p:sp>
        <p:nvSpPr>
          <p:cNvPr id="25" name="TextBox 24">
            <a:extLst>
              <a:ext uri="{FF2B5EF4-FFF2-40B4-BE49-F238E27FC236}">
                <a16:creationId xmlns:a16="http://schemas.microsoft.com/office/drawing/2014/main" id="{46CA9CDE-8F64-D076-B488-D5DBDC4F3543}"/>
              </a:ext>
            </a:extLst>
          </p:cNvPr>
          <p:cNvSpPr txBox="1"/>
          <p:nvPr/>
        </p:nvSpPr>
        <p:spPr>
          <a:xfrm>
            <a:off x="6074203" y="1574637"/>
            <a:ext cx="1039067" cy="246221"/>
          </a:xfrm>
          <a:prstGeom prst="rect">
            <a:avLst/>
          </a:prstGeom>
          <a:noFill/>
        </p:spPr>
        <p:txBody>
          <a:bodyPr wrap="none" rtlCol="0">
            <a:spAutoFit/>
          </a:bodyPr>
          <a:lstStyle/>
          <a:p>
            <a:pPr algn="ctr"/>
            <a:r>
              <a:rPr lang="en-SG" sz="1000" b="1" noProof="0" dirty="0"/>
              <a:t>Policy Registry</a:t>
            </a:r>
          </a:p>
        </p:txBody>
      </p:sp>
      <p:sp>
        <p:nvSpPr>
          <p:cNvPr id="27" name="Rectangle 26">
            <a:extLst>
              <a:ext uri="{FF2B5EF4-FFF2-40B4-BE49-F238E27FC236}">
                <a16:creationId xmlns:a16="http://schemas.microsoft.com/office/drawing/2014/main" id="{62EC1AF9-8C18-9E04-BCED-87E76D8624D2}"/>
              </a:ext>
            </a:extLst>
          </p:cNvPr>
          <p:cNvSpPr/>
          <p:nvPr/>
        </p:nvSpPr>
        <p:spPr>
          <a:xfrm>
            <a:off x="6772377" y="3093095"/>
            <a:ext cx="1188000" cy="43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8" name="TextBox 27">
            <a:extLst>
              <a:ext uri="{FF2B5EF4-FFF2-40B4-BE49-F238E27FC236}">
                <a16:creationId xmlns:a16="http://schemas.microsoft.com/office/drawing/2014/main" id="{02C65005-C494-F1E2-4161-1C0A5223A6B3}"/>
              </a:ext>
            </a:extLst>
          </p:cNvPr>
          <p:cNvSpPr txBox="1"/>
          <p:nvPr/>
        </p:nvSpPr>
        <p:spPr>
          <a:xfrm>
            <a:off x="6837566" y="3167228"/>
            <a:ext cx="1075936" cy="261610"/>
          </a:xfrm>
          <a:prstGeom prst="rect">
            <a:avLst/>
          </a:prstGeom>
          <a:noFill/>
        </p:spPr>
        <p:txBody>
          <a:bodyPr wrap="none" rtlCol="0">
            <a:spAutoFit/>
          </a:bodyPr>
          <a:lstStyle/>
          <a:p>
            <a:pPr algn="ctr"/>
            <a:r>
              <a:rPr lang="en-SG" sz="1100" b="1" noProof="0" dirty="0"/>
              <a:t>MCP Gateway</a:t>
            </a:r>
          </a:p>
        </p:txBody>
      </p:sp>
      <p:sp>
        <p:nvSpPr>
          <p:cNvPr id="32" name="TextBox 31">
            <a:extLst>
              <a:ext uri="{FF2B5EF4-FFF2-40B4-BE49-F238E27FC236}">
                <a16:creationId xmlns:a16="http://schemas.microsoft.com/office/drawing/2014/main" id="{7AB66363-DD35-21B6-FBFA-A931DD747990}"/>
              </a:ext>
            </a:extLst>
          </p:cNvPr>
          <p:cNvSpPr txBox="1"/>
          <p:nvPr/>
        </p:nvSpPr>
        <p:spPr>
          <a:xfrm>
            <a:off x="1174424" y="3564747"/>
            <a:ext cx="1602029" cy="215444"/>
          </a:xfrm>
          <a:prstGeom prst="rect">
            <a:avLst/>
          </a:prstGeom>
          <a:noFill/>
        </p:spPr>
        <p:txBody>
          <a:bodyPr wrap="square" rtlCol="0">
            <a:spAutoFit/>
          </a:bodyPr>
          <a:lstStyle/>
          <a:p>
            <a:r>
              <a:rPr lang="en-SG" sz="800" noProof="0" dirty="0">
                <a:solidFill>
                  <a:schemeClr val="bg2">
                    <a:lumMod val="50000"/>
                  </a:schemeClr>
                </a:solidFill>
              </a:rPr>
              <a:t>4. Ok, I want to call this tool</a:t>
            </a:r>
          </a:p>
        </p:txBody>
      </p:sp>
      <p:sp>
        <p:nvSpPr>
          <p:cNvPr id="33" name="TextBox 32">
            <a:extLst>
              <a:ext uri="{FF2B5EF4-FFF2-40B4-BE49-F238E27FC236}">
                <a16:creationId xmlns:a16="http://schemas.microsoft.com/office/drawing/2014/main" id="{A219195D-1B55-EDA8-57E6-291B71F13385}"/>
              </a:ext>
            </a:extLst>
          </p:cNvPr>
          <p:cNvSpPr txBox="1"/>
          <p:nvPr/>
        </p:nvSpPr>
        <p:spPr>
          <a:xfrm>
            <a:off x="4323561" y="3065500"/>
            <a:ext cx="1355367" cy="340010"/>
          </a:xfrm>
          <a:prstGeom prst="rect">
            <a:avLst/>
          </a:prstGeom>
          <a:noFill/>
        </p:spPr>
        <p:txBody>
          <a:bodyPr wrap="square" rtlCol="0">
            <a:spAutoFit/>
          </a:bodyPr>
          <a:lstStyle/>
          <a:p>
            <a:r>
              <a:rPr lang="en-SG" sz="800" noProof="0" dirty="0">
                <a:solidFill>
                  <a:schemeClr val="bg2">
                    <a:lumMod val="50000"/>
                  </a:schemeClr>
                </a:solidFill>
              </a:rPr>
              <a:t>5. Ok, agent is allowed to use this tool</a:t>
            </a:r>
          </a:p>
        </p:txBody>
      </p:sp>
      <p:sp>
        <p:nvSpPr>
          <p:cNvPr id="34" name="TextBox 33">
            <a:extLst>
              <a:ext uri="{FF2B5EF4-FFF2-40B4-BE49-F238E27FC236}">
                <a16:creationId xmlns:a16="http://schemas.microsoft.com/office/drawing/2014/main" id="{F110130A-6A5A-B96F-3742-1DD093215AE9}"/>
              </a:ext>
            </a:extLst>
          </p:cNvPr>
          <p:cNvSpPr txBox="1"/>
          <p:nvPr/>
        </p:nvSpPr>
        <p:spPr>
          <a:xfrm>
            <a:off x="6947094" y="728157"/>
            <a:ext cx="1752403" cy="246221"/>
          </a:xfrm>
          <a:prstGeom prst="rect">
            <a:avLst/>
          </a:prstGeom>
          <a:noFill/>
        </p:spPr>
        <p:txBody>
          <a:bodyPr wrap="none" rtlCol="0">
            <a:spAutoFit/>
          </a:bodyPr>
          <a:lstStyle/>
          <a:p>
            <a:pPr algn="ctr"/>
            <a:r>
              <a:rPr lang="en-SG" sz="1000" b="1" noProof="0" dirty="0"/>
              <a:t>Policy Decision Point (PDP)</a:t>
            </a:r>
          </a:p>
        </p:txBody>
      </p:sp>
      <p:cxnSp>
        <p:nvCxnSpPr>
          <p:cNvPr id="35" name="Straight Arrow Connector 34">
            <a:extLst>
              <a:ext uri="{FF2B5EF4-FFF2-40B4-BE49-F238E27FC236}">
                <a16:creationId xmlns:a16="http://schemas.microsoft.com/office/drawing/2014/main" id="{054E4A2E-6596-9260-4ED9-1405658FC83B}"/>
              </a:ext>
            </a:extLst>
          </p:cNvPr>
          <p:cNvCxnSpPr>
            <a:cxnSpLocks/>
            <a:stCxn id="27" idx="0"/>
            <a:endCxn id="2054" idx="3"/>
          </p:cNvCxnSpPr>
          <p:nvPr/>
        </p:nvCxnSpPr>
        <p:spPr>
          <a:xfrm flipH="1" flipV="1">
            <a:off x="6672378" y="1088564"/>
            <a:ext cx="693999" cy="2004531"/>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38" name="TextBox 37">
            <a:extLst>
              <a:ext uri="{FF2B5EF4-FFF2-40B4-BE49-F238E27FC236}">
                <a16:creationId xmlns:a16="http://schemas.microsoft.com/office/drawing/2014/main" id="{0327DA7C-0625-9DC2-7698-F7F1BE343298}"/>
              </a:ext>
            </a:extLst>
          </p:cNvPr>
          <p:cNvSpPr txBox="1"/>
          <p:nvPr/>
        </p:nvSpPr>
        <p:spPr>
          <a:xfrm>
            <a:off x="7596804" y="2198372"/>
            <a:ext cx="1507033" cy="338554"/>
          </a:xfrm>
          <a:prstGeom prst="rect">
            <a:avLst/>
          </a:prstGeom>
          <a:noFill/>
        </p:spPr>
        <p:txBody>
          <a:bodyPr wrap="square" rtlCol="0">
            <a:spAutoFit/>
          </a:bodyPr>
          <a:lstStyle/>
          <a:p>
            <a:r>
              <a:rPr lang="en-SG" sz="800" noProof="0" dirty="0">
                <a:solidFill>
                  <a:schemeClr val="bg2">
                    <a:lumMod val="50000"/>
                  </a:schemeClr>
                </a:solidFill>
              </a:rPr>
              <a:t>6. Validates that agent indeed has access to the tool </a:t>
            </a:r>
          </a:p>
        </p:txBody>
      </p:sp>
      <p:sp>
        <p:nvSpPr>
          <p:cNvPr id="45" name="Rectangle 44">
            <a:extLst>
              <a:ext uri="{FF2B5EF4-FFF2-40B4-BE49-F238E27FC236}">
                <a16:creationId xmlns:a16="http://schemas.microsoft.com/office/drawing/2014/main" id="{0E0EBF4C-C35A-501F-E6B8-7C0A578478CE}"/>
              </a:ext>
            </a:extLst>
          </p:cNvPr>
          <p:cNvSpPr/>
          <p:nvPr/>
        </p:nvSpPr>
        <p:spPr>
          <a:xfrm>
            <a:off x="10575909" y="3093492"/>
            <a:ext cx="1188001" cy="4316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6" name="TextBox 45">
            <a:extLst>
              <a:ext uri="{FF2B5EF4-FFF2-40B4-BE49-F238E27FC236}">
                <a16:creationId xmlns:a16="http://schemas.microsoft.com/office/drawing/2014/main" id="{E178006E-C00E-0B24-36F7-A35974F48023}"/>
              </a:ext>
            </a:extLst>
          </p:cNvPr>
          <p:cNvSpPr txBox="1"/>
          <p:nvPr/>
        </p:nvSpPr>
        <p:spPr>
          <a:xfrm>
            <a:off x="10712857" y="3171031"/>
            <a:ext cx="926857" cy="261610"/>
          </a:xfrm>
          <a:prstGeom prst="rect">
            <a:avLst/>
          </a:prstGeom>
          <a:noFill/>
        </p:spPr>
        <p:txBody>
          <a:bodyPr wrap="none" rtlCol="0">
            <a:spAutoFit/>
          </a:bodyPr>
          <a:lstStyle/>
          <a:p>
            <a:pPr algn="ctr"/>
            <a:r>
              <a:rPr lang="en-SG" sz="1100" b="1" noProof="0" dirty="0"/>
              <a:t>MCP Server</a:t>
            </a:r>
          </a:p>
        </p:txBody>
      </p:sp>
      <p:cxnSp>
        <p:nvCxnSpPr>
          <p:cNvPr id="48" name="Straight Arrow Connector 47">
            <a:extLst>
              <a:ext uri="{FF2B5EF4-FFF2-40B4-BE49-F238E27FC236}">
                <a16:creationId xmlns:a16="http://schemas.microsoft.com/office/drawing/2014/main" id="{81FA4D81-0E4B-9779-F4DA-8F3128BB784F}"/>
              </a:ext>
            </a:extLst>
          </p:cNvPr>
          <p:cNvCxnSpPr>
            <a:cxnSpLocks/>
            <a:stCxn id="2052" idx="3"/>
            <a:endCxn id="27" idx="1"/>
          </p:cNvCxnSpPr>
          <p:nvPr/>
        </p:nvCxnSpPr>
        <p:spPr>
          <a:xfrm>
            <a:off x="3664127" y="3281500"/>
            <a:ext cx="3108250" cy="275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7D54ABF5-13A8-6139-3061-47C1FAE5538B}"/>
              </a:ext>
            </a:extLst>
          </p:cNvPr>
          <p:cNvCxnSpPr>
            <a:cxnSpLocks/>
            <a:stCxn id="27" idx="3"/>
            <a:endCxn id="45" idx="1"/>
          </p:cNvCxnSpPr>
          <p:nvPr/>
        </p:nvCxnSpPr>
        <p:spPr>
          <a:xfrm>
            <a:off x="7960377" y="3309095"/>
            <a:ext cx="2615532" cy="1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TextBox 54">
            <a:extLst>
              <a:ext uri="{FF2B5EF4-FFF2-40B4-BE49-F238E27FC236}">
                <a16:creationId xmlns:a16="http://schemas.microsoft.com/office/drawing/2014/main" id="{75E36094-D4B7-299E-0D96-46C78DD8CD93}"/>
              </a:ext>
            </a:extLst>
          </p:cNvPr>
          <p:cNvSpPr txBox="1"/>
          <p:nvPr/>
        </p:nvSpPr>
        <p:spPr>
          <a:xfrm>
            <a:off x="8610599" y="2981472"/>
            <a:ext cx="1702158" cy="338554"/>
          </a:xfrm>
          <a:prstGeom prst="rect">
            <a:avLst/>
          </a:prstGeom>
          <a:noFill/>
        </p:spPr>
        <p:txBody>
          <a:bodyPr wrap="square" rtlCol="0">
            <a:spAutoFit/>
          </a:bodyPr>
          <a:lstStyle/>
          <a:p>
            <a:r>
              <a:rPr lang="en-SG" sz="800" noProof="0" dirty="0">
                <a:solidFill>
                  <a:schemeClr val="bg2">
                    <a:lumMod val="50000"/>
                  </a:schemeClr>
                </a:solidFill>
              </a:rPr>
              <a:t>7. Ok MCP Server, I have validated the access, please call the tool</a:t>
            </a:r>
          </a:p>
        </p:txBody>
      </p:sp>
      <p:sp>
        <p:nvSpPr>
          <p:cNvPr id="56" name="TextBox 55">
            <a:extLst>
              <a:ext uri="{FF2B5EF4-FFF2-40B4-BE49-F238E27FC236}">
                <a16:creationId xmlns:a16="http://schemas.microsoft.com/office/drawing/2014/main" id="{FAEFC3C6-B14C-566D-C62F-FE35AD33F618}"/>
              </a:ext>
            </a:extLst>
          </p:cNvPr>
          <p:cNvSpPr txBox="1"/>
          <p:nvPr/>
        </p:nvSpPr>
        <p:spPr>
          <a:xfrm>
            <a:off x="2470848" y="1958579"/>
            <a:ext cx="1978427" cy="246221"/>
          </a:xfrm>
          <a:prstGeom prst="rect">
            <a:avLst/>
          </a:prstGeom>
          <a:noFill/>
        </p:spPr>
        <p:txBody>
          <a:bodyPr wrap="none" rtlCol="0">
            <a:spAutoFit/>
          </a:bodyPr>
          <a:lstStyle/>
          <a:p>
            <a:pPr algn="ctr"/>
            <a:r>
              <a:rPr lang="en-SG" sz="1000" b="1" noProof="0" dirty="0"/>
              <a:t>Policy Enforcement Point (PEP)</a:t>
            </a:r>
          </a:p>
        </p:txBody>
      </p:sp>
      <p:sp>
        <p:nvSpPr>
          <p:cNvPr id="57" name="TextBox 56">
            <a:extLst>
              <a:ext uri="{FF2B5EF4-FFF2-40B4-BE49-F238E27FC236}">
                <a16:creationId xmlns:a16="http://schemas.microsoft.com/office/drawing/2014/main" id="{E2C3DC2F-6111-F65F-5B8D-CD1D227A04FC}"/>
              </a:ext>
            </a:extLst>
          </p:cNvPr>
          <p:cNvSpPr txBox="1"/>
          <p:nvPr/>
        </p:nvSpPr>
        <p:spPr>
          <a:xfrm>
            <a:off x="7621386" y="2668582"/>
            <a:ext cx="1978427" cy="246221"/>
          </a:xfrm>
          <a:prstGeom prst="rect">
            <a:avLst/>
          </a:prstGeom>
          <a:noFill/>
        </p:spPr>
        <p:txBody>
          <a:bodyPr wrap="none" rtlCol="0">
            <a:spAutoFit/>
          </a:bodyPr>
          <a:lstStyle/>
          <a:p>
            <a:pPr algn="ctr"/>
            <a:r>
              <a:rPr lang="en-SG" sz="1000" b="1" noProof="0" dirty="0"/>
              <a:t>Policy Enforcement Point (PEP)</a:t>
            </a:r>
          </a:p>
        </p:txBody>
      </p:sp>
      <p:cxnSp>
        <p:nvCxnSpPr>
          <p:cNvPr id="58" name="Straight Arrow Connector 57">
            <a:extLst>
              <a:ext uri="{FF2B5EF4-FFF2-40B4-BE49-F238E27FC236}">
                <a16:creationId xmlns:a16="http://schemas.microsoft.com/office/drawing/2014/main" id="{E5BD664F-798A-45B0-B61C-6F7DEB868832}"/>
              </a:ext>
            </a:extLst>
          </p:cNvPr>
          <p:cNvCxnSpPr>
            <a:cxnSpLocks/>
          </p:cNvCxnSpPr>
          <p:nvPr/>
        </p:nvCxnSpPr>
        <p:spPr>
          <a:xfrm flipH="1">
            <a:off x="1172859" y="3514629"/>
            <a:ext cx="1980000" cy="34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AC0B964E-D5A4-4391-A3DC-3446C0995935}"/>
              </a:ext>
            </a:extLst>
          </p:cNvPr>
          <p:cNvCxnSpPr>
            <a:cxnSpLocks/>
          </p:cNvCxnSpPr>
          <p:nvPr/>
        </p:nvCxnSpPr>
        <p:spPr>
          <a:xfrm flipV="1">
            <a:off x="1189292" y="3791054"/>
            <a:ext cx="2031558" cy="68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Title 1">
            <a:extLst>
              <a:ext uri="{FF2B5EF4-FFF2-40B4-BE49-F238E27FC236}">
                <a16:creationId xmlns:a16="http://schemas.microsoft.com/office/drawing/2014/main" id="{FEB551F0-6CA2-732E-A27B-44B0046EAD8E}"/>
              </a:ext>
            </a:extLst>
          </p:cNvPr>
          <p:cNvSpPr txBox="1">
            <a:spLocks/>
          </p:cNvSpPr>
          <p:nvPr/>
        </p:nvSpPr>
        <p:spPr>
          <a:xfrm>
            <a:off x="730831" y="5173280"/>
            <a:ext cx="7608836" cy="5150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AIGP will check for policy (PDP and PEP), but AO should still do a layer of check first for maximum security.</a:t>
            </a:r>
          </a:p>
        </p:txBody>
      </p:sp>
    </p:spTree>
    <p:extLst>
      <p:ext uri="{BB962C8B-B14F-4D97-AF65-F5344CB8AC3E}">
        <p14:creationId xmlns:p14="http://schemas.microsoft.com/office/powerpoint/2010/main" val="1723212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6ECDFC-623D-EC5B-5764-CD828AFCB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78EE3-E107-30E6-CF45-AB1EAB2843E6}"/>
              </a:ext>
            </a:extLst>
          </p:cNvPr>
          <p:cNvSpPr>
            <a:spLocks noGrp="1"/>
          </p:cNvSpPr>
          <p:nvPr>
            <p:ph type="title"/>
          </p:nvPr>
        </p:nvSpPr>
        <p:spPr>
          <a:xfrm>
            <a:off x="901766" y="10620"/>
            <a:ext cx="10515600" cy="329254"/>
          </a:xfrm>
        </p:spPr>
        <p:txBody>
          <a:bodyPr>
            <a:normAutofit/>
          </a:bodyPr>
          <a:lstStyle/>
          <a:p>
            <a:r>
              <a:rPr lang="en-SG" sz="1200" noProof="0" dirty="0"/>
              <a:t>End-to-End Security Architecture/Flow – AO Perspective</a:t>
            </a:r>
          </a:p>
        </p:txBody>
      </p:sp>
      <p:sp>
        <p:nvSpPr>
          <p:cNvPr id="7" name="Rectangle 6">
            <a:extLst>
              <a:ext uri="{FF2B5EF4-FFF2-40B4-BE49-F238E27FC236}">
                <a16:creationId xmlns:a16="http://schemas.microsoft.com/office/drawing/2014/main" id="{D4ED7C4E-BEBC-8E78-60CD-ECC4AE8626F1}"/>
              </a:ext>
            </a:extLst>
          </p:cNvPr>
          <p:cNvSpPr/>
          <p:nvPr/>
        </p:nvSpPr>
        <p:spPr>
          <a:xfrm>
            <a:off x="990410" y="339874"/>
            <a:ext cx="7877997" cy="57817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 name="TextBox 7">
            <a:extLst>
              <a:ext uri="{FF2B5EF4-FFF2-40B4-BE49-F238E27FC236}">
                <a16:creationId xmlns:a16="http://schemas.microsoft.com/office/drawing/2014/main" id="{526EE1B7-74D9-E7BD-834B-4F89472331F1}"/>
              </a:ext>
            </a:extLst>
          </p:cNvPr>
          <p:cNvSpPr txBox="1"/>
          <p:nvPr/>
        </p:nvSpPr>
        <p:spPr>
          <a:xfrm>
            <a:off x="996409" y="339874"/>
            <a:ext cx="442750" cy="246221"/>
          </a:xfrm>
          <a:prstGeom prst="rect">
            <a:avLst/>
          </a:prstGeom>
          <a:noFill/>
        </p:spPr>
        <p:txBody>
          <a:bodyPr wrap="none" rtlCol="0">
            <a:spAutoFit/>
          </a:bodyPr>
          <a:lstStyle/>
          <a:p>
            <a:r>
              <a:rPr lang="en-SG" sz="1000" b="1" noProof="0" dirty="0">
                <a:solidFill>
                  <a:sysClr val="windowText" lastClr="000000"/>
                </a:solidFill>
              </a:rPr>
              <a:t>UDP</a:t>
            </a:r>
          </a:p>
        </p:txBody>
      </p:sp>
      <p:sp>
        <p:nvSpPr>
          <p:cNvPr id="9" name="Rectangle 8">
            <a:extLst>
              <a:ext uri="{FF2B5EF4-FFF2-40B4-BE49-F238E27FC236}">
                <a16:creationId xmlns:a16="http://schemas.microsoft.com/office/drawing/2014/main" id="{A496740E-F961-3E1F-53AE-42D5BD13904D}"/>
              </a:ext>
            </a:extLst>
          </p:cNvPr>
          <p:cNvSpPr/>
          <p:nvPr/>
        </p:nvSpPr>
        <p:spPr>
          <a:xfrm>
            <a:off x="2253570" y="415747"/>
            <a:ext cx="6561784" cy="5610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 name="TextBox 9">
            <a:extLst>
              <a:ext uri="{FF2B5EF4-FFF2-40B4-BE49-F238E27FC236}">
                <a16:creationId xmlns:a16="http://schemas.microsoft.com/office/drawing/2014/main" id="{EC8874B9-50CE-FAD6-08CA-9A05D6506DA4}"/>
              </a:ext>
            </a:extLst>
          </p:cNvPr>
          <p:cNvSpPr txBox="1"/>
          <p:nvPr/>
        </p:nvSpPr>
        <p:spPr>
          <a:xfrm>
            <a:off x="2332349" y="415747"/>
            <a:ext cx="359394" cy="246221"/>
          </a:xfrm>
          <a:prstGeom prst="rect">
            <a:avLst/>
          </a:prstGeom>
          <a:noFill/>
        </p:spPr>
        <p:txBody>
          <a:bodyPr wrap="none" rtlCol="0">
            <a:spAutoFit/>
          </a:bodyPr>
          <a:lstStyle/>
          <a:p>
            <a:r>
              <a:rPr lang="en-SG" sz="1000" b="1" noProof="0" dirty="0"/>
              <a:t>AO</a:t>
            </a:r>
          </a:p>
        </p:txBody>
      </p:sp>
      <p:sp>
        <p:nvSpPr>
          <p:cNvPr id="11" name="Rectangle 10">
            <a:extLst>
              <a:ext uri="{FF2B5EF4-FFF2-40B4-BE49-F238E27FC236}">
                <a16:creationId xmlns:a16="http://schemas.microsoft.com/office/drawing/2014/main" id="{3D8AD4D2-4C65-06C9-9DD2-7F120ACC46D1}"/>
              </a:ext>
            </a:extLst>
          </p:cNvPr>
          <p:cNvSpPr/>
          <p:nvPr/>
        </p:nvSpPr>
        <p:spPr>
          <a:xfrm>
            <a:off x="9185967" y="2645628"/>
            <a:ext cx="2496349" cy="1244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2" name="TextBox 11">
            <a:extLst>
              <a:ext uri="{FF2B5EF4-FFF2-40B4-BE49-F238E27FC236}">
                <a16:creationId xmlns:a16="http://schemas.microsoft.com/office/drawing/2014/main" id="{15C0A7BD-2BED-5499-6CED-F4DEB168ADEB}"/>
              </a:ext>
            </a:extLst>
          </p:cNvPr>
          <p:cNvSpPr txBox="1"/>
          <p:nvPr/>
        </p:nvSpPr>
        <p:spPr>
          <a:xfrm>
            <a:off x="9154991" y="2654969"/>
            <a:ext cx="471604" cy="246221"/>
          </a:xfrm>
          <a:prstGeom prst="rect">
            <a:avLst/>
          </a:prstGeom>
          <a:noFill/>
        </p:spPr>
        <p:txBody>
          <a:bodyPr wrap="none" rtlCol="0">
            <a:spAutoFit/>
          </a:bodyPr>
          <a:lstStyle/>
          <a:p>
            <a:r>
              <a:rPr lang="en-SG" sz="1000" b="1" noProof="0" dirty="0">
                <a:solidFill>
                  <a:sysClr val="windowText" lastClr="000000"/>
                </a:solidFill>
              </a:rPr>
              <a:t>AIGP</a:t>
            </a:r>
          </a:p>
        </p:txBody>
      </p:sp>
      <p:sp>
        <p:nvSpPr>
          <p:cNvPr id="13" name="Rectangle 12">
            <a:extLst>
              <a:ext uri="{FF2B5EF4-FFF2-40B4-BE49-F238E27FC236}">
                <a16:creationId xmlns:a16="http://schemas.microsoft.com/office/drawing/2014/main" id="{08C1E08D-27B5-85AE-71F0-CC20076AE411}"/>
              </a:ext>
            </a:extLst>
          </p:cNvPr>
          <p:cNvSpPr/>
          <p:nvPr/>
        </p:nvSpPr>
        <p:spPr>
          <a:xfrm>
            <a:off x="10082626" y="1574524"/>
            <a:ext cx="947604" cy="47473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4" name="TextBox 13">
            <a:extLst>
              <a:ext uri="{FF2B5EF4-FFF2-40B4-BE49-F238E27FC236}">
                <a16:creationId xmlns:a16="http://schemas.microsoft.com/office/drawing/2014/main" id="{57D35163-490C-E7E9-5209-FD0FF32DB52B}"/>
              </a:ext>
            </a:extLst>
          </p:cNvPr>
          <p:cNvSpPr txBox="1"/>
          <p:nvPr/>
        </p:nvSpPr>
        <p:spPr>
          <a:xfrm>
            <a:off x="10167335" y="1668971"/>
            <a:ext cx="806631" cy="246221"/>
          </a:xfrm>
          <a:prstGeom prst="rect">
            <a:avLst/>
          </a:prstGeom>
          <a:noFill/>
        </p:spPr>
        <p:txBody>
          <a:bodyPr wrap="none" rtlCol="0">
            <a:spAutoFit/>
          </a:bodyPr>
          <a:lstStyle/>
          <a:p>
            <a:r>
              <a:rPr lang="en-SG" sz="1000" b="1" noProof="0" dirty="0">
                <a:solidFill>
                  <a:sysClr val="windowText" lastClr="000000"/>
                </a:solidFill>
              </a:rPr>
              <a:t>ForgeRock</a:t>
            </a:r>
          </a:p>
        </p:txBody>
      </p:sp>
      <p:sp>
        <p:nvSpPr>
          <p:cNvPr id="15" name="Rectangle 14">
            <a:extLst>
              <a:ext uri="{FF2B5EF4-FFF2-40B4-BE49-F238E27FC236}">
                <a16:creationId xmlns:a16="http://schemas.microsoft.com/office/drawing/2014/main" id="{CCE9D9C3-9FF2-86C1-AAC8-CF11661FA61E}"/>
              </a:ext>
            </a:extLst>
          </p:cNvPr>
          <p:cNvSpPr/>
          <p:nvPr/>
        </p:nvSpPr>
        <p:spPr>
          <a:xfrm>
            <a:off x="10082626" y="466604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6" name="TextBox 15">
            <a:extLst>
              <a:ext uri="{FF2B5EF4-FFF2-40B4-BE49-F238E27FC236}">
                <a16:creationId xmlns:a16="http://schemas.microsoft.com/office/drawing/2014/main" id="{A5DA9227-D4C4-8FFB-3B1A-88DCBF8697D3}"/>
              </a:ext>
            </a:extLst>
          </p:cNvPr>
          <p:cNvSpPr txBox="1"/>
          <p:nvPr/>
        </p:nvSpPr>
        <p:spPr>
          <a:xfrm>
            <a:off x="10082626" y="4666046"/>
            <a:ext cx="994183" cy="246221"/>
          </a:xfrm>
          <a:prstGeom prst="rect">
            <a:avLst/>
          </a:prstGeom>
          <a:noFill/>
        </p:spPr>
        <p:txBody>
          <a:bodyPr wrap="none" rtlCol="0">
            <a:spAutoFit/>
          </a:bodyPr>
          <a:lstStyle/>
          <a:p>
            <a:r>
              <a:rPr lang="en-SG" sz="1000" noProof="0" dirty="0">
                <a:solidFill>
                  <a:sysClr val="windowText" lastClr="000000"/>
                </a:solidFill>
              </a:rPr>
              <a:t>Microservice A</a:t>
            </a:r>
          </a:p>
        </p:txBody>
      </p:sp>
      <p:sp>
        <p:nvSpPr>
          <p:cNvPr id="17" name="Rectangle 16">
            <a:extLst>
              <a:ext uri="{FF2B5EF4-FFF2-40B4-BE49-F238E27FC236}">
                <a16:creationId xmlns:a16="http://schemas.microsoft.com/office/drawing/2014/main" id="{576B20E3-B479-3783-4620-24E80BABE27D}"/>
              </a:ext>
            </a:extLst>
          </p:cNvPr>
          <p:cNvSpPr/>
          <p:nvPr/>
        </p:nvSpPr>
        <p:spPr>
          <a:xfrm>
            <a:off x="10082626" y="501811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8" name="TextBox 17">
            <a:extLst>
              <a:ext uri="{FF2B5EF4-FFF2-40B4-BE49-F238E27FC236}">
                <a16:creationId xmlns:a16="http://schemas.microsoft.com/office/drawing/2014/main" id="{0765BD15-D0F1-F04A-CCF9-3E7C569B023C}"/>
              </a:ext>
            </a:extLst>
          </p:cNvPr>
          <p:cNvSpPr txBox="1"/>
          <p:nvPr/>
        </p:nvSpPr>
        <p:spPr>
          <a:xfrm>
            <a:off x="10082626" y="5018116"/>
            <a:ext cx="995785" cy="246221"/>
          </a:xfrm>
          <a:prstGeom prst="rect">
            <a:avLst/>
          </a:prstGeom>
          <a:noFill/>
        </p:spPr>
        <p:txBody>
          <a:bodyPr wrap="none" rtlCol="0">
            <a:spAutoFit/>
          </a:bodyPr>
          <a:lstStyle/>
          <a:p>
            <a:r>
              <a:rPr lang="en-SG" sz="1000" noProof="0" dirty="0">
                <a:solidFill>
                  <a:sysClr val="windowText" lastClr="000000"/>
                </a:solidFill>
              </a:rPr>
              <a:t>Microservice B</a:t>
            </a:r>
          </a:p>
        </p:txBody>
      </p:sp>
      <p:sp>
        <p:nvSpPr>
          <p:cNvPr id="19" name="Rectangle 18">
            <a:extLst>
              <a:ext uri="{FF2B5EF4-FFF2-40B4-BE49-F238E27FC236}">
                <a16:creationId xmlns:a16="http://schemas.microsoft.com/office/drawing/2014/main" id="{43D5240B-86DC-D603-A33E-F54809D58029}"/>
              </a:ext>
            </a:extLst>
          </p:cNvPr>
          <p:cNvSpPr/>
          <p:nvPr/>
        </p:nvSpPr>
        <p:spPr>
          <a:xfrm>
            <a:off x="10082626" y="537018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0" name="TextBox 19">
            <a:extLst>
              <a:ext uri="{FF2B5EF4-FFF2-40B4-BE49-F238E27FC236}">
                <a16:creationId xmlns:a16="http://schemas.microsoft.com/office/drawing/2014/main" id="{8161DEA7-D7F2-B79A-F715-2EF8AED3E232}"/>
              </a:ext>
            </a:extLst>
          </p:cNvPr>
          <p:cNvSpPr txBox="1"/>
          <p:nvPr/>
        </p:nvSpPr>
        <p:spPr>
          <a:xfrm>
            <a:off x="10082626" y="5370186"/>
            <a:ext cx="1007007" cy="246221"/>
          </a:xfrm>
          <a:prstGeom prst="rect">
            <a:avLst/>
          </a:prstGeom>
          <a:noFill/>
        </p:spPr>
        <p:txBody>
          <a:bodyPr wrap="none" rtlCol="0">
            <a:spAutoFit/>
          </a:bodyPr>
          <a:lstStyle/>
          <a:p>
            <a:r>
              <a:rPr lang="en-SG" sz="1000" noProof="0" dirty="0">
                <a:solidFill>
                  <a:sysClr val="windowText" lastClr="000000"/>
                </a:solidFill>
              </a:rPr>
              <a:t>Microservice C</a:t>
            </a:r>
          </a:p>
        </p:txBody>
      </p:sp>
      <p:pic>
        <p:nvPicPr>
          <p:cNvPr id="21" name="Picture 2" descr="User - Free social icons">
            <a:extLst>
              <a:ext uri="{FF2B5EF4-FFF2-40B4-BE49-F238E27FC236}">
                <a16:creationId xmlns:a16="http://schemas.microsoft.com/office/drawing/2014/main" id="{E417DAF7-1360-87A6-EE0D-051AC080E4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58" y="1673472"/>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04314807-EE19-3798-BBB7-B3641EBB090B}"/>
              </a:ext>
            </a:extLst>
          </p:cNvPr>
          <p:cNvSpPr txBox="1"/>
          <p:nvPr/>
        </p:nvSpPr>
        <p:spPr>
          <a:xfrm>
            <a:off x="200938" y="2067184"/>
            <a:ext cx="657552" cy="246221"/>
          </a:xfrm>
          <a:prstGeom prst="rect">
            <a:avLst/>
          </a:prstGeom>
          <a:noFill/>
        </p:spPr>
        <p:txBody>
          <a:bodyPr wrap="none" rtlCol="0">
            <a:spAutoFit/>
          </a:bodyPr>
          <a:lstStyle/>
          <a:p>
            <a:r>
              <a:rPr lang="en-SG" sz="1000" noProof="0" dirty="0"/>
              <a:t>TP Email</a:t>
            </a:r>
          </a:p>
        </p:txBody>
      </p:sp>
      <p:sp>
        <p:nvSpPr>
          <p:cNvPr id="24" name="Rectangle 23">
            <a:extLst>
              <a:ext uri="{FF2B5EF4-FFF2-40B4-BE49-F238E27FC236}">
                <a16:creationId xmlns:a16="http://schemas.microsoft.com/office/drawing/2014/main" id="{90498CA1-EF69-6372-1A63-2A46B2990EE9}"/>
              </a:ext>
            </a:extLst>
          </p:cNvPr>
          <p:cNvSpPr/>
          <p:nvPr/>
        </p:nvSpPr>
        <p:spPr>
          <a:xfrm>
            <a:off x="2332350" y="1356161"/>
            <a:ext cx="2927211" cy="14891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9" name="Rectangle 28">
            <a:extLst>
              <a:ext uri="{FF2B5EF4-FFF2-40B4-BE49-F238E27FC236}">
                <a16:creationId xmlns:a16="http://schemas.microsoft.com/office/drawing/2014/main" id="{8FA9321D-1D66-A325-48DF-0D631AF9C49B}"/>
              </a:ext>
            </a:extLst>
          </p:cNvPr>
          <p:cNvSpPr/>
          <p:nvPr/>
        </p:nvSpPr>
        <p:spPr>
          <a:xfrm>
            <a:off x="8959795" y="339874"/>
            <a:ext cx="3062158" cy="577811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0" name="TextBox 29">
            <a:extLst>
              <a:ext uri="{FF2B5EF4-FFF2-40B4-BE49-F238E27FC236}">
                <a16:creationId xmlns:a16="http://schemas.microsoft.com/office/drawing/2014/main" id="{F3B87263-04CE-52F9-856F-A4676F27C322}"/>
              </a:ext>
            </a:extLst>
          </p:cNvPr>
          <p:cNvSpPr txBox="1"/>
          <p:nvPr/>
        </p:nvSpPr>
        <p:spPr>
          <a:xfrm>
            <a:off x="8959795" y="349215"/>
            <a:ext cx="505267" cy="246221"/>
          </a:xfrm>
          <a:prstGeom prst="rect">
            <a:avLst/>
          </a:prstGeom>
          <a:noFill/>
        </p:spPr>
        <p:txBody>
          <a:bodyPr wrap="none" rtlCol="0">
            <a:spAutoFit/>
          </a:bodyPr>
          <a:lstStyle/>
          <a:p>
            <a:r>
              <a:rPr lang="en-SG" sz="1000" b="1" noProof="0" dirty="0">
                <a:solidFill>
                  <a:sysClr val="windowText" lastClr="000000"/>
                </a:solidFill>
              </a:rPr>
              <a:t>IRIN3</a:t>
            </a:r>
          </a:p>
        </p:txBody>
      </p:sp>
      <p:sp>
        <p:nvSpPr>
          <p:cNvPr id="31" name="Rectangle 30">
            <a:extLst>
              <a:ext uri="{FF2B5EF4-FFF2-40B4-BE49-F238E27FC236}">
                <a16:creationId xmlns:a16="http://schemas.microsoft.com/office/drawing/2014/main" id="{3E7EDBBE-D988-E450-74AA-9F87DD3D0F02}"/>
              </a:ext>
            </a:extLst>
          </p:cNvPr>
          <p:cNvSpPr/>
          <p:nvPr/>
        </p:nvSpPr>
        <p:spPr>
          <a:xfrm>
            <a:off x="2677960" y="1793274"/>
            <a:ext cx="864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2" name="TextBox 31">
            <a:extLst>
              <a:ext uri="{FF2B5EF4-FFF2-40B4-BE49-F238E27FC236}">
                <a16:creationId xmlns:a16="http://schemas.microsoft.com/office/drawing/2014/main" id="{242BAE3C-9E09-757A-AE8A-46F653FEA980}"/>
              </a:ext>
            </a:extLst>
          </p:cNvPr>
          <p:cNvSpPr txBox="1"/>
          <p:nvPr/>
        </p:nvSpPr>
        <p:spPr>
          <a:xfrm>
            <a:off x="2855547" y="1797640"/>
            <a:ext cx="542024" cy="215444"/>
          </a:xfrm>
          <a:prstGeom prst="rect">
            <a:avLst/>
          </a:prstGeom>
          <a:noFill/>
        </p:spPr>
        <p:txBody>
          <a:bodyPr wrap="square" rtlCol="0">
            <a:spAutoFit/>
          </a:bodyPr>
          <a:lstStyle/>
          <a:p>
            <a:r>
              <a:rPr lang="en-SG" sz="800" noProof="0" dirty="0">
                <a:solidFill>
                  <a:sysClr val="windowText" lastClr="000000"/>
                </a:solidFill>
              </a:rPr>
              <a:t>Agent A</a:t>
            </a:r>
          </a:p>
        </p:txBody>
      </p:sp>
      <p:sp>
        <p:nvSpPr>
          <p:cNvPr id="35" name="Rectangle 34">
            <a:extLst>
              <a:ext uri="{FF2B5EF4-FFF2-40B4-BE49-F238E27FC236}">
                <a16:creationId xmlns:a16="http://schemas.microsoft.com/office/drawing/2014/main" id="{52AA6041-9C5F-CB88-532C-FADBB068B13E}"/>
              </a:ext>
            </a:extLst>
          </p:cNvPr>
          <p:cNvSpPr/>
          <p:nvPr/>
        </p:nvSpPr>
        <p:spPr>
          <a:xfrm>
            <a:off x="1212975" y="2559030"/>
            <a:ext cx="964640" cy="31540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6" name="TextBox 35">
            <a:extLst>
              <a:ext uri="{FF2B5EF4-FFF2-40B4-BE49-F238E27FC236}">
                <a16:creationId xmlns:a16="http://schemas.microsoft.com/office/drawing/2014/main" id="{5F83D63C-19E6-8E6D-E60D-69B5784B3F8E}"/>
              </a:ext>
            </a:extLst>
          </p:cNvPr>
          <p:cNvSpPr txBox="1"/>
          <p:nvPr/>
        </p:nvSpPr>
        <p:spPr>
          <a:xfrm>
            <a:off x="1300349" y="2595263"/>
            <a:ext cx="768160" cy="261610"/>
          </a:xfrm>
          <a:prstGeom prst="rect">
            <a:avLst/>
          </a:prstGeom>
          <a:noFill/>
        </p:spPr>
        <p:txBody>
          <a:bodyPr wrap="square" rtlCol="0">
            <a:spAutoFit/>
          </a:bodyPr>
          <a:lstStyle/>
          <a:p>
            <a:pPr algn="ctr"/>
            <a:r>
              <a:rPr lang="en-SG" sz="1100" noProof="0" dirty="0"/>
              <a:t>SWEE 2.0</a:t>
            </a:r>
          </a:p>
        </p:txBody>
      </p:sp>
      <p:sp>
        <p:nvSpPr>
          <p:cNvPr id="41" name="Rectangle 40">
            <a:extLst>
              <a:ext uri="{FF2B5EF4-FFF2-40B4-BE49-F238E27FC236}">
                <a16:creationId xmlns:a16="http://schemas.microsoft.com/office/drawing/2014/main" id="{D4CC7C33-300F-5102-A5B1-910244C608C1}"/>
              </a:ext>
            </a:extLst>
          </p:cNvPr>
          <p:cNvSpPr/>
          <p:nvPr/>
        </p:nvSpPr>
        <p:spPr>
          <a:xfrm>
            <a:off x="2623448" y="3463791"/>
            <a:ext cx="964640" cy="31540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2" name="TextBox 41">
            <a:extLst>
              <a:ext uri="{FF2B5EF4-FFF2-40B4-BE49-F238E27FC236}">
                <a16:creationId xmlns:a16="http://schemas.microsoft.com/office/drawing/2014/main" id="{65E5A32B-597D-FD91-3B0E-54222E501702}"/>
              </a:ext>
            </a:extLst>
          </p:cNvPr>
          <p:cNvSpPr txBox="1"/>
          <p:nvPr/>
        </p:nvSpPr>
        <p:spPr>
          <a:xfrm>
            <a:off x="2697525" y="3497907"/>
            <a:ext cx="837089" cy="246221"/>
          </a:xfrm>
          <a:prstGeom prst="rect">
            <a:avLst/>
          </a:prstGeom>
          <a:noFill/>
        </p:spPr>
        <p:txBody>
          <a:bodyPr wrap="none" rtlCol="0">
            <a:spAutoFit/>
          </a:bodyPr>
          <a:lstStyle/>
          <a:p>
            <a:pPr algn="ctr"/>
            <a:r>
              <a:rPr lang="en-SG" sz="1000" b="1" noProof="0" dirty="0"/>
              <a:t>AI Gateway</a:t>
            </a:r>
          </a:p>
        </p:txBody>
      </p:sp>
      <p:cxnSp>
        <p:nvCxnSpPr>
          <p:cNvPr id="43" name="Connector: Elbow 42">
            <a:extLst>
              <a:ext uri="{FF2B5EF4-FFF2-40B4-BE49-F238E27FC236}">
                <a16:creationId xmlns:a16="http://schemas.microsoft.com/office/drawing/2014/main" id="{BA90953A-EAAC-6E77-B260-1A6F2C8A3356}"/>
              </a:ext>
            </a:extLst>
          </p:cNvPr>
          <p:cNvCxnSpPr>
            <a:stCxn id="22" idx="2"/>
            <a:endCxn id="35" idx="1"/>
          </p:cNvCxnSpPr>
          <p:nvPr/>
        </p:nvCxnSpPr>
        <p:spPr>
          <a:xfrm rot="16200000" flipH="1">
            <a:off x="669680" y="2173438"/>
            <a:ext cx="403328" cy="683261"/>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44" name="Connector: Elbow 43">
            <a:extLst>
              <a:ext uri="{FF2B5EF4-FFF2-40B4-BE49-F238E27FC236}">
                <a16:creationId xmlns:a16="http://schemas.microsoft.com/office/drawing/2014/main" id="{5C0B5DCE-0371-BF92-16CE-1A65CFA094D3}"/>
              </a:ext>
            </a:extLst>
          </p:cNvPr>
          <p:cNvCxnSpPr>
            <a:cxnSpLocks/>
            <a:stCxn id="35" idx="2"/>
            <a:endCxn id="41" idx="1"/>
          </p:cNvCxnSpPr>
          <p:nvPr/>
        </p:nvCxnSpPr>
        <p:spPr>
          <a:xfrm rot="16200000" flipH="1">
            <a:off x="1785842" y="2783887"/>
            <a:ext cx="747059" cy="92815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pic>
        <p:nvPicPr>
          <p:cNvPr id="49" name="Picture 2" descr="User - Free social icons">
            <a:extLst>
              <a:ext uri="{FF2B5EF4-FFF2-40B4-BE49-F238E27FC236}">
                <a16:creationId xmlns:a16="http://schemas.microsoft.com/office/drawing/2014/main" id="{527DF3F1-1650-391F-D9A7-51C63975F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57" y="5435288"/>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EDBCAAC0-F99F-8C25-36B2-7607207A0458}"/>
              </a:ext>
            </a:extLst>
          </p:cNvPr>
          <p:cNvSpPr txBox="1"/>
          <p:nvPr/>
        </p:nvSpPr>
        <p:spPr>
          <a:xfrm>
            <a:off x="253658" y="5829000"/>
            <a:ext cx="564578" cy="246221"/>
          </a:xfrm>
          <a:prstGeom prst="rect">
            <a:avLst/>
          </a:prstGeom>
          <a:noFill/>
        </p:spPr>
        <p:txBody>
          <a:bodyPr wrap="none" rtlCol="0">
            <a:spAutoFit/>
          </a:bodyPr>
          <a:lstStyle/>
          <a:p>
            <a:r>
              <a:rPr lang="en-SG" sz="1000" noProof="0" dirty="0"/>
              <a:t>Officer</a:t>
            </a:r>
          </a:p>
        </p:txBody>
      </p:sp>
      <p:sp>
        <p:nvSpPr>
          <p:cNvPr id="51" name="Rectangle 50">
            <a:extLst>
              <a:ext uri="{FF2B5EF4-FFF2-40B4-BE49-F238E27FC236}">
                <a16:creationId xmlns:a16="http://schemas.microsoft.com/office/drawing/2014/main" id="{96B73AAA-CC0C-8D72-962A-3A8167B9E1D6}"/>
              </a:ext>
            </a:extLst>
          </p:cNvPr>
          <p:cNvSpPr/>
          <p:nvPr/>
        </p:nvSpPr>
        <p:spPr>
          <a:xfrm>
            <a:off x="10607356" y="3007185"/>
            <a:ext cx="975386" cy="6107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2" name="TextBox 51">
            <a:extLst>
              <a:ext uri="{FF2B5EF4-FFF2-40B4-BE49-F238E27FC236}">
                <a16:creationId xmlns:a16="http://schemas.microsoft.com/office/drawing/2014/main" id="{D0B9E53C-8398-8D47-4D3F-051E7D015E88}"/>
              </a:ext>
            </a:extLst>
          </p:cNvPr>
          <p:cNvSpPr txBox="1"/>
          <p:nvPr/>
        </p:nvSpPr>
        <p:spPr>
          <a:xfrm>
            <a:off x="10683310" y="3189460"/>
            <a:ext cx="894965" cy="246221"/>
          </a:xfrm>
          <a:prstGeom prst="rect">
            <a:avLst/>
          </a:prstGeom>
          <a:noFill/>
        </p:spPr>
        <p:txBody>
          <a:bodyPr wrap="square" rtlCol="0">
            <a:spAutoFit/>
          </a:bodyPr>
          <a:lstStyle/>
          <a:p>
            <a:r>
              <a:rPr lang="en-SG" sz="1000" b="1" noProof="0" dirty="0">
                <a:solidFill>
                  <a:sysClr val="windowText" lastClr="000000"/>
                </a:solidFill>
              </a:rPr>
              <a:t>MCP Server</a:t>
            </a:r>
          </a:p>
        </p:txBody>
      </p:sp>
      <p:cxnSp>
        <p:nvCxnSpPr>
          <p:cNvPr id="53" name="Connector: Elbow 52">
            <a:extLst>
              <a:ext uri="{FF2B5EF4-FFF2-40B4-BE49-F238E27FC236}">
                <a16:creationId xmlns:a16="http://schemas.microsoft.com/office/drawing/2014/main" id="{35F21099-CD7C-8680-1279-E9413CF09F76}"/>
              </a:ext>
            </a:extLst>
          </p:cNvPr>
          <p:cNvCxnSpPr>
            <a:cxnSpLocks/>
          </p:cNvCxnSpPr>
          <p:nvPr/>
        </p:nvCxnSpPr>
        <p:spPr>
          <a:xfrm flipH="1">
            <a:off x="11078411" y="3278707"/>
            <a:ext cx="504331" cy="1828655"/>
          </a:xfrm>
          <a:prstGeom prst="bentConnector3">
            <a:avLst>
              <a:gd name="adj1" fmla="val -45327"/>
            </a:avLst>
          </a:prstGeom>
          <a:ln w="3175">
            <a:tailEnd type="triangle"/>
          </a:ln>
        </p:spPr>
        <p:style>
          <a:lnRef idx="2">
            <a:schemeClr val="dk1"/>
          </a:lnRef>
          <a:fillRef idx="0">
            <a:schemeClr val="dk1"/>
          </a:fillRef>
          <a:effectRef idx="1">
            <a:schemeClr val="dk1"/>
          </a:effectRef>
          <a:fontRef idx="minor">
            <a:schemeClr val="tx1"/>
          </a:fontRef>
        </p:style>
      </p:cxnSp>
      <p:sp>
        <p:nvSpPr>
          <p:cNvPr id="54" name="Rectangle 53">
            <a:extLst>
              <a:ext uri="{FF2B5EF4-FFF2-40B4-BE49-F238E27FC236}">
                <a16:creationId xmlns:a16="http://schemas.microsoft.com/office/drawing/2014/main" id="{1034A79A-E241-BF3E-84F6-2ABCF0674A44}"/>
              </a:ext>
            </a:extLst>
          </p:cNvPr>
          <p:cNvSpPr/>
          <p:nvPr/>
        </p:nvSpPr>
        <p:spPr>
          <a:xfrm>
            <a:off x="3255012" y="4925071"/>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5" name="TextBox 54">
            <a:extLst>
              <a:ext uri="{FF2B5EF4-FFF2-40B4-BE49-F238E27FC236}">
                <a16:creationId xmlns:a16="http://schemas.microsoft.com/office/drawing/2014/main" id="{1B1604B5-5777-3347-92AF-C9952A8D7FF8}"/>
              </a:ext>
            </a:extLst>
          </p:cNvPr>
          <p:cNvSpPr txBox="1"/>
          <p:nvPr/>
        </p:nvSpPr>
        <p:spPr>
          <a:xfrm>
            <a:off x="3202136" y="5051805"/>
            <a:ext cx="1353256" cy="246221"/>
          </a:xfrm>
          <a:prstGeom prst="rect">
            <a:avLst/>
          </a:prstGeom>
          <a:noFill/>
        </p:spPr>
        <p:txBody>
          <a:bodyPr wrap="none" rtlCol="0">
            <a:spAutoFit/>
          </a:bodyPr>
          <a:lstStyle/>
          <a:p>
            <a:pPr algn="ctr"/>
            <a:r>
              <a:rPr lang="en-SG" sz="1000" noProof="0" dirty="0"/>
              <a:t>HITL Approval Queue</a:t>
            </a:r>
          </a:p>
        </p:txBody>
      </p:sp>
      <p:sp>
        <p:nvSpPr>
          <p:cNvPr id="60" name="Oval 59">
            <a:extLst>
              <a:ext uri="{FF2B5EF4-FFF2-40B4-BE49-F238E27FC236}">
                <a16:creationId xmlns:a16="http://schemas.microsoft.com/office/drawing/2014/main" id="{A7494DA0-BFE6-44F4-27F4-D9861225EFA8}"/>
              </a:ext>
            </a:extLst>
          </p:cNvPr>
          <p:cNvSpPr/>
          <p:nvPr/>
        </p:nvSpPr>
        <p:spPr>
          <a:xfrm>
            <a:off x="1124476" y="3759552"/>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1</a:t>
            </a:r>
          </a:p>
        </p:txBody>
      </p:sp>
      <p:sp>
        <p:nvSpPr>
          <p:cNvPr id="61" name="TextBox 60">
            <a:extLst>
              <a:ext uri="{FF2B5EF4-FFF2-40B4-BE49-F238E27FC236}">
                <a16:creationId xmlns:a16="http://schemas.microsoft.com/office/drawing/2014/main" id="{AE8E84E2-1022-EFFD-73BC-3720250F6F39}"/>
              </a:ext>
            </a:extLst>
          </p:cNvPr>
          <p:cNvSpPr txBox="1"/>
          <p:nvPr/>
        </p:nvSpPr>
        <p:spPr>
          <a:xfrm>
            <a:off x="1394398" y="3785662"/>
            <a:ext cx="867545" cy="261610"/>
          </a:xfrm>
          <a:prstGeom prst="rect">
            <a:avLst/>
          </a:prstGeom>
          <a:noFill/>
        </p:spPr>
        <p:txBody>
          <a:bodyPr wrap="none" rtlCol="0">
            <a:spAutoFit/>
          </a:bodyPr>
          <a:lstStyle/>
          <a:p>
            <a:pPr algn="ctr"/>
            <a:r>
              <a:rPr lang="en-SG" sz="1100" noProof="0" dirty="0"/>
              <a:t>AI Gateway</a:t>
            </a:r>
          </a:p>
        </p:txBody>
      </p:sp>
      <p:sp>
        <p:nvSpPr>
          <p:cNvPr id="63" name="Oval 62">
            <a:extLst>
              <a:ext uri="{FF2B5EF4-FFF2-40B4-BE49-F238E27FC236}">
                <a16:creationId xmlns:a16="http://schemas.microsoft.com/office/drawing/2014/main" id="{71FA8287-4B5D-AA15-0E72-63BA5CD4111E}"/>
              </a:ext>
            </a:extLst>
          </p:cNvPr>
          <p:cNvSpPr/>
          <p:nvPr/>
        </p:nvSpPr>
        <p:spPr>
          <a:xfrm>
            <a:off x="3822185" y="1643245"/>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noProof="0" dirty="0"/>
              <a:t>2</a:t>
            </a:r>
          </a:p>
        </p:txBody>
      </p:sp>
      <p:sp>
        <p:nvSpPr>
          <p:cNvPr id="64" name="TextBox 63">
            <a:extLst>
              <a:ext uri="{FF2B5EF4-FFF2-40B4-BE49-F238E27FC236}">
                <a16:creationId xmlns:a16="http://schemas.microsoft.com/office/drawing/2014/main" id="{18D4316E-BF59-7FC0-DA66-700105E69591}"/>
              </a:ext>
            </a:extLst>
          </p:cNvPr>
          <p:cNvSpPr txBox="1"/>
          <p:nvPr/>
        </p:nvSpPr>
        <p:spPr>
          <a:xfrm>
            <a:off x="3975235" y="1610514"/>
            <a:ext cx="1284326" cy="230832"/>
          </a:xfrm>
          <a:prstGeom prst="rect">
            <a:avLst/>
          </a:prstGeom>
          <a:noFill/>
        </p:spPr>
        <p:txBody>
          <a:bodyPr wrap="none" rtlCol="0">
            <a:spAutoFit/>
          </a:bodyPr>
          <a:lstStyle/>
          <a:p>
            <a:pPr algn="ctr"/>
            <a:r>
              <a:rPr lang="en-SG" sz="900" noProof="0" dirty="0"/>
              <a:t>Identity Bootstrapping</a:t>
            </a:r>
          </a:p>
        </p:txBody>
      </p:sp>
      <p:cxnSp>
        <p:nvCxnSpPr>
          <p:cNvPr id="74" name="Connector: Elbow 73">
            <a:extLst>
              <a:ext uri="{FF2B5EF4-FFF2-40B4-BE49-F238E27FC236}">
                <a16:creationId xmlns:a16="http://schemas.microsoft.com/office/drawing/2014/main" id="{AAE0DE16-4DA2-CB39-F3FE-78C50426FB2E}"/>
              </a:ext>
            </a:extLst>
          </p:cNvPr>
          <p:cNvCxnSpPr>
            <a:cxnSpLocks/>
            <a:stCxn id="49" idx="0"/>
            <a:endCxn id="55" idx="1"/>
          </p:cNvCxnSpPr>
          <p:nvPr/>
        </p:nvCxnSpPr>
        <p:spPr>
          <a:xfrm rot="5400000" flipH="1" flipV="1">
            <a:off x="1735738" y="3968891"/>
            <a:ext cx="260372" cy="267242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75" name="TextBox 74">
            <a:extLst>
              <a:ext uri="{FF2B5EF4-FFF2-40B4-BE49-F238E27FC236}">
                <a16:creationId xmlns:a16="http://schemas.microsoft.com/office/drawing/2014/main" id="{7B0A09AA-52B0-D8E2-0895-787C91F2E6BA}"/>
              </a:ext>
            </a:extLst>
          </p:cNvPr>
          <p:cNvSpPr txBox="1"/>
          <p:nvPr/>
        </p:nvSpPr>
        <p:spPr>
          <a:xfrm>
            <a:off x="943671" y="4847936"/>
            <a:ext cx="1383876" cy="338554"/>
          </a:xfrm>
          <a:prstGeom prst="rect">
            <a:avLst/>
          </a:prstGeom>
          <a:noFill/>
        </p:spPr>
        <p:txBody>
          <a:bodyPr wrap="square" rtlCol="0">
            <a:spAutoFit/>
          </a:bodyPr>
          <a:lstStyle/>
          <a:p>
            <a:pPr algn="ctr"/>
            <a:r>
              <a:rPr lang="en-SG" sz="800" noProof="0" dirty="0">
                <a:solidFill>
                  <a:schemeClr val="bg2">
                    <a:lumMod val="50000"/>
                  </a:schemeClr>
                </a:solidFill>
              </a:rPr>
              <a:t>8.a.3. Officer approves via SWEE UI</a:t>
            </a:r>
          </a:p>
        </p:txBody>
      </p:sp>
      <p:sp>
        <p:nvSpPr>
          <p:cNvPr id="82" name="TextBox 81">
            <a:extLst>
              <a:ext uri="{FF2B5EF4-FFF2-40B4-BE49-F238E27FC236}">
                <a16:creationId xmlns:a16="http://schemas.microsoft.com/office/drawing/2014/main" id="{8CD72A42-8856-CC33-E6AE-520B8F211F78}"/>
              </a:ext>
            </a:extLst>
          </p:cNvPr>
          <p:cNvSpPr txBox="1"/>
          <p:nvPr/>
        </p:nvSpPr>
        <p:spPr>
          <a:xfrm>
            <a:off x="3995911" y="1751195"/>
            <a:ext cx="1226330" cy="415498"/>
          </a:xfrm>
          <a:prstGeom prst="rect">
            <a:avLst/>
          </a:prstGeom>
          <a:noFill/>
        </p:spPr>
        <p:txBody>
          <a:bodyPr wrap="square" rtlCol="0">
            <a:spAutoFit/>
          </a:bodyPr>
          <a:lstStyle/>
          <a:p>
            <a:r>
              <a:rPr lang="en-SG" sz="700" noProof="0" dirty="0">
                <a:solidFill>
                  <a:schemeClr val="bg2">
                    <a:lumMod val="50000"/>
                  </a:schemeClr>
                </a:solidFill>
              </a:rPr>
              <a:t>Local IMDS endpoint attests to container’s managed identity</a:t>
            </a:r>
          </a:p>
        </p:txBody>
      </p:sp>
      <p:sp>
        <p:nvSpPr>
          <p:cNvPr id="100" name="TextBox 99">
            <a:extLst>
              <a:ext uri="{FF2B5EF4-FFF2-40B4-BE49-F238E27FC236}">
                <a16:creationId xmlns:a16="http://schemas.microsoft.com/office/drawing/2014/main" id="{0CFE5354-6528-B655-2F71-C40E6652C974}"/>
              </a:ext>
            </a:extLst>
          </p:cNvPr>
          <p:cNvSpPr txBox="1"/>
          <p:nvPr/>
        </p:nvSpPr>
        <p:spPr>
          <a:xfrm>
            <a:off x="2780732" y="1927613"/>
            <a:ext cx="696024" cy="184666"/>
          </a:xfrm>
          <a:prstGeom prst="rect">
            <a:avLst/>
          </a:prstGeom>
          <a:noFill/>
        </p:spPr>
        <p:txBody>
          <a:bodyPr wrap="none" rtlCol="0">
            <a:spAutoFit/>
          </a:bodyPr>
          <a:lstStyle/>
          <a:p>
            <a:r>
              <a:rPr lang="en-SG" sz="600" noProof="0" dirty="0">
                <a:solidFill>
                  <a:schemeClr val="bg2">
                    <a:lumMod val="50000"/>
                  </a:schemeClr>
                </a:solidFill>
              </a:rPr>
              <a:t>Container App*</a:t>
            </a:r>
          </a:p>
        </p:txBody>
      </p:sp>
      <p:sp>
        <p:nvSpPr>
          <p:cNvPr id="101" name="Rectangle 100">
            <a:extLst>
              <a:ext uri="{FF2B5EF4-FFF2-40B4-BE49-F238E27FC236}">
                <a16:creationId xmlns:a16="http://schemas.microsoft.com/office/drawing/2014/main" id="{CFA81C57-D300-B427-DE40-2B62676DD9DB}"/>
              </a:ext>
            </a:extLst>
          </p:cNvPr>
          <p:cNvSpPr/>
          <p:nvPr/>
        </p:nvSpPr>
        <p:spPr>
          <a:xfrm>
            <a:off x="2643318" y="2344579"/>
            <a:ext cx="931718"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2" name="TextBox 101">
            <a:extLst>
              <a:ext uri="{FF2B5EF4-FFF2-40B4-BE49-F238E27FC236}">
                <a16:creationId xmlns:a16="http://schemas.microsoft.com/office/drawing/2014/main" id="{1BD55332-0D37-1F73-DE04-476E2EBFB320}"/>
              </a:ext>
            </a:extLst>
          </p:cNvPr>
          <p:cNvSpPr txBox="1"/>
          <p:nvPr/>
        </p:nvSpPr>
        <p:spPr>
          <a:xfrm>
            <a:off x="2727787" y="2347547"/>
            <a:ext cx="798325" cy="338554"/>
          </a:xfrm>
          <a:prstGeom prst="rect">
            <a:avLst/>
          </a:prstGeom>
          <a:noFill/>
        </p:spPr>
        <p:txBody>
          <a:bodyPr wrap="square" rtlCol="0">
            <a:spAutoFit/>
          </a:bodyPr>
          <a:lstStyle/>
          <a:p>
            <a:pPr algn="ctr"/>
            <a:r>
              <a:rPr lang="en-SG" sz="800" noProof="0" dirty="0">
                <a:solidFill>
                  <a:sysClr val="windowText" lastClr="000000"/>
                </a:solidFill>
              </a:rPr>
              <a:t>Orchestrator</a:t>
            </a:r>
            <a:br>
              <a:rPr lang="en-SG" sz="800" noProof="0" dirty="0">
                <a:solidFill>
                  <a:sysClr val="windowText" lastClr="000000"/>
                </a:solidFill>
              </a:rPr>
            </a:br>
            <a:r>
              <a:rPr lang="en-SG" sz="800" noProof="0" dirty="0">
                <a:solidFill>
                  <a:sysClr val="windowText" lastClr="000000"/>
                </a:solidFill>
              </a:rPr>
              <a:t>Agent</a:t>
            </a:r>
          </a:p>
        </p:txBody>
      </p:sp>
      <p:pic>
        <p:nvPicPr>
          <p:cNvPr id="1026" name="Picture 2" descr="Secure SSO connection to Kontainer with Entra ID">
            <a:extLst>
              <a:ext uri="{FF2B5EF4-FFF2-40B4-BE49-F238E27FC236}">
                <a16:creationId xmlns:a16="http://schemas.microsoft.com/office/drawing/2014/main" id="{EDA950CF-B4B8-2749-9DA4-0E374F13D7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1718" y="582692"/>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106" name="TextBox 105">
            <a:extLst>
              <a:ext uri="{FF2B5EF4-FFF2-40B4-BE49-F238E27FC236}">
                <a16:creationId xmlns:a16="http://schemas.microsoft.com/office/drawing/2014/main" id="{BB2C8E63-2194-CB00-82D6-04BAD82DE9C9}"/>
              </a:ext>
            </a:extLst>
          </p:cNvPr>
          <p:cNvSpPr txBox="1"/>
          <p:nvPr/>
        </p:nvSpPr>
        <p:spPr>
          <a:xfrm>
            <a:off x="2681378" y="958709"/>
            <a:ext cx="861133" cy="338554"/>
          </a:xfrm>
          <a:prstGeom prst="rect">
            <a:avLst/>
          </a:prstGeom>
          <a:noFill/>
        </p:spPr>
        <p:txBody>
          <a:bodyPr wrap="square" rtlCol="0">
            <a:spAutoFit/>
          </a:bodyPr>
          <a:lstStyle/>
          <a:p>
            <a:pPr algn="ctr"/>
            <a:r>
              <a:rPr lang="en-SG" sz="800" noProof="0" dirty="0"/>
              <a:t>Microsoft Entra</a:t>
            </a:r>
          </a:p>
          <a:p>
            <a:pPr algn="ctr"/>
            <a:r>
              <a:rPr lang="en-SG" sz="800" noProof="0" dirty="0"/>
              <a:t>Agent Blueprint</a:t>
            </a:r>
          </a:p>
        </p:txBody>
      </p:sp>
      <p:pic>
        <p:nvPicPr>
          <p:cNvPr id="4" name="Picture 2" descr="Secure SSO connection to Kontainer with Entra ID">
            <a:extLst>
              <a:ext uri="{FF2B5EF4-FFF2-40B4-BE49-F238E27FC236}">
                <a16:creationId xmlns:a16="http://schemas.microsoft.com/office/drawing/2014/main" id="{E5C9A1C6-2B77-96CB-DCBD-7D4F4B0D44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9567" y="582481"/>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0951E7-E740-80D0-C045-79BB01FF7630}"/>
              </a:ext>
            </a:extLst>
          </p:cNvPr>
          <p:cNvSpPr txBox="1"/>
          <p:nvPr/>
        </p:nvSpPr>
        <p:spPr>
          <a:xfrm>
            <a:off x="3759227" y="958498"/>
            <a:ext cx="861133" cy="338554"/>
          </a:xfrm>
          <a:prstGeom prst="rect">
            <a:avLst/>
          </a:prstGeom>
          <a:noFill/>
        </p:spPr>
        <p:txBody>
          <a:bodyPr wrap="none" rtlCol="0">
            <a:spAutoFit/>
          </a:bodyPr>
          <a:lstStyle/>
          <a:p>
            <a:pPr algn="ctr"/>
            <a:r>
              <a:rPr lang="en-SG" sz="800" noProof="0" dirty="0"/>
              <a:t>Microsoft Entra</a:t>
            </a:r>
          </a:p>
          <a:p>
            <a:pPr algn="ctr"/>
            <a:r>
              <a:rPr lang="en-SG" sz="800" noProof="0" dirty="0"/>
              <a:t>Agent Id</a:t>
            </a:r>
          </a:p>
        </p:txBody>
      </p:sp>
      <p:cxnSp>
        <p:nvCxnSpPr>
          <p:cNvPr id="6" name="Straight Arrow Connector 5">
            <a:extLst>
              <a:ext uri="{FF2B5EF4-FFF2-40B4-BE49-F238E27FC236}">
                <a16:creationId xmlns:a16="http://schemas.microsoft.com/office/drawing/2014/main" id="{C8E5972D-6F75-BE75-8A51-BDB77B37569E}"/>
              </a:ext>
            </a:extLst>
          </p:cNvPr>
          <p:cNvCxnSpPr>
            <a:cxnSpLocks/>
            <a:stCxn id="1026" idx="3"/>
            <a:endCxn id="4" idx="1"/>
          </p:cNvCxnSpPr>
          <p:nvPr/>
        </p:nvCxnSpPr>
        <p:spPr>
          <a:xfrm flipV="1">
            <a:off x="3284982" y="779113"/>
            <a:ext cx="684585" cy="211"/>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0BEF44E5-5709-091F-0277-7F70CEAA3CD2}"/>
              </a:ext>
            </a:extLst>
          </p:cNvPr>
          <p:cNvSpPr txBox="1"/>
          <p:nvPr/>
        </p:nvSpPr>
        <p:spPr>
          <a:xfrm>
            <a:off x="3456757" y="589196"/>
            <a:ext cx="340158" cy="215444"/>
          </a:xfrm>
          <a:prstGeom prst="rect">
            <a:avLst/>
          </a:prstGeom>
          <a:noFill/>
        </p:spPr>
        <p:txBody>
          <a:bodyPr wrap="none" rtlCol="0">
            <a:spAutoFit/>
          </a:bodyPr>
          <a:lstStyle/>
          <a:p>
            <a:r>
              <a:rPr lang="en-SG" sz="800" noProof="0" dirty="0">
                <a:solidFill>
                  <a:schemeClr val="bg2">
                    <a:lumMod val="50000"/>
                  </a:schemeClr>
                </a:solidFill>
              </a:rPr>
              <a:t>1:N</a:t>
            </a:r>
          </a:p>
        </p:txBody>
      </p:sp>
      <p:cxnSp>
        <p:nvCxnSpPr>
          <p:cNvPr id="39" name="Straight Arrow Connector 38">
            <a:extLst>
              <a:ext uri="{FF2B5EF4-FFF2-40B4-BE49-F238E27FC236}">
                <a16:creationId xmlns:a16="http://schemas.microsoft.com/office/drawing/2014/main" id="{73D34FB1-D442-C3C6-3D56-D02E44D4E97B}"/>
              </a:ext>
            </a:extLst>
          </p:cNvPr>
          <p:cNvCxnSpPr>
            <a:cxnSpLocks/>
            <a:stCxn id="106" idx="2"/>
            <a:endCxn id="31" idx="0"/>
          </p:cNvCxnSpPr>
          <p:nvPr/>
        </p:nvCxnSpPr>
        <p:spPr>
          <a:xfrm flipH="1">
            <a:off x="3109960" y="1297263"/>
            <a:ext cx="1985" cy="496011"/>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8BDF5180-3E7F-DD55-1F53-DE9ED46C386B}"/>
              </a:ext>
            </a:extLst>
          </p:cNvPr>
          <p:cNvSpPr txBox="1"/>
          <p:nvPr/>
        </p:nvSpPr>
        <p:spPr>
          <a:xfrm>
            <a:off x="3292395" y="1347249"/>
            <a:ext cx="1967166" cy="276999"/>
          </a:xfrm>
          <a:prstGeom prst="rect">
            <a:avLst/>
          </a:prstGeom>
          <a:noFill/>
        </p:spPr>
        <p:txBody>
          <a:bodyPr wrap="square" rtlCol="0">
            <a:spAutoFit/>
          </a:bodyPr>
          <a:lstStyle/>
          <a:p>
            <a:r>
              <a:rPr lang="en-SG" sz="600" noProof="0" dirty="0">
                <a:solidFill>
                  <a:schemeClr val="bg2">
                    <a:lumMod val="50000"/>
                  </a:schemeClr>
                </a:solidFill>
              </a:rPr>
              <a:t>*Federated Identity Credential (FIC) is set up from Blueprint to Managed Identity</a:t>
            </a:r>
          </a:p>
        </p:txBody>
      </p:sp>
      <p:sp>
        <p:nvSpPr>
          <p:cNvPr id="48" name="Oval 47">
            <a:extLst>
              <a:ext uri="{FF2B5EF4-FFF2-40B4-BE49-F238E27FC236}">
                <a16:creationId xmlns:a16="http://schemas.microsoft.com/office/drawing/2014/main" id="{1D319131-C3D3-403E-4619-05C88025C276}"/>
              </a:ext>
            </a:extLst>
          </p:cNvPr>
          <p:cNvSpPr/>
          <p:nvPr/>
        </p:nvSpPr>
        <p:spPr>
          <a:xfrm>
            <a:off x="4488000" y="604461"/>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3</a:t>
            </a:r>
          </a:p>
        </p:txBody>
      </p:sp>
      <p:sp>
        <p:nvSpPr>
          <p:cNvPr id="62" name="TextBox 61">
            <a:extLst>
              <a:ext uri="{FF2B5EF4-FFF2-40B4-BE49-F238E27FC236}">
                <a16:creationId xmlns:a16="http://schemas.microsoft.com/office/drawing/2014/main" id="{3E7195FA-DA65-7030-EE7A-E9945E49EA03}"/>
              </a:ext>
            </a:extLst>
          </p:cNvPr>
          <p:cNvSpPr txBox="1"/>
          <p:nvPr/>
        </p:nvSpPr>
        <p:spPr>
          <a:xfrm>
            <a:off x="4747468" y="589279"/>
            <a:ext cx="1370889" cy="261610"/>
          </a:xfrm>
          <a:prstGeom prst="rect">
            <a:avLst/>
          </a:prstGeom>
          <a:noFill/>
        </p:spPr>
        <p:txBody>
          <a:bodyPr wrap="none" rtlCol="0">
            <a:spAutoFit/>
          </a:bodyPr>
          <a:lstStyle/>
          <a:p>
            <a:pPr algn="ctr"/>
            <a:r>
              <a:rPr lang="en-SG" sz="1100" noProof="0" dirty="0"/>
              <a:t>Agent Identification</a:t>
            </a:r>
          </a:p>
        </p:txBody>
      </p:sp>
      <p:sp>
        <p:nvSpPr>
          <p:cNvPr id="65" name="TextBox 64">
            <a:extLst>
              <a:ext uri="{FF2B5EF4-FFF2-40B4-BE49-F238E27FC236}">
                <a16:creationId xmlns:a16="http://schemas.microsoft.com/office/drawing/2014/main" id="{C1D7F95A-442C-2A77-8CD6-39132E791A2A}"/>
              </a:ext>
            </a:extLst>
          </p:cNvPr>
          <p:cNvSpPr txBox="1"/>
          <p:nvPr/>
        </p:nvSpPr>
        <p:spPr>
          <a:xfrm>
            <a:off x="4755519" y="781151"/>
            <a:ext cx="1517572" cy="461665"/>
          </a:xfrm>
          <a:prstGeom prst="rect">
            <a:avLst/>
          </a:prstGeom>
          <a:noFill/>
        </p:spPr>
        <p:txBody>
          <a:bodyPr wrap="square" rtlCol="0">
            <a:spAutoFit/>
          </a:bodyPr>
          <a:lstStyle/>
          <a:p>
            <a:r>
              <a:rPr lang="en-SG" sz="800" noProof="0" dirty="0">
                <a:solidFill>
                  <a:schemeClr val="bg2">
                    <a:lumMod val="50000"/>
                  </a:schemeClr>
                </a:solidFill>
              </a:rPr>
              <a:t>The Blueprint parent authenticates and returns the agent identity token</a:t>
            </a:r>
          </a:p>
        </p:txBody>
      </p:sp>
      <p:sp>
        <p:nvSpPr>
          <p:cNvPr id="27" name="TextBox 26">
            <a:extLst>
              <a:ext uri="{FF2B5EF4-FFF2-40B4-BE49-F238E27FC236}">
                <a16:creationId xmlns:a16="http://schemas.microsoft.com/office/drawing/2014/main" id="{E535B909-78F0-38D1-83B2-9551DA17F1F0}"/>
              </a:ext>
            </a:extLst>
          </p:cNvPr>
          <p:cNvSpPr txBox="1"/>
          <p:nvPr/>
        </p:nvSpPr>
        <p:spPr>
          <a:xfrm>
            <a:off x="2279578" y="1321646"/>
            <a:ext cx="1005404" cy="246221"/>
          </a:xfrm>
          <a:prstGeom prst="rect">
            <a:avLst/>
          </a:prstGeom>
          <a:noFill/>
        </p:spPr>
        <p:txBody>
          <a:bodyPr wrap="none" rtlCol="0">
            <a:spAutoFit/>
          </a:bodyPr>
          <a:lstStyle/>
          <a:p>
            <a:pPr algn="ctr"/>
            <a:r>
              <a:rPr lang="en-SG" sz="1000" b="1" noProof="0" dirty="0"/>
              <a:t>Agent runtime</a:t>
            </a:r>
          </a:p>
        </p:txBody>
      </p:sp>
      <p:cxnSp>
        <p:nvCxnSpPr>
          <p:cNvPr id="66" name="Connector: Elbow 65">
            <a:extLst>
              <a:ext uri="{FF2B5EF4-FFF2-40B4-BE49-F238E27FC236}">
                <a16:creationId xmlns:a16="http://schemas.microsoft.com/office/drawing/2014/main" id="{658C115D-1060-2C37-34C5-EFD36A99FDB5}"/>
              </a:ext>
            </a:extLst>
          </p:cNvPr>
          <p:cNvCxnSpPr>
            <a:cxnSpLocks/>
            <a:stCxn id="31" idx="3"/>
            <a:endCxn id="41" idx="0"/>
          </p:cNvCxnSpPr>
          <p:nvPr/>
        </p:nvCxnSpPr>
        <p:spPr>
          <a:xfrm flipH="1">
            <a:off x="3105768" y="1967554"/>
            <a:ext cx="436192" cy="1496237"/>
          </a:xfrm>
          <a:prstGeom prst="bentConnector4">
            <a:avLst>
              <a:gd name="adj1" fmla="val -67936"/>
              <a:gd name="adj2" fmla="val 82278"/>
            </a:avLst>
          </a:prstGeom>
          <a:ln w="3175">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97" name="Rectangle 96">
            <a:extLst>
              <a:ext uri="{FF2B5EF4-FFF2-40B4-BE49-F238E27FC236}">
                <a16:creationId xmlns:a16="http://schemas.microsoft.com/office/drawing/2014/main" id="{B64EB8D4-CBA6-9732-6567-E0BE84ABD150}"/>
              </a:ext>
            </a:extLst>
          </p:cNvPr>
          <p:cNvSpPr/>
          <p:nvPr/>
        </p:nvSpPr>
        <p:spPr>
          <a:xfrm>
            <a:off x="4502485" y="3672947"/>
            <a:ext cx="1205024" cy="37705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98" name="TextBox 97">
            <a:extLst>
              <a:ext uri="{FF2B5EF4-FFF2-40B4-BE49-F238E27FC236}">
                <a16:creationId xmlns:a16="http://schemas.microsoft.com/office/drawing/2014/main" id="{851A777B-FA99-C1FA-1F3D-7B810FADA3A0}"/>
              </a:ext>
            </a:extLst>
          </p:cNvPr>
          <p:cNvSpPr txBox="1"/>
          <p:nvPr/>
        </p:nvSpPr>
        <p:spPr>
          <a:xfrm>
            <a:off x="4482826" y="3730667"/>
            <a:ext cx="1260000" cy="246221"/>
          </a:xfrm>
          <a:prstGeom prst="rect">
            <a:avLst/>
          </a:prstGeom>
          <a:noFill/>
        </p:spPr>
        <p:txBody>
          <a:bodyPr wrap="square" rtlCol="0">
            <a:spAutoFit/>
          </a:bodyPr>
          <a:lstStyle/>
          <a:p>
            <a:pPr algn="ctr"/>
            <a:r>
              <a:rPr lang="en-SG" sz="1000" b="1" noProof="0" dirty="0"/>
              <a:t>AO MCP Gateway</a:t>
            </a:r>
          </a:p>
        </p:txBody>
      </p:sp>
      <p:sp>
        <p:nvSpPr>
          <p:cNvPr id="112" name="TextBox 111">
            <a:extLst>
              <a:ext uri="{FF2B5EF4-FFF2-40B4-BE49-F238E27FC236}">
                <a16:creationId xmlns:a16="http://schemas.microsoft.com/office/drawing/2014/main" id="{EEB2BA83-B289-B25F-1516-45F1B85DE9BC}"/>
              </a:ext>
            </a:extLst>
          </p:cNvPr>
          <p:cNvSpPr txBox="1"/>
          <p:nvPr/>
        </p:nvSpPr>
        <p:spPr>
          <a:xfrm>
            <a:off x="4190831" y="3021885"/>
            <a:ext cx="2137459" cy="307777"/>
          </a:xfrm>
          <a:prstGeom prst="rect">
            <a:avLst/>
          </a:prstGeom>
          <a:noFill/>
        </p:spPr>
        <p:txBody>
          <a:bodyPr wrap="square" rtlCol="0">
            <a:spAutoFit/>
          </a:bodyPr>
          <a:lstStyle/>
          <a:p>
            <a:r>
              <a:rPr lang="en-SG" sz="700" noProof="0" dirty="0">
                <a:solidFill>
                  <a:schemeClr val="bg2">
                    <a:lumMod val="50000"/>
                  </a:schemeClr>
                </a:solidFill>
              </a:rPr>
              <a:t>Checks whether tool call requires HITL escalation and if agent has the necessary access</a:t>
            </a:r>
          </a:p>
        </p:txBody>
      </p:sp>
      <p:sp>
        <p:nvSpPr>
          <p:cNvPr id="113" name="Oval 112">
            <a:extLst>
              <a:ext uri="{FF2B5EF4-FFF2-40B4-BE49-F238E27FC236}">
                <a16:creationId xmlns:a16="http://schemas.microsoft.com/office/drawing/2014/main" id="{DA6E2A47-9236-2320-759A-48A830DDF662}"/>
              </a:ext>
            </a:extLst>
          </p:cNvPr>
          <p:cNvSpPr/>
          <p:nvPr/>
        </p:nvSpPr>
        <p:spPr>
          <a:xfrm>
            <a:off x="4028853" y="2904933"/>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4</a:t>
            </a:r>
          </a:p>
        </p:txBody>
      </p:sp>
      <p:sp>
        <p:nvSpPr>
          <p:cNvPr id="114" name="TextBox 113">
            <a:extLst>
              <a:ext uri="{FF2B5EF4-FFF2-40B4-BE49-F238E27FC236}">
                <a16:creationId xmlns:a16="http://schemas.microsoft.com/office/drawing/2014/main" id="{643475E5-B9F7-7AE6-2078-391FE6EDE101}"/>
              </a:ext>
            </a:extLst>
          </p:cNvPr>
          <p:cNvSpPr txBox="1"/>
          <p:nvPr/>
        </p:nvSpPr>
        <p:spPr>
          <a:xfrm>
            <a:off x="4186543" y="2877687"/>
            <a:ext cx="1377300" cy="230832"/>
          </a:xfrm>
          <a:prstGeom prst="rect">
            <a:avLst/>
          </a:prstGeom>
          <a:noFill/>
        </p:spPr>
        <p:txBody>
          <a:bodyPr wrap="none" rtlCol="0">
            <a:spAutoFit/>
          </a:bodyPr>
          <a:lstStyle/>
          <a:p>
            <a:pPr algn="ctr"/>
            <a:r>
              <a:rPr lang="en-SG" sz="900" noProof="0" dirty="0"/>
              <a:t>Agent-Tool ABAC Check</a:t>
            </a:r>
          </a:p>
        </p:txBody>
      </p:sp>
      <p:sp>
        <p:nvSpPr>
          <p:cNvPr id="122" name="Rectangle 121">
            <a:extLst>
              <a:ext uri="{FF2B5EF4-FFF2-40B4-BE49-F238E27FC236}">
                <a16:creationId xmlns:a16="http://schemas.microsoft.com/office/drawing/2014/main" id="{C24D694B-BDC3-1937-1E55-34DFEAC27A1A}"/>
              </a:ext>
            </a:extLst>
          </p:cNvPr>
          <p:cNvSpPr/>
          <p:nvPr/>
        </p:nvSpPr>
        <p:spPr>
          <a:xfrm>
            <a:off x="3956023" y="2325437"/>
            <a:ext cx="599368" cy="37705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23" name="TextBox 122">
            <a:extLst>
              <a:ext uri="{FF2B5EF4-FFF2-40B4-BE49-F238E27FC236}">
                <a16:creationId xmlns:a16="http://schemas.microsoft.com/office/drawing/2014/main" id="{356E66F4-CA1C-945B-1972-8580D7D2BCA1}"/>
              </a:ext>
            </a:extLst>
          </p:cNvPr>
          <p:cNvSpPr txBox="1"/>
          <p:nvPr/>
        </p:nvSpPr>
        <p:spPr>
          <a:xfrm>
            <a:off x="3997164" y="2388106"/>
            <a:ext cx="561371" cy="246221"/>
          </a:xfrm>
          <a:prstGeom prst="rect">
            <a:avLst/>
          </a:prstGeom>
          <a:noFill/>
        </p:spPr>
        <p:txBody>
          <a:bodyPr wrap="none" rtlCol="0">
            <a:spAutoFit/>
          </a:bodyPr>
          <a:lstStyle/>
          <a:p>
            <a:pPr algn="ctr"/>
            <a:r>
              <a:rPr lang="en-SG" sz="1000" b="1" noProof="0" dirty="0"/>
              <a:t>State^</a:t>
            </a:r>
          </a:p>
        </p:txBody>
      </p:sp>
      <p:cxnSp>
        <p:nvCxnSpPr>
          <p:cNvPr id="124" name="Connector: Elbow 123">
            <a:extLst>
              <a:ext uri="{FF2B5EF4-FFF2-40B4-BE49-F238E27FC236}">
                <a16:creationId xmlns:a16="http://schemas.microsoft.com/office/drawing/2014/main" id="{314E71F1-1CCE-81A3-42C2-15339BB8BE24}"/>
              </a:ext>
            </a:extLst>
          </p:cNvPr>
          <p:cNvCxnSpPr>
            <a:cxnSpLocks/>
            <a:endCxn id="101" idx="2"/>
          </p:cNvCxnSpPr>
          <p:nvPr/>
        </p:nvCxnSpPr>
        <p:spPr>
          <a:xfrm rot="5400000" flipH="1" flipV="1">
            <a:off x="2577881" y="2939532"/>
            <a:ext cx="777690" cy="284902"/>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cxnSp>
        <p:nvCxnSpPr>
          <p:cNvPr id="1032" name="Straight Arrow Connector 1031">
            <a:extLst>
              <a:ext uri="{FF2B5EF4-FFF2-40B4-BE49-F238E27FC236}">
                <a16:creationId xmlns:a16="http://schemas.microsoft.com/office/drawing/2014/main" id="{D859C0C5-1F6A-5178-8D2D-C5687C5191B6}"/>
              </a:ext>
            </a:extLst>
          </p:cNvPr>
          <p:cNvCxnSpPr>
            <a:cxnSpLocks/>
            <a:stCxn id="101" idx="0"/>
            <a:endCxn id="31" idx="2"/>
          </p:cNvCxnSpPr>
          <p:nvPr/>
        </p:nvCxnSpPr>
        <p:spPr>
          <a:xfrm flipV="1">
            <a:off x="3109177" y="2141833"/>
            <a:ext cx="783" cy="202746"/>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35" name="TextBox 1034">
            <a:extLst>
              <a:ext uri="{FF2B5EF4-FFF2-40B4-BE49-F238E27FC236}">
                <a16:creationId xmlns:a16="http://schemas.microsoft.com/office/drawing/2014/main" id="{48FF2131-975E-5430-5393-67F74893022E}"/>
              </a:ext>
            </a:extLst>
          </p:cNvPr>
          <p:cNvSpPr txBox="1"/>
          <p:nvPr/>
        </p:nvSpPr>
        <p:spPr>
          <a:xfrm>
            <a:off x="0" y="6672383"/>
            <a:ext cx="9310036" cy="215444"/>
          </a:xfrm>
          <a:prstGeom prst="rect">
            <a:avLst/>
          </a:prstGeom>
          <a:noFill/>
        </p:spPr>
        <p:txBody>
          <a:bodyPr wrap="square">
            <a:spAutoFit/>
          </a:bodyPr>
          <a:lstStyle/>
          <a:p>
            <a:r>
              <a:rPr lang="en-SG" sz="800" noProof="0" dirty="0"/>
              <a:t>*Assuming Platform &amp; Infra team proposes Azure Container Apps, can be other compute/hosting services too</a:t>
            </a:r>
          </a:p>
        </p:txBody>
      </p:sp>
      <p:sp>
        <p:nvSpPr>
          <p:cNvPr id="1037" name="TextBox 1036">
            <a:extLst>
              <a:ext uri="{FF2B5EF4-FFF2-40B4-BE49-F238E27FC236}">
                <a16:creationId xmlns:a16="http://schemas.microsoft.com/office/drawing/2014/main" id="{B3D70766-E466-800A-3E4D-746F6998C5C6}"/>
              </a:ext>
            </a:extLst>
          </p:cNvPr>
          <p:cNvSpPr txBox="1"/>
          <p:nvPr/>
        </p:nvSpPr>
        <p:spPr>
          <a:xfrm>
            <a:off x="4786999" y="6537874"/>
            <a:ext cx="1435103" cy="215444"/>
          </a:xfrm>
          <a:prstGeom prst="rect">
            <a:avLst/>
          </a:prstGeom>
          <a:noFill/>
        </p:spPr>
        <p:txBody>
          <a:bodyPr wrap="square" rtlCol="0">
            <a:spAutoFit/>
          </a:bodyPr>
          <a:lstStyle/>
          <a:p>
            <a:pPr algn="ctr"/>
            <a:r>
              <a:rPr lang="en-SG" sz="800" noProof="0" dirty="0"/>
              <a:t>Other tools that AO may call</a:t>
            </a:r>
          </a:p>
        </p:txBody>
      </p:sp>
      <p:sp>
        <p:nvSpPr>
          <p:cNvPr id="1049" name="Rectangle 1048">
            <a:extLst>
              <a:ext uri="{FF2B5EF4-FFF2-40B4-BE49-F238E27FC236}">
                <a16:creationId xmlns:a16="http://schemas.microsoft.com/office/drawing/2014/main" id="{4FF48FC4-CD21-2803-FF5E-3A75941E9ECF}"/>
              </a:ext>
            </a:extLst>
          </p:cNvPr>
          <p:cNvSpPr/>
          <p:nvPr/>
        </p:nvSpPr>
        <p:spPr>
          <a:xfrm>
            <a:off x="9374788" y="3013308"/>
            <a:ext cx="945984" cy="6107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50" name="TextBox 1049">
            <a:extLst>
              <a:ext uri="{FF2B5EF4-FFF2-40B4-BE49-F238E27FC236}">
                <a16:creationId xmlns:a16="http://schemas.microsoft.com/office/drawing/2014/main" id="{5E0644A5-B893-8929-0143-CC7F4974EBD9}"/>
              </a:ext>
            </a:extLst>
          </p:cNvPr>
          <p:cNvSpPr txBox="1"/>
          <p:nvPr/>
        </p:nvSpPr>
        <p:spPr>
          <a:xfrm>
            <a:off x="9374788" y="3189460"/>
            <a:ext cx="1026512" cy="246221"/>
          </a:xfrm>
          <a:prstGeom prst="rect">
            <a:avLst/>
          </a:prstGeom>
          <a:noFill/>
        </p:spPr>
        <p:txBody>
          <a:bodyPr wrap="square" rtlCol="0">
            <a:spAutoFit/>
          </a:bodyPr>
          <a:lstStyle/>
          <a:p>
            <a:r>
              <a:rPr lang="en-SG" sz="1000" b="1" noProof="0" dirty="0">
                <a:solidFill>
                  <a:sysClr val="windowText" lastClr="000000"/>
                </a:solidFill>
              </a:rPr>
              <a:t>MCP Gateway</a:t>
            </a:r>
          </a:p>
        </p:txBody>
      </p:sp>
      <p:cxnSp>
        <p:nvCxnSpPr>
          <p:cNvPr id="1052" name="Straight Arrow Connector 1051">
            <a:extLst>
              <a:ext uri="{FF2B5EF4-FFF2-40B4-BE49-F238E27FC236}">
                <a16:creationId xmlns:a16="http://schemas.microsoft.com/office/drawing/2014/main" id="{B62C6128-257F-893B-D2BC-C39DDDE09CD4}"/>
              </a:ext>
            </a:extLst>
          </p:cNvPr>
          <p:cNvCxnSpPr>
            <a:cxnSpLocks/>
            <a:stCxn id="1049" idx="3"/>
            <a:endCxn id="51" idx="1"/>
          </p:cNvCxnSpPr>
          <p:nvPr/>
        </p:nvCxnSpPr>
        <p:spPr>
          <a:xfrm flipV="1">
            <a:off x="10320772" y="3312572"/>
            <a:ext cx="286584" cy="6123"/>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55" name="Rectangle 1054">
            <a:extLst>
              <a:ext uri="{FF2B5EF4-FFF2-40B4-BE49-F238E27FC236}">
                <a16:creationId xmlns:a16="http://schemas.microsoft.com/office/drawing/2014/main" id="{95B80BAD-007D-9B1D-D998-CA182FE7D909}"/>
              </a:ext>
            </a:extLst>
          </p:cNvPr>
          <p:cNvSpPr/>
          <p:nvPr/>
        </p:nvSpPr>
        <p:spPr>
          <a:xfrm>
            <a:off x="5873750" y="3672948"/>
            <a:ext cx="2743200" cy="151941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62" name="Diamond 1061">
            <a:extLst>
              <a:ext uri="{FF2B5EF4-FFF2-40B4-BE49-F238E27FC236}">
                <a16:creationId xmlns:a16="http://schemas.microsoft.com/office/drawing/2014/main" id="{127104DD-6816-3FBD-2221-EB1B48ED9473}"/>
              </a:ext>
            </a:extLst>
          </p:cNvPr>
          <p:cNvSpPr/>
          <p:nvPr/>
        </p:nvSpPr>
        <p:spPr>
          <a:xfrm>
            <a:off x="7194384" y="3845001"/>
            <a:ext cx="794799" cy="540000"/>
          </a:xfrm>
          <a:prstGeom prst="diamond">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en-SG" sz="800" noProof="0" dirty="0"/>
          </a:p>
        </p:txBody>
      </p:sp>
      <p:sp>
        <p:nvSpPr>
          <p:cNvPr id="1063" name="TextBox 1062">
            <a:extLst>
              <a:ext uri="{FF2B5EF4-FFF2-40B4-BE49-F238E27FC236}">
                <a16:creationId xmlns:a16="http://schemas.microsoft.com/office/drawing/2014/main" id="{7F6B6ED3-D34C-B61D-0D62-838D139F5ACC}"/>
              </a:ext>
            </a:extLst>
          </p:cNvPr>
          <p:cNvSpPr txBox="1"/>
          <p:nvPr/>
        </p:nvSpPr>
        <p:spPr>
          <a:xfrm>
            <a:off x="7253616" y="4020306"/>
            <a:ext cx="688009" cy="184666"/>
          </a:xfrm>
          <a:prstGeom prst="rect">
            <a:avLst/>
          </a:prstGeom>
          <a:noFill/>
        </p:spPr>
        <p:txBody>
          <a:bodyPr wrap="none" rtlCol="0">
            <a:spAutoFit/>
          </a:bodyPr>
          <a:lstStyle/>
          <a:p>
            <a:pPr algn="ctr"/>
            <a:r>
              <a:rPr lang="en-SG" sz="600" noProof="0" dirty="0"/>
              <a:t>HITL Required?</a:t>
            </a:r>
          </a:p>
        </p:txBody>
      </p:sp>
      <p:cxnSp>
        <p:nvCxnSpPr>
          <p:cNvPr id="1064" name="Connector: Elbow 1063">
            <a:extLst>
              <a:ext uri="{FF2B5EF4-FFF2-40B4-BE49-F238E27FC236}">
                <a16:creationId xmlns:a16="http://schemas.microsoft.com/office/drawing/2014/main" id="{DE05B79C-3EC9-94F1-2E30-D68A18A55863}"/>
              </a:ext>
            </a:extLst>
          </p:cNvPr>
          <p:cNvCxnSpPr>
            <a:cxnSpLocks/>
            <a:stCxn id="97" idx="0"/>
            <a:endCxn id="1062" idx="0"/>
          </p:cNvCxnSpPr>
          <p:nvPr/>
        </p:nvCxnSpPr>
        <p:spPr>
          <a:xfrm rot="16200000" flipH="1">
            <a:off x="6262363" y="2515581"/>
            <a:ext cx="172054" cy="2486787"/>
          </a:xfrm>
          <a:prstGeom prst="bentConnector3">
            <a:avLst>
              <a:gd name="adj1" fmla="val -56099"/>
            </a:avLst>
          </a:prstGeom>
          <a:ln w="3175">
            <a:tailEnd type="triangle"/>
          </a:ln>
        </p:spPr>
        <p:style>
          <a:lnRef idx="2">
            <a:schemeClr val="dk1"/>
          </a:lnRef>
          <a:fillRef idx="0">
            <a:schemeClr val="dk1"/>
          </a:fillRef>
          <a:effectRef idx="1">
            <a:schemeClr val="dk1"/>
          </a:effectRef>
          <a:fontRef idx="minor">
            <a:schemeClr val="tx1"/>
          </a:fontRef>
        </p:style>
      </p:cxnSp>
      <p:sp>
        <p:nvSpPr>
          <p:cNvPr id="1075" name="TextBox 1074">
            <a:extLst>
              <a:ext uri="{FF2B5EF4-FFF2-40B4-BE49-F238E27FC236}">
                <a16:creationId xmlns:a16="http://schemas.microsoft.com/office/drawing/2014/main" id="{1E36421E-22AF-9B9B-7093-DC32E30FDB93}"/>
              </a:ext>
            </a:extLst>
          </p:cNvPr>
          <p:cNvSpPr txBox="1"/>
          <p:nvPr/>
        </p:nvSpPr>
        <p:spPr>
          <a:xfrm>
            <a:off x="7591783" y="4279060"/>
            <a:ext cx="718183" cy="276999"/>
          </a:xfrm>
          <a:prstGeom prst="rect">
            <a:avLst/>
          </a:prstGeom>
          <a:noFill/>
        </p:spPr>
        <p:txBody>
          <a:bodyPr wrap="square" rtlCol="0">
            <a:spAutoFit/>
          </a:bodyPr>
          <a:lstStyle/>
          <a:p>
            <a:pPr algn="ctr"/>
            <a:r>
              <a:rPr lang="en-SG" sz="600" noProof="0" dirty="0">
                <a:solidFill>
                  <a:schemeClr val="bg2">
                    <a:lumMod val="50000"/>
                  </a:schemeClr>
                </a:solidFill>
              </a:rPr>
              <a:t>No: use agent identity</a:t>
            </a:r>
          </a:p>
        </p:txBody>
      </p:sp>
      <p:cxnSp>
        <p:nvCxnSpPr>
          <p:cNvPr id="1077" name="Connector: Elbow 1076">
            <a:extLst>
              <a:ext uri="{FF2B5EF4-FFF2-40B4-BE49-F238E27FC236}">
                <a16:creationId xmlns:a16="http://schemas.microsoft.com/office/drawing/2014/main" id="{91767450-C7A8-CE40-C391-250BF3A461A3}"/>
              </a:ext>
            </a:extLst>
          </p:cNvPr>
          <p:cNvCxnSpPr>
            <a:cxnSpLocks/>
            <a:stCxn id="1062" idx="1"/>
            <a:endCxn id="55" idx="3"/>
          </p:cNvCxnSpPr>
          <p:nvPr/>
        </p:nvCxnSpPr>
        <p:spPr>
          <a:xfrm rot="10800000" flipV="1">
            <a:off x="4555392" y="4115000"/>
            <a:ext cx="2638992" cy="1059915"/>
          </a:xfrm>
          <a:prstGeom prst="bentConnector3">
            <a:avLst>
              <a:gd name="adj1" fmla="val 54812"/>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090" name="Connector: Elbow 1089">
            <a:extLst>
              <a:ext uri="{FF2B5EF4-FFF2-40B4-BE49-F238E27FC236}">
                <a16:creationId xmlns:a16="http://schemas.microsoft.com/office/drawing/2014/main" id="{20801371-C9A4-440A-DFB5-1A66F94C9410}"/>
              </a:ext>
            </a:extLst>
          </p:cNvPr>
          <p:cNvCxnSpPr>
            <a:cxnSpLocks/>
            <a:stCxn id="41" idx="3"/>
            <a:endCxn id="98" idx="1"/>
          </p:cNvCxnSpPr>
          <p:nvPr/>
        </p:nvCxnSpPr>
        <p:spPr>
          <a:xfrm>
            <a:off x="3588088" y="3621494"/>
            <a:ext cx="894738" cy="232284"/>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1116" name="TextBox 1115">
            <a:extLst>
              <a:ext uri="{FF2B5EF4-FFF2-40B4-BE49-F238E27FC236}">
                <a16:creationId xmlns:a16="http://schemas.microsoft.com/office/drawing/2014/main" id="{B26BEA87-B4D5-8F00-B57B-D7AFC0336CCE}"/>
              </a:ext>
            </a:extLst>
          </p:cNvPr>
          <p:cNvSpPr txBox="1"/>
          <p:nvPr/>
        </p:nvSpPr>
        <p:spPr>
          <a:xfrm>
            <a:off x="5854185" y="3664446"/>
            <a:ext cx="1061509" cy="246221"/>
          </a:xfrm>
          <a:prstGeom prst="rect">
            <a:avLst/>
          </a:prstGeom>
          <a:noFill/>
        </p:spPr>
        <p:txBody>
          <a:bodyPr wrap="none" rtlCol="0">
            <a:spAutoFit/>
          </a:bodyPr>
          <a:lstStyle/>
          <a:p>
            <a:pPr algn="ctr"/>
            <a:r>
              <a:rPr lang="en-SG" sz="1000" b="1" noProof="0" dirty="0"/>
              <a:t>AO MCP Server</a:t>
            </a:r>
          </a:p>
        </p:txBody>
      </p:sp>
      <p:sp>
        <p:nvSpPr>
          <p:cNvPr id="96" name="Diamond 95">
            <a:extLst>
              <a:ext uri="{FF2B5EF4-FFF2-40B4-BE49-F238E27FC236}">
                <a16:creationId xmlns:a16="http://schemas.microsoft.com/office/drawing/2014/main" id="{8E5A7D67-A4FA-FB10-67BF-C3B2CCBCAB80}"/>
              </a:ext>
            </a:extLst>
          </p:cNvPr>
          <p:cNvSpPr/>
          <p:nvPr/>
        </p:nvSpPr>
        <p:spPr>
          <a:xfrm>
            <a:off x="7194292" y="4554996"/>
            <a:ext cx="794799" cy="540000"/>
          </a:xfrm>
          <a:prstGeom prst="diamond">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en-SG" sz="800" noProof="0" dirty="0"/>
          </a:p>
        </p:txBody>
      </p:sp>
      <p:sp>
        <p:nvSpPr>
          <p:cNvPr id="99" name="TextBox 98">
            <a:extLst>
              <a:ext uri="{FF2B5EF4-FFF2-40B4-BE49-F238E27FC236}">
                <a16:creationId xmlns:a16="http://schemas.microsoft.com/office/drawing/2014/main" id="{9C672022-7A50-2C74-817B-4DA2CF82C271}"/>
              </a:ext>
            </a:extLst>
          </p:cNvPr>
          <p:cNvSpPr txBox="1"/>
          <p:nvPr/>
        </p:nvSpPr>
        <p:spPr>
          <a:xfrm>
            <a:off x="7293873" y="4707162"/>
            <a:ext cx="617477" cy="276999"/>
          </a:xfrm>
          <a:prstGeom prst="rect">
            <a:avLst/>
          </a:prstGeom>
          <a:noFill/>
        </p:spPr>
        <p:txBody>
          <a:bodyPr wrap="none" rtlCol="0">
            <a:spAutoFit/>
          </a:bodyPr>
          <a:lstStyle/>
          <a:p>
            <a:pPr algn="ctr"/>
            <a:r>
              <a:rPr lang="en-SG" sz="600" noProof="0" dirty="0"/>
              <a:t>Synchronous</a:t>
            </a:r>
          </a:p>
          <a:p>
            <a:pPr algn="ctr"/>
            <a:r>
              <a:rPr lang="en-SG" sz="600" noProof="0" dirty="0"/>
              <a:t>Call?</a:t>
            </a:r>
          </a:p>
        </p:txBody>
      </p:sp>
      <p:sp>
        <p:nvSpPr>
          <p:cNvPr id="104" name="TextBox 103">
            <a:extLst>
              <a:ext uri="{FF2B5EF4-FFF2-40B4-BE49-F238E27FC236}">
                <a16:creationId xmlns:a16="http://schemas.microsoft.com/office/drawing/2014/main" id="{2CBB6D5F-3FF0-5165-BE51-251F3BA5EADF}"/>
              </a:ext>
            </a:extLst>
          </p:cNvPr>
          <p:cNvSpPr txBox="1"/>
          <p:nvPr/>
        </p:nvSpPr>
        <p:spPr>
          <a:xfrm>
            <a:off x="5908417" y="3951873"/>
            <a:ext cx="1247457" cy="184666"/>
          </a:xfrm>
          <a:prstGeom prst="rect">
            <a:avLst/>
          </a:prstGeom>
          <a:noFill/>
        </p:spPr>
        <p:txBody>
          <a:bodyPr wrap="none" rtlCol="0">
            <a:spAutoFit/>
          </a:bodyPr>
          <a:lstStyle/>
          <a:p>
            <a:pPr algn="ctr"/>
            <a:r>
              <a:rPr lang="en-SG" sz="600" noProof="0" dirty="0">
                <a:solidFill>
                  <a:schemeClr val="bg2">
                    <a:lumMod val="50000"/>
                  </a:schemeClr>
                </a:solidFill>
              </a:rPr>
              <a:t>Yes: ask for User’s On-Behalf-Of</a:t>
            </a:r>
          </a:p>
        </p:txBody>
      </p:sp>
      <p:cxnSp>
        <p:nvCxnSpPr>
          <p:cNvPr id="110" name="Straight Arrow Connector 109">
            <a:extLst>
              <a:ext uri="{FF2B5EF4-FFF2-40B4-BE49-F238E27FC236}">
                <a16:creationId xmlns:a16="http://schemas.microsoft.com/office/drawing/2014/main" id="{428CB1E3-BE34-4E89-FE68-07432758F59A}"/>
              </a:ext>
            </a:extLst>
          </p:cNvPr>
          <p:cNvCxnSpPr>
            <a:cxnSpLocks/>
            <a:stCxn id="1062" idx="2"/>
            <a:endCxn id="96" idx="0"/>
          </p:cNvCxnSpPr>
          <p:nvPr/>
        </p:nvCxnSpPr>
        <p:spPr>
          <a:xfrm flipH="1">
            <a:off x="7591692" y="4385001"/>
            <a:ext cx="92" cy="169995"/>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cxnSp>
        <p:nvCxnSpPr>
          <p:cNvPr id="116" name="Connector: Elbow 115">
            <a:extLst>
              <a:ext uri="{FF2B5EF4-FFF2-40B4-BE49-F238E27FC236}">
                <a16:creationId xmlns:a16="http://schemas.microsoft.com/office/drawing/2014/main" id="{CCEE3124-601B-F849-AB59-048C125E3A6F}"/>
              </a:ext>
            </a:extLst>
          </p:cNvPr>
          <p:cNvCxnSpPr>
            <a:cxnSpLocks/>
            <a:stCxn id="96" idx="3"/>
            <a:endCxn id="33" idx="3"/>
          </p:cNvCxnSpPr>
          <p:nvPr/>
        </p:nvCxnSpPr>
        <p:spPr>
          <a:xfrm flipH="1">
            <a:off x="5594998" y="4824996"/>
            <a:ext cx="2394093" cy="1600133"/>
          </a:xfrm>
          <a:prstGeom prst="bentConnector3">
            <a:avLst>
              <a:gd name="adj1" fmla="val -9549"/>
            </a:avLst>
          </a:prstGeom>
          <a:ln w="3175">
            <a:tailEnd type="triangle"/>
          </a:ln>
        </p:spPr>
        <p:style>
          <a:lnRef idx="2">
            <a:schemeClr val="dk1"/>
          </a:lnRef>
          <a:fillRef idx="0">
            <a:schemeClr val="dk1"/>
          </a:fillRef>
          <a:effectRef idx="1">
            <a:schemeClr val="dk1"/>
          </a:effectRef>
          <a:fontRef idx="minor">
            <a:schemeClr val="tx1"/>
          </a:fontRef>
        </p:style>
      </p:cxnSp>
      <p:cxnSp>
        <p:nvCxnSpPr>
          <p:cNvPr id="121" name="Connector: Elbow 120">
            <a:extLst>
              <a:ext uri="{FF2B5EF4-FFF2-40B4-BE49-F238E27FC236}">
                <a16:creationId xmlns:a16="http://schemas.microsoft.com/office/drawing/2014/main" id="{B5D8AE73-E4BD-DCF2-5CFD-9C10E199B3ED}"/>
              </a:ext>
            </a:extLst>
          </p:cNvPr>
          <p:cNvCxnSpPr>
            <a:cxnSpLocks/>
            <a:stCxn id="96" idx="3"/>
            <a:endCxn id="1050" idx="1"/>
          </p:cNvCxnSpPr>
          <p:nvPr/>
        </p:nvCxnSpPr>
        <p:spPr>
          <a:xfrm flipV="1">
            <a:off x="7989091" y="3312571"/>
            <a:ext cx="1385697" cy="1512425"/>
          </a:xfrm>
          <a:prstGeom prst="bentConnector3">
            <a:avLst>
              <a:gd name="adj1" fmla="val 32586"/>
            </a:avLst>
          </a:prstGeom>
          <a:ln w="3175">
            <a:tailEnd type="triangle"/>
          </a:ln>
        </p:spPr>
        <p:style>
          <a:lnRef idx="2">
            <a:schemeClr val="dk1"/>
          </a:lnRef>
          <a:fillRef idx="0">
            <a:schemeClr val="dk1"/>
          </a:fillRef>
          <a:effectRef idx="1">
            <a:schemeClr val="dk1"/>
          </a:effectRef>
          <a:fontRef idx="minor">
            <a:schemeClr val="tx1"/>
          </a:fontRef>
        </p:style>
      </p:cxnSp>
      <p:sp>
        <p:nvSpPr>
          <p:cNvPr id="1029" name="TextBox 1028">
            <a:extLst>
              <a:ext uri="{FF2B5EF4-FFF2-40B4-BE49-F238E27FC236}">
                <a16:creationId xmlns:a16="http://schemas.microsoft.com/office/drawing/2014/main" id="{263952AE-D8DD-F967-FAAF-BE45221D0D20}"/>
              </a:ext>
            </a:extLst>
          </p:cNvPr>
          <p:cNvSpPr txBox="1"/>
          <p:nvPr/>
        </p:nvSpPr>
        <p:spPr>
          <a:xfrm>
            <a:off x="39351" y="6403579"/>
            <a:ext cx="3600000" cy="215444"/>
          </a:xfrm>
          <a:prstGeom prst="rect">
            <a:avLst/>
          </a:prstGeom>
          <a:noFill/>
        </p:spPr>
        <p:txBody>
          <a:bodyPr wrap="square">
            <a:spAutoFit/>
          </a:bodyPr>
          <a:lstStyle/>
          <a:p>
            <a:r>
              <a:rPr lang="en-SG" sz="800" noProof="0" dirty="0"/>
              <a:t>Interrupt &amp; Halt = tell orchestrator to spin down process, to resume state later </a:t>
            </a:r>
          </a:p>
        </p:txBody>
      </p:sp>
      <p:sp>
        <p:nvSpPr>
          <p:cNvPr id="1047" name="Rectangle 1046">
            <a:extLst>
              <a:ext uri="{FF2B5EF4-FFF2-40B4-BE49-F238E27FC236}">
                <a16:creationId xmlns:a16="http://schemas.microsoft.com/office/drawing/2014/main" id="{4F51C70F-BEAC-E292-67A7-8AFD34CFAE3B}"/>
              </a:ext>
            </a:extLst>
          </p:cNvPr>
          <p:cNvSpPr/>
          <p:nvPr/>
        </p:nvSpPr>
        <p:spPr>
          <a:xfrm>
            <a:off x="6703892" y="1408934"/>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48" name="TextBox 1047">
            <a:extLst>
              <a:ext uri="{FF2B5EF4-FFF2-40B4-BE49-F238E27FC236}">
                <a16:creationId xmlns:a16="http://schemas.microsoft.com/office/drawing/2014/main" id="{11ABE031-69AA-354F-9362-BB995758B967}"/>
              </a:ext>
            </a:extLst>
          </p:cNvPr>
          <p:cNvSpPr txBox="1"/>
          <p:nvPr/>
        </p:nvSpPr>
        <p:spPr>
          <a:xfrm>
            <a:off x="6922417" y="1432206"/>
            <a:ext cx="833883" cy="400110"/>
          </a:xfrm>
          <a:prstGeom prst="rect">
            <a:avLst/>
          </a:prstGeom>
          <a:noFill/>
        </p:spPr>
        <p:txBody>
          <a:bodyPr wrap="none" rtlCol="0">
            <a:spAutoFit/>
          </a:bodyPr>
          <a:lstStyle/>
          <a:p>
            <a:pPr algn="ctr"/>
            <a:r>
              <a:rPr lang="en-SG" sz="1000" b="1" noProof="0" dirty="0"/>
              <a:t>AI Queue</a:t>
            </a:r>
          </a:p>
          <a:p>
            <a:pPr algn="ctr"/>
            <a:r>
              <a:rPr lang="en-SG" sz="1000" b="1" noProof="0" dirty="0"/>
              <a:t>(KIV name)</a:t>
            </a:r>
          </a:p>
        </p:txBody>
      </p:sp>
      <p:sp>
        <p:nvSpPr>
          <p:cNvPr id="1051" name="TextBox 1050">
            <a:extLst>
              <a:ext uri="{FF2B5EF4-FFF2-40B4-BE49-F238E27FC236}">
                <a16:creationId xmlns:a16="http://schemas.microsoft.com/office/drawing/2014/main" id="{1D9FE9C8-3384-324F-3A80-3E436D96E190}"/>
              </a:ext>
            </a:extLst>
          </p:cNvPr>
          <p:cNvSpPr txBox="1"/>
          <p:nvPr/>
        </p:nvSpPr>
        <p:spPr>
          <a:xfrm>
            <a:off x="2817802" y="4574160"/>
            <a:ext cx="1646605" cy="338554"/>
          </a:xfrm>
          <a:prstGeom prst="rect">
            <a:avLst/>
          </a:prstGeom>
          <a:noFill/>
        </p:spPr>
        <p:txBody>
          <a:bodyPr wrap="none" rtlCol="0">
            <a:spAutoFit/>
          </a:bodyPr>
          <a:lstStyle/>
          <a:p>
            <a:r>
              <a:rPr lang="en-SG" sz="800" noProof="0" dirty="0">
                <a:solidFill>
                  <a:schemeClr val="bg2">
                    <a:lumMod val="50000"/>
                  </a:schemeClr>
                </a:solidFill>
              </a:rPr>
              <a:t>Cryptographic binding </a:t>
            </a:r>
            <a:br>
              <a:rPr lang="en-SG" sz="800" noProof="0" dirty="0">
                <a:solidFill>
                  <a:schemeClr val="bg2">
                    <a:lumMod val="50000"/>
                  </a:schemeClr>
                </a:solidFill>
              </a:rPr>
            </a:br>
            <a:r>
              <a:rPr lang="en-SG" sz="800" noProof="0" dirty="0">
                <a:solidFill>
                  <a:schemeClr val="bg2">
                    <a:lumMod val="50000"/>
                  </a:schemeClr>
                </a:solidFill>
              </a:rPr>
              <a:t>(Officer’s Id + task id + agent id) </a:t>
            </a:r>
          </a:p>
        </p:txBody>
      </p:sp>
      <p:sp>
        <p:nvSpPr>
          <p:cNvPr id="1053" name="Oval 1052">
            <a:extLst>
              <a:ext uri="{FF2B5EF4-FFF2-40B4-BE49-F238E27FC236}">
                <a16:creationId xmlns:a16="http://schemas.microsoft.com/office/drawing/2014/main" id="{53074287-21E0-2A2C-F4A8-AA9CDED36AD1}"/>
              </a:ext>
            </a:extLst>
          </p:cNvPr>
          <p:cNvSpPr/>
          <p:nvPr/>
        </p:nvSpPr>
        <p:spPr>
          <a:xfrm>
            <a:off x="2548584" y="4429347"/>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5</a:t>
            </a:r>
          </a:p>
        </p:txBody>
      </p:sp>
      <p:sp>
        <p:nvSpPr>
          <p:cNvPr id="1054" name="TextBox 1053">
            <a:extLst>
              <a:ext uri="{FF2B5EF4-FFF2-40B4-BE49-F238E27FC236}">
                <a16:creationId xmlns:a16="http://schemas.microsoft.com/office/drawing/2014/main" id="{D556CA73-D634-4E5C-5B9A-2E1961BAB670}"/>
              </a:ext>
            </a:extLst>
          </p:cNvPr>
          <p:cNvSpPr txBox="1"/>
          <p:nvPr/>
        </p:nvSpPr>
        <p:spPr>
          <a:xfrm>
            <a:off x="2788979" y="4401967"/>
            <a:ext cx="1923924" cy="261610"/>
          </a:xfrm>
          <a:prstGeom prst="rect">
            <a:avLst/>
          </a:prstGeom>
          <a:noFill/>
        </p:spPr>
        <p:txBody>
          <a:bodyPr wrap="none" rtlCol="0">
            <a:spAutoFit/>
          </a:bodyPr>
          <a:lstStyle/>
          <a:p>
            <a:pPr algn="ctr"/>
            <a:r>
              <a:rPr lang="en-SG" sz="1100" noProof="0" dirty="0"/>
              <a:t>Cryptographic HITL Approval</a:t>
            </a:r>
          </a:p>
        </p:txBody>
      </p:sp>
      <p:sp>
        <p:nvSpPr>
          <p:cNvPr id="1067" name="TextBox 1066">
            <a:extLst>
              <a:ext uri="{FF2B5EF4-FFF2-40B4-BE49-F238E27FC236}">
                <a16:creationId xmlns:a16="http://schemas.microsoft.com/office/drawing/2014/main" id="{D24A0F9A-0563-EEB6-CEEC-511CFE82E109}"/>
              </a:ext>
            </a:extLst>
          </p:cNvPr>
          <p:cNvSpPr txBox="1"/>
          <p:nvPr/>
        </p:nvSpPr>
        <p:spPr>
          <a:xfrm>
            <a:off x="8066014" y="1302037"/>
            <a:ext cx="1245202" cy="323165"/>
          </a:xfrm>
          <a:prstGeom prst="rect">
            <a:avLst/>
          </a:prstGeom>
          <a:noFill/>
        </p:spPr>
        <p:txBody>
          <a:bodyPr wrap="square" rtlCol="0">
            <a:spAutoFit/>
          </a:bodyPr>
          <a:lstStyle/>
          <a:p>
            <a:r>
              <a:rPr lang="en-SG" sz="500" noProof="0" dirty="0">
                <a:solidFill>
                  <a:schemeClr val="bg2">
                    <a:lumMod val="50000"/>
                  </a:schemeClr>
                </a:solidFill>
              </a:rPr>
              <a:t>9.b.a.3. Microservice</a:t>
            </a:r>
          </a:p>
          <a:p>
            <a:r>
              <a:rPr lang="en-SG" sz="500" noProof="0" dirty="0">
                <a:solidFill>
                  <a:schemeClr val="bg2">
                    <a:lumMod val="50000"/>
                  </a:schemeClr>
                </a:solidFill>
              </a:rPr>
              <a:t>publishes response to</a:t>
            </a:r>
          </a:p>
          <a:p>
            <a:r>
              <a:rPr lang="en-SG" sz="500" noProof="0" dirty="0">
                <a:solidFill>
                  <a:schemeClr val="bg2">
                    <a:lumMod val="50000"/>
                  </a:schemeClr>
                </a:solidFill>
              </a:rPr>
              <a:t>AO’s Pub/Sub</a:t>
            </a:r>
          </a:p>
        </p:txBody>
      </p:sp>
      <p:cxnSp>
        <p:nvCxnSpPr>
          <p:cNvPr id="1069" name="Connector: Elbow 1068">
            <a:extLst>
              <a:ext uri="{FF2B5EF4-FFF2-40B4-BE49-F238E27FC236}">
                <a16:creationId xmlns:a16="http://schemas.microsoft.com/office/drawing/2014/main" id="{1C2DD495-08A5-D106-C2EF-7E5F40BF6D81}"/>
              </a:ext>
            </a:extLst>
          </p:cNvPr>
          <p:cNvCxnSpPr>
            <a:cxnSpLocks/>
            <a:stCxn id="18" idx="1"/>
            <a:endCxn id="1047" idx="3"/>
          </p:cNvCxnSpPr>
          <p:nvPr/>
        </p:nvCxnSpPr>
        <p:spPr>
          <a:xfrm rot="10800000">
            <a:off x="7979202" y="1658779"/>
            <a:ext cx="2103424" cy="3482448"/>
          </a:xfrm>
          <a:prstGeom prst="bentConnector3">
            <a:avLst>
              <a:gd name="adj1" fmla="val 45974"/>
            </a:avLst>
          </a:prstGeom>
          <a:ln w="3175">
            <a:tailEnd type="triangle"/>
          </a:ln>
        </p:spPr>
        <p:style>
          <a:lnRef idx="2">
            <a:schemeClr val="dk1"/>
          </a:lnRef>
          <a:fillRef idx="0">
            <a:schemeClr val="dk1"/>
          </a:fillRef>
          <a:effectRef idx="1">
            <a:schemeClr val="dk1"/>
          </a:effectRef>
          <a:fontRef idx="minor">
            <a:schemeClr val="tx1"/>
          </a:fontRef>
        </p:style>
      </p:cxnSp>
      <p:cxnSp>
        <p:nvCxnSpPr>
          <p:cNvPr id="1074" name="Connector: Elbow 1073">
            <a:extLst>
              <a:ext uri="{FF2B5EF4-FFF2-40B4-BE49-F238E27FC236}">
                <a16:creationId xmlns:a16="http://schemas.microsoft.com/office/drawing/2014/main" id="{AA78E1B8-AFB7-CAA4-C8A4-323FDFAD7BF1}"/>
              </a:ext>
            </a:extLst>
          </p:cNvPr>
          <p:cNvCxnSpPr>
            <a:cxnSpLocks/>
            <a:stCxn id="1047" idx="1"/>
          </p:cNvCxnSpPr>
          <p:nvPr/>
        </p:nvCxnSpPr>
        <p:spPr>
          <a:xfrm rot="10800000" flipV="1">
            <a:off x="3603472" y="1658779"/>
            <a:ext cx="3100421" cy="1832778"/>
          </a:xfrm>
          <a:prstGeom prst="bentConnector3">
            <a:avLst>
              <a:gd name="adj1" fmla="val 11769"/>
            </a:avLst>
          </a:prstGeom>
          <a:ln w="3175">
            <a:tailEnd type="triangle"/>
          </a:ln>
        </p:spPr>
        <p:style>
          <a:lnRef idx="2">
            <a:schemeClr val="dk1"/>
          </a:lnRef>
          <a:fillRef idx="0">
            <a:schemeClr val="dk1"/>
          </a:fillRef>
          <a:effectRef idx="1">
            <a:schemeClr val="dk1"/>
          </a:effectRef>
          <a:fontRef idx="minor">
            <a:schemeClr val="tx1"/>
          </a:fontRef>
        </p:style>
      </p:cxnSp>
      <p:sp>
        <p:nvSpPr>
          <p:cNvPr id="83" name="TextBox 82">
            <a:extLst>
              <a:ext uri="{FF2B5EF4-FFF2-40B4-BE49-F238E27FC236}">
                <a16:creationId xmlns:a16="http://schemas.microsoft.com/office/drawing/2014/main" id="{057CB918-CD1D-F6E6-5CEB-3DC7668F97AC}"/>
              </a:ext>
            </a:extLst>
          </p:cNvPr>
          <p:cNvSpPr txBox="1"/>
          <p:nvPr/>
        </p:nvSpPr>
        <p:spPr>
          <a:xfrm>
            <a:off x="7925925" y="4666046"/>
            <a:ext cx="303288" cy="184666"/>
          </a:xfrm>
          <a:prstGeom prst="rect">
            <a:avLst/>
          </a:prstGeom>
          <a:noFill/>
        </p:spPr>
        <p:txBody>
          <a:bodyPr wrap="none" rtlCol="0">
            <a:spAutoFit/>
          </a:bodyPr>
          <a:lstStyle/>
          <a:p>
            <a:pPr algn="ctr"/>
            <a:r>
              <a:rPr lang="en-SG" sz="600" noProof="0" dirty="0">
                <a:solidFill>
                  <a:schemeClr val="bg2">
                    <a:lumMod val="50000"/>
                  </a:schemeClr>
                </a:solidFill>
              </a:rPr>
              <a:t>Yes</a:t>
            </a:r>
          </a:p>
        </p:txBody>
      </p:sp>
      <p:cxnSp>
        <p:nvCxnSpPr>
          <p:cNvPr id="89" name="Connector: Elbow 88">
            <a:extLst>
              <a:ext uri="{FF2B5EF4-FFF2-40B4-BE49-F238E27FC236}">
                <a16:creationId xmlns:a16="http://schemas.microsoft.com/office/drawing/2014/main" id="{B4449CB1-F982-06A1-B1EB-74E9F2D37077}"/>
              </a:ext>
            </a:extLst>
          </p:cNvPr>
          <p:cNvCxnSpPr>
            <a:cxnSpLocks/>
            <a:endCxn id="41" idx="2"/>
          </p:cNvCxnSpPr>
          <p:nvPr/>
        </p:nvCxnSpPr>
        <p:spPr>
          <a:xfrm rot="10800000">
            <a:off x="3105768" y="3779197"/>
            <a:ext cx="1377058" cy="20306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18" name="Connector: Elbow 117">
            <a:extLst>
              <a:ext uri="{FF2B5EF4-FFF2-40B4-BE49-F238E27FC236}">
                <a16:creationId xmlns:a16="http://schemas.microsoft.com/office/drawing/2014/main" id="{C8052C20-F051-AE40-78DE-0B3A556FD310}"/>
              </a:ext>
            </a:extLst>
          </p:cNvPr>
          <p:cNvCxnSpPr>
            <a:cxnSpLocks/>
            <a:stCxn id="96" idx="1"/>
            <a:endCxn id="1049" idx="2"/>
          </p:cNvCxnSpPr>
          <p:nvPr/>
        </p:nvCxnSpPr>
        <p:spPr>
          <a:xfrm rot="10800000" flipH="1">
            <a:off x="7194292" y="3624082"/>
            <a:ext cx="2653488" cy="1200915"/>
          </a:xfrm>
          <a:prstGeom prst="bentConnector4">
            <a:avLst>
              <a:gd name="adj1" fmla="val -20660"/>
              <a:gd name="adj2" fmla="val -63547"/>
            </a:avLst>
          </a:prstGeom>
          <a:ln w="3175">
            <a:tailEnd type="triangle"/>
          </a:ln>
        </p:spPr>
        <p:style>
          <a:lnRef idx="2">
            <a:schemeClr val="dk1"/>
          </a:lnRef>
          <a:fillRef idx="0">
            <a:schemeClr val="dk1"/>
          </a:fillRef>
          <a:effectRef idx="1">
            <a:schemeClr val="dk1"/>
          </a:effectRef>
          <a:fontRef idx="minor">
            <a:schemeClr val="tx1"/>
          </a:fontRef>
        </p:style>
      </p:cxnSp>
      <p:sp>
        <p:nvSpPr>
          <p:cNvPr id="126" name="TextBox 125">
            <a:extLst>
              <a:ext uri="{FF2B5EF4-FFF2-40B4-BE49-F238E27FC236}">
                <a16:creationId xmlns:a16="http://schemas.microsoft.com/office/drawing/2014/main" id="{D90739E7-2DCE-157B-BCF3-51E819FBAADF}"/>
              </a:ext>
            </a:extLst>
          </p:cNvPr>
          <p:cNvSpPr txBox="1"/>
          <p:nvPr/>
        </p:nvSpPr>
        <p:spPr>
          <a:xfrm>
            <a:off x="6943606" y="4666046"/>
            <a:ext cx="280846" cy="184666"/>
          </a:xfrm>
          <a:prstGeom prst="rect">
            <a:avLst/>
          </a:prstGeom>
          <a:noFill/>
        </p:spPr>
        <p:txBody>
          <a:bodyPr wrap="none" rtlCol="0">
            <a:spAutoFit/>
          </a:bodyPr>
          <a:lstStyle/>
          <a:p>
            <a:pPr algn="ctr"/>
            <a:r>
              <a:rPr lang="en-SG" sz="600" noProof="0" dirty="0">
                <a:solidFill>
                  <a:schemeClr val="bg2">
                    <a:lumMod val="50000"/>
                  </a:schemeClr>
                </a:solidFill>
              </a:rPr>
              <a:t>No</a:t>
            </a:r>
          </a:p>
        </p:txBody>
      </p:sp>
      <p:sp>
        <p:nvSpPr>
          <p:cNvPr id="127" name="TextBox 126">
            <a:extLst>
              <a:ext uri="{FF2B5EF4-FFF2-40B4-BE49-F238E27FC236}">
                <a16:creationId xmlns:a16="http://schemas.microsoft.com/office/drawing/2014/main" id="{B499CC02-1DD8-73C7-448F-16F0CC567299}"/>
              </a:ext>
            </a:extLst>
          </p:cNvPr>
          <p:cNvSpPr txBox="1"/>
          <p:nvPr/>
        </p:nvSpPr>
        <p:spPr>
          <a:xfrm>
            <a:off x="4438674" y="5370186"/>
            <a:ext cx="1464000" cy="169277"/>
          </a:xfrm>
          <a:prstGeom prst="rect">
            <a:avLst/>
          </a:prstGeom>
          <a:noFill/>
        </p:spPr>
        <p:txBody>
          <a:bodyPr wrap="square" rtlCol="0">
            <a:spAutoFit/>
          </a:bodyPr>
          <a:lstStyle/>
          <a:p>
            <a:pPr algn="ctr"/>
            <a:r>
              <a:rPr lang="en-SG" sz="500" noProof="0" dirty="0">
                <a:solidFill>
                  <a:schemeClr val="bg2">
                    <a:lumMod val="50000"/>
                  </a:schemeClr>
                </a:solidFill>
              </a:rPr>
              <a:t>8.a.4. Approval event listened by MCP</a:t>
            </a:r>
          </a:p>
        </p:txBody>
      </p:sp>
      <p:cxnSp>
        <p:nvCxnSpPr>
          <p:cNvPr id="1024" name="Connector: Elbow 1023">
            <a:extLst>
              <a:ext uri="{FF2B5EF4-FFF2-40B4-BE49-F238E27FC236}">
                <a16:creationId xmlns:a16="http://schemas.microsoft.com/office/drawing/2014/main" id="{DD563C77-F191-2C99-F676-36F3A4C62D90}"/>
              </a:ext>
            </a:extLst>
          </p:cNvPr>
          <p:cNvCxnSpPr>
            <a:cxnSpLocks/>
            <a:stCxn id="54" idx="2"/>
          </p:cNvCxnSpPr>
          <p:nvPr/>
        </p:nvCxnSpPr>
        <p:spPr>
          <a:xfrm rot="5400000" flipH="1" flipV="1">
            <a:off x="4934260" y="3134406"/>
            <a:ext cx="1248761" cy="3331949"/>
          </a:xfrm>
          <a:prstGeom prst="bentConnector4">
            <a:avLst>
              <a:gd name="adj1" fmla="val -6509"/>
              <a:gd name="adj2" fmla="val 66887"/>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057" name="Connector: Elbow 1056">
            <a:extLst>
              <a:ext uri="{FF2B5EF4-FFF2-40B4-BE49-F238E27FC236}">
                <a16:creationId xmlns:a16="http://schemas.microsoft.com/office/drawing/2014/main" id="{D68D837D-AF32-9CE2-3DA8-B6CC54CACF5C}"/>
              </a:ext>
            </a:extLst>
          </p:cNvPr>
          <p:cNvCxnSpPr>
            <a:cxnSpLocks/>
            <a:stCxn id="96" idx="1"/>
            <a:endCxn id="33" idx="3"/>
          </p:cNvCxnSpPr>
          <p:nvPr/>
        </p:nvCxnSpPr>
        <p:spPr>
          <a:xfrm rot="10800000" flipV="1">
            <a:off x="5594998" y="4824995"/>
            <a:ext cx="1599294" cy="1600133"/>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cxnSp>
        <p:nvCxnSpPr>
          <p:cNvPr id="1065" name="Connector: Elbow 1064">
            <a:extLst>
              <a:ext uri="{FF2B5EF4-FFF2-40B4-BE49-F238E27FC236}">
                <a16:creationId xmlns:a16="http://schemas.microsoft.com/office/drawing/2014/main" id="{CF028B14-1E7F-EEFB-FEE2-77C2C53ED5C7}"/>
              </a:ext>
            </a:extLst>
          </p:cNvPr>
          <p:cNvCxnSpPr>
            <a:cxnSpLocks/>
          </p:cNvCxnSpPr>
          <p:nvPr/>
        </p:nvCxnSpPr>
        <p:spPr>
          <a:xfrm rot="5400000" flipH="1" flipV="1">
            <a:off x="10438729" y="3857517"/>
            <a:ext cx="1782092" cy="505934"/>
          </a:xfrm>
          <a:prstGeom prst="bentConnector4">
            <a:avLst>
              <a:gd name="adj1" fmla="val -10828"/>
              <a:gd name="adj2" fmla="val 161919"/>
            </a:avLst>
          </a:prstGeom>
          <a:ln w="3175">
            <a:tailEnd type="triangle"/>
          </a:ln>
        </p:spPr>
        <p:style>
          <a:lnRef idx="2">
            <a:schemeClr val="dk1"/>
          </a:lnRef>
          <a:fillRef idx="0">
            <a:schemeClr val="dk1"/>
          </a:fillRef>
          <a:effectRef idx="1">
            <a:schemeClr val="dk1"/>
          </a:effectRef>
          <a:fontRef idx="minor">
            <a:schemeClr val="tx1"/>
          </a:fontRef>
        </p:style>
      </p:cxnSp>
      <p:cxnSp>
        <p:nvCxnSpPr>
          <p:cNvPr id="1081" name="Connector: Elbow 1080">
            <a:extLst>
              <a:ext uri="{FF2B5EF4-FFF2-40B4-BE49-F238E27FC236}">
                <a16:creationId xmlns:a16="http://schemas.microsoft.com/office/drawing/2014/main" id="{CF38AB41-F60E-6D1B-1497-6D4A7F2583A6}"/>
              </a:ext>
            </a:extLst>
          </p:cNvPr>
          <p:cNvCxnSpPr>
            <a:cxnSpLocks/>
          </p:cNvCxnSpPr>
          <p:nvPr/>
        </p:nvCxnSpPr>
        <p:spPr>
          <a:xfrm rot="10800000" flipV="1">
            <a:off x="8616950" y="3453439"/>
            <a:ext cx="757838" cy="1106216"/>
          </a:xfrm>
          <a:prstGeom prst="bentConnector3">
            <a:avLst>
              <a:gd name="adj1" fmla="val 17656"/>
            </a:avLst>
          </a:prstGeom>
          <a:ln w="3175">
            <a:tailEnd type="triangle"/>
          </a:ln>
        </p:spPr>
        <p:style>
          <a:lnRef idx="2">
            <a:schemeClr val="dk1"/>
          </a:lnRef>
          <a:fillRef idx="0">
            <a:schemeClr val="dk1"/>
          </a:fillRef>
          <a:effectRef idx="1">
            <a:schemeClr val="dk1"/>
          </a:effectRef>
          <a:fontRef idx="minor">
            <a:schemeClr val="tx1"/>
          </a:fontRef>
        </p:style>
      </p:cxnSp>
      <p:cxnSp>
        <p:nvCxnSpPr>
          <p:cNvPr id="1086" name="Connector: Elbow 1085">
            <a:extLst>
              <a:ext uri="{FF2B5EF4-FFF2-40B4-BE49-F238E27FC236}">
                <a16:creationId xmlns:a16="http://schemas.microsoft.com/office/drawing/2014/main" id="{79071849-3C36-50EF-1BBA-7E7FA1433910}"/>
              </a:ext>
            </a:extLst>
          </p:cNvPr>
          <p:cNvCxnSpPr>
            <a:cxnSpLocks/>
            <a:stCxn id="1055" idx="1"/>
            <a:endCxn id="97" idx="2"/>
          </p:cNvCxnSpPr>
          <p:nvPr/>
        </p:nvCxnSpPr>
        <p:spPr>
          <a:xfrm rot="10800000">
            <a:off x="5104998" y="4049997"/>
            <a:ext cx="768753" cy="382658"/>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091" name="Connector: Elbow 1090">
            <a:extLst>
              <a:ext uri="{FF2B5EF4-FFF2-40B4-BE49-F238E27FC236}">
                <a16:creationId xmlns:a16="http://schemas.microsoft.com/office/drawing/2014/main" id="{42FC68AF-F6D2-0F55-200C-FCEB57CAE424}"/>
              </a:ext>
            </a:extLst>
          </p:cNvPr>
          <p:cNvCxnSpPr>
            <a:cxnSpLocks/>
          </p:cNvCxnSpPr>
          <p:nvPr/>
        </p:nvCxnSpPr>
        <p:spPr>
          <a:xfrm rot="10800000">
            <a:off x="4889098" y="4049998"/>
            <a:ext cx="2089295" cy="774999"/>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099" name="TextBox 1098">
            <a:extLst>
              <a:ext uri="{FF2B5EF4-FFF2-40B4-BE49-F238E27FC236}">
                <a16:creationId xmlns:a16="http://schemas.microsoft.com/office/drawing/2014/main" id="{8BB6F1CB-F819-D210-C104-308E9ECB57CD}"/>
              </a:ext>
            </a:extLst>
          </p:cNvPr>
          <p:cNvSpPr txBox="1"/>
          <p:nvPr/>
        </p:nvSpPr>
        <p:spPr>
          <a:xfrm>
            <a:off x="4834900" y="4664654"/>
            <a:ext cx="872609" cy="169277"/>
          </a:xfrm>
          <a:prstGeom prst="rect">
            <a:avLst/>
          </a:prstGeom>
          <a:noFill/>
        </p:spPr>
        <p:txBody>
          <a:bodyPr wrap="square" rtlCol="0">
            <a:spAutoFit/>
          </a:bodyPr>
          <a:lstStyle/>
          <a:p>
            <a:r>
              <a:rPr lang="en-SG" sz="500" noProof="0" dirty="0">
                <a:solidFill>
                  <a:schemeClr val="bg2">
                    <a:lumMod val="50000"/>
                  </a:schemeClr>
                </a:solidFill>
              </a:rPr>
              <a:t>9.b.a/b.2 Interrupt &amp; Halt</a:t>
            </a:r>
          </a:p>
        </p:txBody>
      </p:sp>
      <p:sp>
        <p:nvSpPr>
          <p:cNvPr id="3" name="Oval 2">
            <a:extLst>
              <a:ext uri="{FF2B5EF4-FFF2-40B4-BE49-F238E27FC236}">
                <a16:creationId xmlns:a16="http://schemas.microsoft.com/office/drawing/2014/main" id="{4533FC12-7F7B-3486-39F5-552FC70434E2}"/>
              </a:ext>
            </a:extLst>
          </p:cNvPr>
          <p:cNvSpPr/>
          <p:nvPr/>
        </p:nvSpPr>
        <p:spPr>
          <a:xfrm>
            <a:off x="6484719" y="2462434"/>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6</a:t>
            </a:r>
          </a:p>
        </p:txBody>
      </p:sp>
      <p:sp>
        <p:nvSpPr>
          <p:cNvPr id="23" name="TextBox 22">
            <a:extLst>
              <a:ext uri="{FF2B5EF4-FFF2-40B4-BE49-F238E27FC236}">
                <a16:creationId xmlns:a16="http://schemas.microsoft.com/office/drawing/2014/main" id="{3DEE1025-F0D5-73FD-F76E-5154F3BFE666}"/>
              </a:ext>
            </a:extLst>
          </p:cNvPr>
          <p:cNvSpPr txBox="1"/>
          <p:nvPr/>
        </p:nvSpPr>
        <p:spPr>
          <a:xfrm>
            <a:off x="6733191" y="2474126"/>
            <a:ext cx="2089033" cy="261610"/>
          </a:xfrm>
          <a:prstGeom prst="rect">
            <a:avLst/>
          </a:prstGeom>
          <a:noFill/>
        </p:spPr>
        <p:txBody>
          <a:bodyPr wrap="none" rtlCol="0">
            <a:spAutoFit/>
          </a:bodyPr>
          <a:lstStyle/>
          <a:p>
            <a:pPr algn="ctr"/>
            <a:r>
              <a:rPr lang="en-SG" sz="1100" noProof="0" dirty="0"/>
              <a:t>Token Exchange &amp; Propagation </a:t>
            </a:r>
          </a:p>
        </p:txBody>
      </p:sp>
      <p:sp>
        <p:nvSpPr>
          <p:cNvPr id="25" name="TextBox 24">
            <a:extLst>
              <a:ext uri="{FF2B5EF4-FFF2-40B4-BE49-F238E27FC236}">
                <a16:creationId xmlns:a16="http://schemas.microsoft.com/office/drawing/2014/main" id="{81CAF875-110E-C70B-0046-D8857D60036C}"/>
              </a:ext>
            </a:extLst>
          </p:cNvPr>
          <p:cNvSpPr txBox="1"/>
          <p:nvPr/>
        </p:nvSpPr>
        <p:spPr>
          <a:xfrm>
            <a:off x="6750898" y="2645628"/>
            <a:ext cx="1814920" cy="338554"/>
          </a:xfrm>
          <a:prstGeom prst="rect">
            <a:avLst/>
          </a:prstGeom>
          <a:noFill/>
        </p:spPr>
        <p:txBody>
          <a:bodyPr wrap="none" rtlCol="0">
            <a:spAutoFit/>
          </a:bodyPr>
          <a:lstStyle/>
          <a:p>
            <a:r>
              <a:rPr lang="en-SG" sz="800" noProof="0" dirty="0">
                <a:solidFill>
                  <a:schemeClr val="bg2">
                    <a:lumMod val="50000"/>
                  </a:schemeClr>
                </a:solidFill>
              </a:rPr>
              <a:t>Communication between AO &amp; AIGP </a:t>
            </a:r>
          </a:p>
          <a:p>
            <a:r>
              <a:rPr lang="en-SG" sz="800" noProof="0" dirty="0">
                <a:solidFill>
                  <a:schemeClr val="bg2">
                    <a:lumMod val="50000"/>
                  </a:schemeClr>
                </a:solidFill>
              </a:rPr>
              <a:t>will use standardised formats</a:t>
            </a:r>
          </a:p>
        </p:txBody>
      </p:sp>
      <p:cxnSp>
        <p:nvCxnSpPr>
          <p:cNvPr id="26" name="Connector: Elbow 25">
            <a:extLst>
              <a:ext uri="{FF2B5EF4-FFF2-40B4-BE49-F238E27FC236}">
                <a16:creationId xmlns:a16="http://schemas.microsoft.com/office/drawing/2014/main" id="{5AD9CC31-7A9F-0E4B-E5F0-0B5D1466271A}"/>
              </a:ext>
            </a:extLst>
          </p:cNvPr>
          <p:cNvCxnSpPr>
            <a:cxnSpLocks/>
          </p:cNvCxnSpPr>
          <p:nvPr/>
        </p:nvCxnSpPr>
        <p:spPr>
          <a:xfrm rot="16200000" flipV="1">
            <a:off x="4696353" y="4132675"/>
            <a:ext cx="1124918" cy="968028"/>
          </a:xfrm>
          <a:prstGeom prst="bentConnector3">
            <a:avLst>
              <a:gd name="adj1" fmla="val 420"/>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67" name="TextBox 66">
            <a:extLst>
              <a:ext uri="{FF2B5EF4-FFF2-40B4-BE49-F238E27FC236}">
                <a16:creationId xmlns:a16="http://schemas.microsoft.com/office/drawing/2014/main" id="{3C7CBD68-8D8C-315E-8F3D-BEC217139686}"/>
              </a:ext>
            </a:extLst>
          </p:cNvPr>
          <p:cNvSpPr txBox="1"/>
          <p:nvPr/>
        </p:nvSpPr>
        <p:spPr>
          <a:xfrm>
            <a:off x="4062175" y="4140757"/>
            <a:ext cx="790501" cy="169277"/>
          </a:xfrm>
          <a:prstGeom prst="rect">
            <a:avLst/>
          </a:prstGeom>
          <a:noFill/>
        </p:spPr>
        <p:txBody>
          <a:bodyPr wrap="square" rtlCol="0">
            <a:spAutoFit/>
          </a:bodyPr>
          <a:lstStyle/>
          <a:p>
            <a:r>
              <a:rPr lang="en-SG" sz="500" noProof="0" dirty="0">
                <a:solidFill>
                  <a:schemeClr val="bg2">
                    <a:lumMod val="50000"/>
                  </a:schemeClr>
                </a:solidFill>
              </a:rPr>
              <a:t>8.a.2. Interrupt &amp; Halt</a:t>
            </a:r>
          </a:p>
        </p:txBody>
      </p:sp>
      <p:sp>
        <p:nvSpPr>
          <p:cNvPr id="68" name="TextBox 67">
            <a:extLst>
              <a:ext uri="{FF2B5EF4-FFF2-40B4-BE49-F238E27FC236}">
                <a16:creationId xmlns:a16="http://schemas.microsoft.com/office/drawing/2014/main" id="{3EDD14CB-C9CE-9826-ED3D-EA8355CC473C}"/>
              </a:ext>
            </a:extLst>
          </p:cNvPr>
          <p:cNvSpPr txBox="1"/>
          <p:nvPr/>
        </p:nvSpPr>
        <p:spPr>
          <a:xfrm>
            <a:off x="8094378" y="3095355"/>
            <a:ext cx="957210" cy="246221"/>
          </a:xfrm>
          <a:prstGeom prst="rect">
            <a:avLst/>
          </a:prstGeom>
          <a:noFill/>
        </p:spPr>
        <p:txBody>
          <a:bodyPr wrap="square" rtlCol="0">
            <a:spAutoFit/>
          </a:bodyPr>
          <a:lstStyle/>
          <a:p>
            <a:r>
              <a:rPr lang="en-SG" sz="500" noProof="0" dirty="0">
                <a:solidFill>
                  <a:schemeClr val="bg2">
                    <a:lumMod val="50000"/>
                  </a:schemeClr>
                </a:solidFill>
              </a:rPr>
              <a:t>9.a.a.1. Send tool call request to AIGP</a:t>
            </a:r>
          </a:p>
        </p:txBody>
      </p:sp>
      <p:sp>
        <p:nvSpPr>
          <p:cNvPr id="69" name="TextBox 68">
            <a:extLst>
              <a:ext uri="{FF2B5EF4-FFF2-40B4-BE49-F238E27FC236}">
                <a16:creationId xmlns:a16="http://schemas.microsoft.com/office/drawing/2014/main" id="{D042737E-D31E-5FCF-9CA5-816E5DB443E0}"/>
              </a:ext>
            </a:extLst>
          </p:cNvPr>
          <p:cNvSpPr txBox="1"/>
          <p:nvPr/>
        </p:nvSpPr>
        <p:spPr>
          <a:xfrm>
            <a:off x="973594" y="3008551"/>
            <a:ext cx="807739" cy="369332"/>
          </a:xfrm>
          <a:prstGeom prst="rect">
            <a:avLst/>
          </a:prstGeom>
          <a:noFill/>
        </p:spPr>
        <p:txBody>
          <a:bodyPr wrap="square" rtlCol="0">
            <a:spAutoFit/>
          </a:bodyPr>
          <a:lstStyle/>
          <a:p>
            <a:r>
              <a:rPr lang="en-SG" sz="600" noProof="0" dirty="0">
                <a:solidFill>
                  <a:schemeClr val="bg2">
                    <a:lumMod val="50000"/>
                  </a:schemeClr>
                </a:solidFill>
              </a:rPr>
              <a:t>1. Request is forwarded through AI gateway</a:t>
            </a:r>
          </a:p>
        </p:txBody>
      </p:sp>
      <p:sp>
        <p:nvSpPr>
          <p:cNvPr id="70" name="TextBox 69">
            <a:extLst>
              <a:ext uri="{FF2B5EF4-FFF2-40B4-BE49-F238E27FC236}">
                <a16:creationId xmlns:a16="http://schemas.microsoft.com/office/drawing/2014/main" id="{9FA963E4-82E0-CE0B-CA25-6F817A8B6382}"/>
              </a:ext>
            </a:extLst>
          </p:cNvPr>
          <p:cNvSpPr txBox="1"/>
          <p:nvPr/>
        </p:nvSpPr>
        <p:spPr>
          <a:xfrm>
            <a:off x="2330979" y="2840182"/>
            <a:ext cx="708829" cy="369332"/>
          </a:xfrm>
          <a:prstGeom prst="rect">
            <a:avLst/>
          </a:prstGeom>
          <a:noFill/>
        </p:spPr>
        <p:txBody>
          <a:bodyPr wrap="square" rtlCol="0">
            <a:spAutoFit/>
          </a:bodyPr>
          <a:lstStyle/>
          <a:p>
            <a:r>
              <a:rPr lang="en-SG" sz="600" noProof="0" dirty="0">
                <a:solidFill>
                  <a:schemeClr val="bg2">
                    <a:lumMod val="50000"/>
                  </a:schemeClr>
                </a:solidFill>
              </a:rPr>
              <a:t>2. Send to orchestrator for processing</a:t>
            </a:r>
          </a:p>
        </p:txBody>
      </p:sp>
      <p:sp>
        <p:nvSpPr>
          <p:cNvPr id="71" name="TextBox 70">
            <a:extLst>
              <a:ext uri="{FF2B5EF4-FFF2-40B4-BE49-F238E27FC236}">
                <a16:creationId xmlns:a16="http://schemas.microsoft.com/office/drawing/2014/main" id="{C39C10E3-E837-654D-C819-0F6AEF7A3937}"/>
              </a:ext>
            </a:extLst>
          </p:cNvPr>
          <p:cNvSpPr txBox="1"/>
          <p:nvPr/>
        </p:nvSpPr>
        <p:spPr>
          <a:xfrm>
            <a:off x="2304697" y="2100570"/>
            <a:ext cx="864000" cy="276999"/>
          </a:xfrm>
          <a:prstGeom prst="rect">
            <a:avLst/>
          </a:prstGeom>
          <a:noFill/>
        </p:spPr>
        <p:txBody>
          <a:bodyPr wrap="square" rtlCol="0">
            <a:spAutoFit/>
          </a:bodyPr>
          <a:lstStyle/>
          <a:p>
            <a:r>
              <a:rPr lang="en-SG" sz="600" noProof="0" dirty="0">
                <a:solidFill>
                  <a:schemeClr val="bg2">
                    <a:lumMod val="50000"/>
                  </a:schemeClr>
                </a:solidFill>
              </a:rPr>
              <a:t>3. Send to relevant </a:t>
            </a:r>
          </a:p>
          <a:p>
            <a:r>
              <a:rPr lang="en-SG" sz="600" noProof="0" dirty="0">
                <a:solidFill>
                  <a:schemeClr val="bg2">
                    <a:lumMod val="50000"/>
                  </a:schemeClr>
                </a:solidFill>
              </a:rPr>
              <a:t>sub-agents</a:t>
            </a:r>
          </a:p>
        </p:txBody>
      </p:sp>
      <p:sp>
        <p:nvSpPr>
          <p:cNvPr id="73" name="TextBox 72">
            <a:extLst>
              <a:ext uri="{FF2B5EF4-FFF2-40B4-BE49-F238E27FC236}">
                <a16:creationId xmlns:a16="http://schemas.microsoft.com/office/drawing/2014/main" id="{12282609-FAF5-96F4-25B6-0CA109273DBA}"/>
              </a:ext>
            </a:extLst>
          </p:cNvPr>
          <p:cNvSpPr txBox="1"/>
          <p:nvPr/>
        </p:nvSpPr>
        <p:spPr>
          <a:xfrm>
            <a:off x="2292281" y="1484906"/>
            <a:ext cx="974976" cy="276999"/>
          </a:xfrm>
          <a:prstGeom prst="rect">
            <a:avLst/>
          </a:prstGeom>
          <a:noFill/>
        </p:spPr>
        <p:txBody>
          <a:bodyPr wrap="square" rtlCol="0">
            <a:spAutoFit/>
          </a:bodyPr>
          <a:lstStyle/>
          <a:p>
            <a:r>
              <a:rPr lang="en-SG" sz="600" noProof="0" dirty="0">
                <a:solidFill>
                  <a:schemeClr val="bg2">
                    <a:lumMod val="50000"/>
                  </a:schemeClr>
                </a:solidFill>
              </a:rPr>
              <a:t>4. Retrieves id token</a:t>
            </a:r>
          </a:p>
          <a:p>
            <a:r>
              <a:rPr lang="en-SG" sz="600" noProof="0" dirty="0">
                <a:solidFill>
                  <a:schemeClr val="bg2">
                    <a:lumMod val="50000"/>
                  </a:schemeClr>
                </a:solidFill>
              </a:rPr>
              <a:t>from blueprint parent</a:t>
            </a:r>
          </a:p>
        </p:txBody>
      </p:sp>
      <p:sp>
        <p:nvSpPr>
          <p:cNvPr id="76" name="TextBox 75">
            <a:extLst>
              <a:ext uri="{FF2B5EF4-FFF2-40B4-BE49-F238E27FC236}">
                <a16:creationId xmlns:a16="http://schemas.microsoft.com/office/drawing/2014/main" id="{F9ED493A-9763-EBCA-F416-1E2F3C73BF74}"/>
              </a:ext>
            </a:extLst>
          </p:cNvPr>
          <p:cNvSpPr txBox="1"/>
          <p:nvPr/>
        </p:nvSpPr>
        <p:spPr>
          <a:xfrm>
            <a:off x="3076755" y="2825690"/>
            <a:ext cx="886514" cy="400110"/>
          </a:xfrm>
          <a:prstGeom prst="rect">
            <a:avLst/>
          </a:prstGeom>
          <a:noFill/>
        </p:spPr>
        <p:txBody>
          <a:bodyPr wrap="square" rtlCol="0">
            <a:spAutoFit/>
          </a:bodyPr>
          <a:lstStyle/>
          <a:p>
            <a:r>
              <a:rPr lang="en-SG" sz="400" noProof="0" dirty="0">
                <a:solidFill>
                  <a:schemeClr val="bg2">
                    <a:lumMod val="50000"/>
                  </a:schemeClr>
                </a:solidFill>
              </a:rPr>
              <a:t>5.1. Agent call AI gateway for allowed tool list</a:t>
            </a:r>
          </a:p>
          <a:p>
            <a:r>
              <a:rPr lang="en-SG" sz="400" noProof="0" dirty="0">
                <a:solidFill>
                  <a:schemeClr val="bg2">
                    <a:lumMod val="50000"/>
                  </a:schemeClr>
                </a:solidFill>
              </a:rPr>
              <a:t>5.2. AI gateway sends tool list</a:t>
            </a:r>
          </a:p>
          <a:p>
            <a:r>
              <a:rPr lang="en-SG" sz="400" noProof="0" dirty="0">
                <a:solidFill>
                  <a:schemeClr val="bg2">
                    <a:lumMod val="50000"/>
                  </a:schemeClr>
                </a:solidFill>
              </a:rPr>
              <a:t>5.3. Agent sends tool call request</a:t>
            </a:r>
          </a:p>
        </p:txBody>
      </p:sp>
      <p:sp>
        <p:nvSpPr>
          <p:cNvPr id="34" name="TextBox 33">
            <a:extLst>
              <a:ext uri="{FF2B5EF4-FFF2-40B4-BE49-F238E27FC236}">
                <a16:creationId xmlns:a16="http://schemas.microsoft.com/office/drawing/2014/main" id="{FAD2C7AC-CF1D-E8C4-472A-3CCFDDDF8BB4}"/>
              </a:ext>
            </a:extLst>
          </p:cNvPr>
          <p:cNvSpPr txBox="1"/>
          <p:nvPr/>
        </p:nvSpPr>
        <p:spPr>
          <a:xfrm>
            <a:off x="3571541" y="3591099"/>
            <a:ext cx="537199" cy="338554"/>
          </a:xfrm>
          <a:prstGeom prst="rect">
            <a:avLst/>
          </a:prstGeom>
          <a:noFill/>
        </p:spPr>
        <p:txBody>
          <a:bodyPr wrap="square" rtlCol="0">
            <a:spAutoFit/>
          </a:bodyPr>
          <a:lstStyle/>
          <a:p>
            <a:r>
              <a:rPr lang="en-SG" sz="400" noProof="0" dirty="0">
                <a:solidFill>
                  <a:schemeClr val="bg2">
                    <a:lumMod val="50000"/>
                  </a:schemeClr>
                </a:solidFill>
              </a:rPr>
              <a:t>6. AI Gateway forwards tool call to MCP gateway</a:t>
            </a:r>
          </a:p>
        </p:txBody>
      </p:sp>
      <p:sp>
        <p:nvSpPr>
          <p:cNvPr id="37" name="TextBox 36">
            <a:extLst>
              <a:ext uri="{FF2B5EF4-FFF2-40B4-BE49-F238E27FC236}">
                <a16:creationId xmlns:a16="http://schemas.microsoft.com/office/drawing/2014/main" id="{DE02517E-E2E1-84ED-3E07-72217C0F1016}"/>
              </a:ext>
            </a:extLst>
          </p:cNvPr>
          <p:cNvSpPr txBox="1"/>
          <p:nvPr/>
        </p:nvSpPr>
        <p:spPr>
          <a:xfrm>
            <a:off x="6335126" y="3325291"/>
            <a:ext cx="1470002" cy="276999"/>
          </a:xfrm>
          <a:prstGeom prst="rect">
            <a:avLst/>
          </a:prstGeom>
          <a:noFill/>
        </p:spPr>
        <p:txBody>
          <a:bodyPr wrap="square" rtlCol="0">
            <a:spAutoFit/>
          </a:bodyPr>
          <a:lstStyle/>
          <a:p>
            <a:r>
              <a:rPr lang="en-SG" sz="400" noProof="0" dirty="0">
                <a:solidFill>
                  <a:schemeClr val="bg2">
                    <a:lumMod val="50000"/>
                  </a:schemeClr>
                </a:solidFill>
              </a:rPr>
              <a:t>7.1. MCP gateway checks ABAC and verifies agent is authorised to call the tool</a:t>
            </a:r>
          </a:p>
          <a:p>
            <a:r>
              <a:rPr lang="en-SG" sz="400" noProof="0" dirty="0">
                <a:solidFill>
                  <a:schemeClr val="bg2">
                    <a:lumMod val="50000"/>
                  </a:schemeClr>
                </a:solidFill>
              </a:rPr>
              <a:t>7.2. MCP gateway forwards tool call request to MCP server</a:t>
            </a:r>
          </a:p>
        </p:txBody>
      </p:sp>
      <p:sp>
        <p:nvSpPr>
          <p:cNvPr id="38" name="TextBox 37">
            <a:extLst>
              <a:ext uri="{FF2B5EF4-FFF2-40B4-BE49-F238E27FC236}">
                <a16:creationId xmlns:a16="http://schemas.microsoft.com/office/drawing/2014/main" id="{62D7F610-78FE-8B65-F1DC-CC087106293A}"/>
              </a:ext>
            </a:extLst>
          </p:cNvPr>
          <p:cNvSpPr txBox="1"/>
          <p:nvPr/>
        </p:nvSpPr>
        <p:spPr>
          <a:xfrm>
            <a:off x="4564856" y="5150640"/>
            <a:ext cx="1177970" cy="169277"/>
          </a:xfrm>
          <a:prstGeom prst="rect">
            <a:avLst/>
          </a:prstGeom>
          <a:noFill/>
        </p:spPr>
        <p:txBody>
          <a:bodyPr wrap="square" rtlCol="0">
            <a:spAutoFit/>
          </a:bodyPr>
          <a:lstStyle/>
          <a:p>
            <a:r>
              <a:rPr lang="en-SG" sz="500" noProof="0" dirty="0">
                <a:solidFill>
                  <a:schemeClr val="bg2">
                    <a:lumMod val="50000"/>
                  </a:schemeClr>
                </a:solidFill>
              </a:rPr>
              <a:t>8.a.1. Publish HITL request to queue</a:t>
            </a:r>
          </a:p>
        </p:txBody>
      </p:sp>
      <p:sp>
        <p:nvSpPr>
          <p:cNvPr id="40" name="TextBox 39">
            <a:extLst>
              <a:ext uri="{FF2B5EF4-FFF2-40B4-BE49-F238E27FC236}">
                <a16:creationId xmlns:a16="http://schemas.microsoft.com/office/drawing/2014/main" id="{D9753F80-B9A1-F1D7-AC4C-B3AF202EDBFD}"/>
              </a:ext>
            </a:extLst>
          </p:cNvPr>
          <p:cNvSpPr txBox="1"/>
          <p:nvPr/>
        </p:nvSpPr>
        <p:spPr>
          <a:xfrm>
            <a:off x="5314901" y="5721466"/>
            <a:ext cx="1117698" cy="246221"/>
          </a:xfrm>
          <a:prstGeom prst="rect">
            <a:avLst/>
          </a:prstGeom>
          <a:noFill/>
        </p:spPr>
        <p:txBody>
          <a:bodyPr wrap="square" rtlCol="0">
            <a:spAutoFit/>
          </a:bodyPr>
          <a:lstStyle/>
          <a:p>
            <a:r>
              <a:rPr lang="en-SG" sz="500" noProof="0" dirty="0">
                <a:solidFill>
                  <a:schemeClr val="bg2">
                    <a:lumMod val="50000"/>
                  </a:schemeClr>
                </a:solidFill>
              </a:rPr>
              <a:t>9.b.b.1. MCP Server sends API call to non-IRIN3 systems</a:t>
            </a:r>
          </a:p>
        </p:txBody>
      </p:sp>
      <p:cxnSp>
        <p:nvCxnSpPr>
          <p:cNvPr id="78" name="Straight Arrow Connector 77">
            <a:extLst>
              <a:ext uri="{FF2B5EF4-FFF2-40B4-BE49-F238E27FC236}">
                <a16:creationId xmlns:a16="http://schemas.microsoft.com/office/drawing/2014/main" id="{4AFFDDFD-B073-90F0-53CA-16C38C1CCD0A}"/>
              </a:ext>
            </a:extLst>
          </p:cNvPr>
          <p:cNvCxnSpPr>
            <a:cxnSpLocks/>
          </p:cNvCxnSpPr>
          <p:nvPr/>
        </p:nvCxnSpPr>
        <p:spPr>
          <a:xfrm flipH="1">
            <a:off x="10248275" y="2098641"/>
            <a:ext cx="180450" cy="483495"/>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80" name="TextBox 79">
            <a:extLst>
              <a:ext uri="{FF2B5EF4-FFF2-40B4-BE49-F238E27FC236}">
                <a16:creationId xmlns:a16="http://schemas.microsoft.com/office/drawing/2014/main" id="{765DFBBD-FB0C-A7B6-FB72-CE87D764261E}"/>
              </a:ext>
            </a:extLst>
          </p:cNvPr>
          <p:cNvSpPr txBox="1"/>
          <p:nvPr/>
        </p:nvSpPr>
        <p:spPr>
          <a:xfrm>
            <a:off x="6348390" y="6395015"/>
            <a:ext cx="1656000" cy="169277"/>
          </a:xfrm>
          <a:prstGeom prst="rect">
            <a:avLst/>
          </a:prstGeom>
          <a:noFill/>
        </p:spPr>
        <p:txBody>
          <a:bodyPr wrap="square" rtlCol="0">
            <a:spAutoFit/>
          </a:bodyPr>
          <a:lstStyle/>
          <a:p>
            <a:r>
              <a:rPr lang="en-SG" sz="500" noProof="0" dirty="0">
                <a:solidFill>
                  <a:schemeClr val="bg2">
                    <a:lumMod val="50000"/>
                  </a:schemeClr>
                </a:solidFill>
              </a:rPr>
              <a:t>9.a.b. MCP Server sends API call to non-IRIN3 systems</a:t>
            </a:r>
          </a:p>
        </p:txBody>
      </p:sp>
      <p:sp>
        <p:nvSpPr>
          <p:cNvPr id="88" name="TextBox 87">
            <a:extLst>
              <a:ext uri="{FF2B5EF4-FFF2-40B4-BE49-F238E27FC236}">
                <a16:creationId xmlns:a16="http://schemas.microsoft.com/office/drawing/2014/main" id="{93BE84C4-57D7-3E41-64CE-177D508F3D53}"/>
              </a:ext>
            </a:extLst>
          </p:cNvPr>
          <p:cNvSpPr txBox="1"/>
          <p:nvPr/>
        </p:nvSpPr>
        <p:spPr>
          <a:xfrm>
            <a:off x="11107584" y="4728640"/>
            <a:ext cx="810241" cy="323165"/>
          </a:xfrm>
          <a:prstGeom prst="rect">
            <a:avLst/>
          </a:prstGeom>
          <a:noFill/>
        </p:spPr>
        <p:txBody>
          <a:bodyPr wrap="square" rtlCol="0">
            <a:spAutoFit/>
          </a:bodyPr>
          <a:lstStyle/>
          <a:p>
            <a:r>
              <a:rPr lang="en-SG" sz="500" noProof="0" dirty="0">
                <a:solidFill>
                  <a:schemeClr val="bg2">
                    <a:lumMod val="50000"/>
                  </a:schemeClr>
                </a:solidFill>
              </a:rPr>
              <a:t>9.a.a.2. AIGP MCP Server calls microservice API</a:t>
            </a:r>
          </a:p>
        </p:txBody>
      </p:sp>
      <p:sp>
        <p:nvSpPr>
          <p:cNvPr id="90" name="TextBox 89">
            <a:extLst>
              <a:ext uri="{FF2B5EF4-FFF2-40B4-BE49-F238E27FC236}">
                <a16:creationId xmlns:a16="http://schemas.microsoft.com/office/drawing/2014/main" id="{BC437692-E9D8-A1DC-D9CA-F1DE1E621BA1}"/>
              </a:ext>
            </a:extLst>
          </p:cNvPr>
          <p:cNvSpPr txBox="1"/>
          <p:nvPr/>
        </p:nvSpPr>
        <p:spPr>
          <a:xfrm>
            <a:off x="11130792" y="5208603"/>
            <a:ext cx="810241" cy="323165"/>
          </a:xfrm>
          <a:prstGeom prst="rect">
            <a:avLst/>
          </a:prstGeom>
          <a:noFill/>
        </p:spPr>
        <p:txBody>
          <a:bodyPr wrap="square" rtlCol="0">
            <a:spAutoFit/>
          </a:bodyPr>
          <a:lstStyle/>
          <a:p>
            <a:r>
              <a:rPr lang="en-SG" sz="500" noProof="0" dirty="0">
                <a:solidFill>
                  <a:schemeClr val="bg2">
                    <a:lumMod val="50000"/>
                  </a:schemeClr>
                </a:solidFill>
              </a:rPr>
              <a:t>9.a.a.3. Microservice API returns response to AIGP MCP Server</a:t>
            </a:r>
          </a:p>
        </p:txBody>
      </p:sp>
      <p:cxnSp>
        <p:nvCxnSpPr>
          <p:cNvPr id="91" name="Straight Arrow Connector 90">
            <a:extLst>
              <a:ext uri="{FF2B5EF4-FFF2-40B4-BE49-F238E27FC236}">
                <a16:creationId xmlns:a16="http://schemas.microsoft.com/office/drawing/2014/main" id="{844C78C8-88A5-0A97-C26F-ED76C669D49F}"/>
              </a:ext>
            </a:extLst>
          </p:cNvPr>
          <p:cNvCxnSpPr>
            <a:cxnSpLocks/>
          </p:cNvCxnSpPr>
          <p:nvPr/>
        </p:nvCxnSpPr>
        <p:spPr>
          <a:xfrm flipH="1">
            <a:off x="10319221" y="3426872"/>
            <a:ext cx="288000" cy="0"/>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30" name="TextBox 1029">
            <a:extLst>
              <a:ext uri="{FF2B5EF4-FFF2-40B4-BE49-F238E27FC236}">
                <a16:creationId xmlns:a16="http://schemas.microsoft.com/office/drawing/2014/main" id="{E376E6B1-0EBC-E8AE-5771-4DD706F7E49D}"/>
              </a:ext>
            </a:extLst>
          </p:cNvPr>
          <p:cNvSpPr txBox="1"/>
          <p:nvPr/>
        </p:nvSpPr>
        <p:spPr>
          <a:xfrm>
            <a:off x="6622749" y="5344286"/>
            <a:ext cx="1245202" cy="246221"/>
          </a:xfrm>
          <a:prstGeom prst="rect">
            <a:avLst/>
          </a:prstGeom>
          <a:noFill/>
        </p:spPr>
        <p:txBody>
          <a:bodyPr wrap="square" rtlCol="0">
            <a:spAutoFit/>
          </a:bodyPr>
          <a:lstStyle/>
          <a:p>
            <a:r>
              <a:rPr lang="en-SG" sz="500" noProof="0" dirty="0">
                <a:solidFill>
                  <a:schemeClr val="bg2">
                    <a:lumMod val="50000"/>
                  </a:schemeClr>
                </a:solidFill>
              </a:rPr>
              <a:t>9.b.a.1. MCP Server sends tool call request to AIGP, Fire-and-Forget</a:t>
            </a:r>
          </a:p>
        </p:txBody>
      </p:sp>
      <p:sp>
        <p:nvSpPr>
          <p:cNvPr id="1034" name="TextBox 1033">
            <a:extLst>
              <a:ext uri="{FF2B5EF4-FFF2-40B4-BE49-F238E27FC236}">
                <a16:creationId xmlns:a16="http://schemas.microsoft.com/office/drawing/2014/main" id="{D4ED0B38-C8C7-4613-D49F-756EDE0FC5C7}"/>
              </a:ext>
            </a:extLst>
          </p:cNvPr>
          <p:cNvSpPr txBox="1"/>
          <p:nvPr/>
        </p:nvSpPr>
        <p:spPr>
          <a:xfrm>
            <a:off x="9100529" y="4538010"/>
            <a:ext cx="850434" cy="323165"/>
          </a:xfrm>
          <a:prstGeom prst="rect">
            <a:avLst/>
          </a:prstGeom>
          <a:noFill/>
        </p:spPr>
        <p:txBody>
          <a:bodyPr wrap="square" rtlCol="0">
            <a:spAutoFit/>
          </a:bodyPr>
          <a:lstStyle/>
          <a:p>
            <a:r>
              <a:rPr lang="en-SG" sz="500" noProof="0" dirty="0">
                <a:solidFill>
                  <a:schemeClr val="bg2">
                    <a:lumMod val="50000"/>
                  </a:schemeClr>
                </a:solidFill>
              </a:rPr>
              <a:t>9.a.a.4. AIGP MCP gateway returns response to AO MCP</a:t>
            </a:r>
          </a:p>
        </p:txBody>
      </p:sp>
      <p:sp>
        <p:nvSpPr>
          <p:cNvPr id="1038" name="TextBox 1037">
            <a:extLst>
              <a:ext uri="{FF2B5EF4-FFF2-40B4-BE49-F238E27FC236}">
                <a16:creationId xmlns:a16="http://schemas.microsoft.com/office/drawing/2014/main" id="{382F0EFE-356B-75F0-E990-4539A7A1F9A1}"/>
              </a:ext>
            </a:extLst>
          </p:cNvPr>
          <p:cNvSpPr txBox="1"/>
          <p:nvPr/>
        </p:nvSpPr>
        <p:spPr>
          <a:xfrm>
            <a:off x="5112826" y="4066094"/>
            <a:ext cx="768754" cy="400110"/>
          </a:xfrm>
          <a:prstGeom prst="rect">
            <a:avLst/>
          </a:prstGeom>
          <a:noFill/>
        </p:spPr>
        <p:txBody>
          <a:bodyPr wrap="square" rtlCol="0">
            <a:spAutoFit/>
          </a:bodyPr>
          <a:lstStyle/>
          <a:p>
            <a:r>
              <a:rPr lang="en-SG" sz="500" noProof="0" dirty="0">
                <a:solidFill>
                  <a:schemeClr val="bg2">
                    <a:lumMod val="50000"/>
                  </a:schemeClr>
                </a:solidFill>
              </a:rPr>
              <a:t>9.a.a.5. AO MCP Server returns response to its gateway</a:t>
            </a:r>
          </a:p>
        </p:txBody>
      </p:sp>
      <p:sp>
        <p:nvSpPr>
          <p:cNvPr id="1039" name="TextBox 1038">
            <a:extLst>
              <a:ext uri="{FF2B5EF4-FFF2-40B4-BE49-F238E27FC236}">
                <a16:creationId xmlns:a16="http://schemas.microsoft.com/office/drawing/2014/main" id="{802CA348-F1E1-88B1-D47E-19760914CD69}"/>
              </a:ext>
            </a:extLst>
          </p:cNvPr>
          <p:cNvSpPr txBox="1"/>
          <p:nvPr/>
        </p:nvSpPr>
        <p:spPr>
          <a:xfrm>
            <a:off x="2991459" y="3958710"/>
            <a:ext cx="1052156" cy="400110"/>
          </a:xfrm>
          <a:prstGeom prst="rect">
            <a:avLst/>
          </a:prstGeom>
          <a:noFill/>
        </p:spPr>
        <p:txBody>
          <a:bodyPr wrap="square" rtlCol="0">
            <a:spAutoFit/>
          </a:bodyPr>
          <a:lstStyle/>
          <a:p>
            <a:r>
              <a:rPr lang="en-SG" sz="500" noProof="0" dirty="0">
                <a:solidFill>
                  <a:schemeClr val="bg2">
                    <a:lumMod val="50000"/>
                  </a:schemeClr>
                </a:solidFill>
              </a:rPr>
              <a:t>9.a.a.6. Response from AIGP is sent to AI gateway and upon sanitisation, to orchestrator to resume processing</a:t>
            </a:r>
          </a:p>
        </p:txBody>
      </p:sp>
      <p:sp>
        <p:nvSpPr>
          <p:cNvPr id="1040" name="TextBox 1039">
            <a:extLst>
              <a:ext uri="{FF2B5EF4-FFF2-40B4-BE49-F238E27FC236}">
                <a16:creationId xmlns:a16="http://schemas.microsoft.com/office/drawing/2014/main" id="{CF08CCEA-AC46-7690-1765-824941E6A385}"/>
              </a:ext>
            </a:extLst>
          </p:cNvPr>
          <p:cNvSpPr txBox="1"/>
          <p:nvPr/>
        </p:nvSpPr>
        <p:spPr>
          <a:xfrm>
            <a:off x="6315746" y="1900666"/>
            <a:ext cx="1052156" cy="400110"/>
          </a:xfrm>
          <a:prstGeom prst="rect">
            <a:avLst/>
          </a:prstGeom>
          <a:noFill/>
        </p:spPr>
        <p:txBody>
          <a:bodyPr wrap="square" rtlCol="0">
            <a:spAutoFit/>
          </a:bodyPr>
          <a:lstStyle/>
          <a:p>
            <a:r>
              <a:rPr lang="en-SG" sz="500" noProof="0" dirty="0">
                <a:solidFill>
                  <a:schemeClr val="bg2">
                    <a:lumMod val="50000"/>
                  </a:schemeClr>
                </a:solidFill>
              </a:rPr>
              <a:t>9.a.a.6. Response from AIGP is sent to AI gateway and upon sanitisation, to orchestrator to resume processing</a:t>
            </a:r>
          </a:p>
        </p:txBody>
      </p:sp>
      <p:pic>
        <p:nvPicPr>
          <p:cNvPr id="33" name="Picture 2">
            <a:extLst>
              <a:ext uri="{FF2B5EF4-FFF2-40B4-BE49-F238E27FC236}">
                <a16:creationId xmlns:a16="http://schemas.microsoft.com/office/drawing/2014/main" id="{430D5A76-5DCC-60FF-6023-8F9E0CDEA2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97" y="6245129"/>
            <a:ext cx="397501" cy="360000"/>
          </a:xfrm>
          <a:prstGeom prst="rect">
            <a:avLst/>
          </a:prstGeom>
          <a:noFill/>
          <a:extLst>
            <a:ext uri="{909E8E84-426E-40DD-AFC4-6F175D3DCCD1}">
              <a14:hiddenFill xmlns:a14="http://schemas.microsoft.com/office/drawing/2010/main">
                <a:solidFill>
                  <a:srgbClr val="FFFFFF"/>
                </a:solidFill>
              </a14:hiddenFill>
            </a:ext>
          </a:extLst>
        </p:spPr>
      </p:pic>
      <p:sp>
        <p:nvSpPr>
          <p:cNvPr id="57" name="Oval 56">
            <a:extLst>
              <a:ext uri="{FF2B5EF4-FFF2-40B4-BE49-F238E27FC236}">
                <a16:creationId xmlns:a16="http://schemas.microsoft.com/office/drawing/2014/main" id="{A0CC8D29-B891-9E80-6754-E7C16634168A}"/>
              </a:ext>
            </a:extLst>
          </p:cNvPr>
          <p:cNvSpPr/>
          <p:nvPr/>
        </p:nvSpPr>
        <p:spPr>
          <a:xfrm>
            <a:off x="6764757" y="525264"/>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0</a:t>
            </a:r>
          </a:p>
        </p:txBody>
      </p:sp>
      <p:sp>
        <p:nvSpPr>
          <p:cNvPr id="58" name="TextBox 57">
            <a:extLst>
              <a:ext uri="{FF2B5EF4-FFF2-40B4-BE49-F238E27FC236}">
                <a16:creationId xmlns:a16="http://schemas.microsoft.com/office/drawing/2014/main" id="{DAC3474C-B19A-5212-F5D2-19683E8C061C}"/>
              </a:ext>
            </a:extLst>
          </p:cNvPr>
          <p:cNvSpPr txBox="1"/>
          <p:nvPr/>
        </p:nvSpPr>
        <p:spPr>
          <a:xfrm>
            <a:off x="7006257" y="493587"/>
            <a:ext cx="1737976" cy="261610"/>
          </a:xfrm>
          <a:prstGeom prst="rect">
            <a:avLst/>
          </a:prstGeom>
          <a:noFill/>
        </p:spPr>
        <p:txBody>
          <a:bodyPr wrap="none" rtlCol="0">
            <a:spAutoFit/>
          </a:bodyPr>
          <a:lstStyle/>
          <a:p>
            <a:pPr algn="ctr"/>
            <a:r>
              <a:rPr lang="en-SG" sz="1100" noProof="0" dirty="0"/>
              <a:t>IRIN3 Access Assignment</a:t>
            </a:r>
          </a:p>
        </p:txBody>
      </p:sp>
      <p:sp>
        <p:nvSpPr>
          <p:cNvPr id="59" name="TextBox 58">
            <a:extLst>
              <a:ext uri="{FF2B5EF4-FFF2-40B4-BE49-F238E27FC236}">
                <a16:creationId xmlns:a16="http://schemas.microsoft.com/office/drawing/2014/main" id="{75416484-EA03-9EF4-D95D-344B24772D26}"/>
              </a:ext>
            </a:extLst>
          </p:cNvPr>
          <p:cNvSpPr txBox="1"/>
          <p:nvPr/>
        </p:nvSpPr>
        <p:spPr>
          <a:xfrm>
            <a:off x="7032276" y="701954"/>
            <a:ext cx="1679924" cy="461665"/>
          </a:xfrm>
          <a:prstGeom prst="rect">
            <a:avLst/>
          </a:prstGeom>
          <a:noFill/>
        </p:spPr>
        <p:txBody>
          <a:bodyPr wrap="square" rtlCol="0">
            <a:spAutoFit/>
          </a:bodyPr>
          <a:lstStyle/>
          <a:p>
            <a:r>
              <a:rPr lang="en-SG" sz="800" noProof="0" dirty="0">
                <a:solidFill>
                  <a:schemeClr val="bg2">
                    <a:lumMod val="50000"/>
                  </a:schemeClr>
                </a:solidFill>
              </a:rPr>
              <a:t>The agent’s access scope to IRIN3 will need to be governed by ForgeRock</a:t>
            </a:r>
          </a:p>
        </p:txBody>
      </p:sp>
      <p:cxnSp>
        <p:nvCxnSpPr>
          <p:cNvPr id="72" name="Straight Arrow Connector 71">
            <a:extLst>
              <a:ext uri="{FF2B5EF4-FFF2-40B4-BE49-F238E27FC236}">
                <a16:creationId xmlns:a16="http://schemas.microsoft.com/office/drawing/2014/main" id="{025DF2AC-97CA-AB3B-48D5-00C66EA16051}"/>
              </a:ext>
            </a:extLst>
          </p:cNvPr>
          <p:cNvCxnSpPr>
            <a:cxnSpLocks/>
            <a:stCxn id="122" idx="1"/>
            <a:endCxn id="101" idx="3"/>
          </p:cNvCxnSpPr>
          <p:nvPr/>
        </p:nvCxnSpPr>
        <p:spPr>
          <a:xfrm flipH="1">
            <a:off x="3575036" y="2513962"/>
            <a:ext cx="380987" cy="4897"/>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86" name="Rectangle 85">
            <a:extLst>
              <a:ext uri="{FF2B5EF4-FFF2-40B4-BE49-F238E27FC236}">
                <a16:creationId xmlns:a16="http://schemas.microsoft.com/office/drawing/2014/main" id="{FCFF7507-8B7F-147E-BE74-12B05572F6FB}"/>
              </a:ext>
            </a:extLst>
          </p:cNvPr>
          <p:cNvSpPr/>
          <p:nvPr/>
        </p:nvSpPr>
        <p:spPr>
          <a:xfrm>
            <a:off x="5354668" y="2228258"/>
            <a:ext cx="931977" cy="37705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7" name="TextBox 86">
            <a:extLst>
              <a:ext uri="{FF2B5EF4-FFF2-40B4-BE49-F238E27FC236}">
                <a16:creationId xmlns:a16="http://schemas.microsoft.com/office/drawing/2014/main" id="{9908629D-2E0A-5CC8-0C7E-EB9FC506E243}"/>
              </a:ext>
            </a:extLst>
          </p:cNvPr>
          <p:cNvSpPr txBox="1"/>
          <p:nvPr/>
        </p:nvSpPr>
        <p:spPr>
          <a:xfrm>
            <a:off x="5343037" y="2212123"/>
            <a:ext cx="972000" cy="400110"/>
          </a:xfrm>
          <a:prstGeom prst="rect">
            <a:avLst/>
          </a:prstGeom>
          <a:noFill/>
        </p:spPr>
        <p:txBody>
          <a:bodyPr wrap="square" rtlCol="0">
            <a:spAutoFit/>
          </a:bodyPr>
          <a:lstStyle/>
          <a:p>
            <a:pPr algn="ctr"/>
            <a:r>
              <a:rPr lang="en-SG" sz="1000" b="1" noProof="0" dirty="0"/>
              <a:t>Policy Registry</a:t>
            </a:r>
          </a:p>
        </p:txBody>
      </p:sp>
      <p:cxnSp>
        <p:nvCxnSpPr>
          <p:cNvPr id="92" name="Straight Arrow Connector 91">
            <a:extLst>
              <a:ext uri="{FF2B5EF4-FFF2-40B4-BE49-F238E27FC236}">
                <a16:creationId xmlns:a16="http://schemas.microsoft.com/office/drawing/2014/main" id="{0C1EE644-8109-B1FF-BB51-F08207873B0B}"/>
              </a:ext>
            </a:extLst>
          </p:cNvPr>
          <p:cNvCxnSpPr>
            <a:cxnSpLocks/>
            <a:endCxn id="87" idx="2"/>
          </p:cNvCxnSpPr>
          <p:nvPr/>
        </p:nvCxnSpPr>
        <p:spPr>
          <a:xfrm flipV="1">
            <a:off x="5393284" y="2612233"/>
            <a:ext cx="435753" cy="1045325"/>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95" name="TextBox 94">
            <a:extLst>
              <a:ext uri="{FF2B5EF4-FFF2-40B4-BE49-F238E27FC236}">
                <a16:creationId xmlns:a16="http://schemas.microsoft.com/office/drawing/2014/main" id="{48884EAC-CDD3-3DB6-45D4-172418DA96CD}"/>
              </a:ext>
            </a:extLst>
          </p:cNvPr>
          <p:cNvSpPr txBox="1"/>
          <p:nvPr/>
        </p:nvSpPr>
        <p:spPr>
          <a:xfrm>
            <a:off x="16389" y="6539502"/>
            <a:ext cx="4705678" cy="215444"/>
          </a:xfrm>
          <a:prstGeom prst="rect">
            <a:avLst/>
          </a:prstGeom>
          <a:noFill/>
        </p:spPr>
        <p:txBody>
          <a:bodyPr wrap="square">
            <a:spAutoFit/>
          </a:bodyPr>
          <a:lstStyle/>
          <a:p>
            <a:r>
              <a:rPr lang="en-SG" sz="800" noProof="0" dirty="0"/>
              <a:t>^Exact service to be used for state management will be proposed by Platform and Infra topic team</a:t>
            </a:r>
          </a:p>
        </p:txBody>
      </p:sp>
      <p:sp>
        <p:nvSpPr>
          <p:cNvPr id="45" name="TextBox 44">
            <a:extLst>
              <a:ext uri="{FF2B5EF4-FFF2-40B4-BE49-F238E27FC236}">
                <a16:creationId xmlns:a16="http://schemas.microsoft.com/office/drawing/2014/main" id="{0C715944-CE90-34F9-C131-3BE5019A0586}"/>
              </a:ext>
            </a:extLst>
          </p:cNvPr>
          <p:cNvSpPr txBox="1"/>
          <p:nvPr/>
        </p:nvSpPr>
        <p:spPr>
          <a:xfrm>
            <a:off x="937378" y="5194118"/>
            <a:ext cx="1443872" cy="276999"/>
          </a:xfrm>
          <a:prstGeom prst="rect">
            <a:avLst/>
          </a:prstGeom>
          <a:noFill/>
        </p:spPr>
        <p:txBody>
          <a:bodyPr wrap="square" rtlCol="0">
            <a:spAutoFit/>
          </a:bodyPr>
          <a:lstStyle/>
          <a:p>
            <a:r>
              <a:rPr lang="en-SG" sz="600" noProof="0" dirty="0">
                <a:solidFill>
                  <a:schemeClr val="bg2">
                    <a:lumMod val="50000"/>
                  </a:schemeClr>
                </a:solidFill>
              </a:rPr>
              <a:t>*SWEE federates to IRIN3 ForgeRock</a:t>
            </a:r>
          </a:p>
          <a:p>
            <a:r>
              <a:rPr lang="en-SG" sz="600" noProof="0" dirty="0">
                <a:solidFill>
                  <a:schemeClr val="bg2">
                    <a:lumMod val="50000"/>
                  </a:schemeClr>
                </a:solidFill>
              </a:rPr>
              <a:t>for user authorisation</a:t>
            </a:r>
          </a:p>
        </p:txBody>
      </p:sp>
    </p:spTree>
    <p:extLst>
      <p:ext uri="{BB962C8B-B14F-4D97-AF65-F5344CB8AC3E}">
        <p14:creationId xmlns:p14="http://schemas.microsoft.com/office/powerpoint/2010/main" val="21319558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FF0BCCA-9B33-89DC-5FC0-0D0EFF90E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0E9D4-620D-C6E0-7920-6E476D7CBC51}"/>
              </a:ext>
            </a:extLst>
          </p:cNvPr>
          <p:cNvSpPr>
            <a:spLocks noGrp="1"/>
          </p:cNvSpPr>
          <p:nvPr>
            <p:ph type="title"/>
          </p:nvPr>
        </p:nvSpPr>
        <p:spPr>
          <a:xfrm>
            <a:off x="667351" y="136525"/>
            <a:ext cx="10515600" cy="425507"/>
          </a:xfrm>
        </p:spPr>
        <p:txBody>
          <a:bodyPr>
            <a:normAutofit/>
          </a:bodyPr>
          <a:lstStyle/>
          <a:p>
            <a:r>
              <a:rPr lang="en-SG" sz="2000" noProof="0" dirty="0"/>
              <a:t>Step 3: Agent Identification – Annex </a:t>
            </a:r>
          </a:p>
        </p:txBody>
      </p:sp>
      <p:sp>
        <p:nvSpPr>
          <p:cNvPr id="4" name="Slide Number Placeholder 3">
            <a:extLst>
              <a:ext uri="{FF2B5EF4-FFF2-40B4-BE49-F238E27FC236}">
                <a16:creationId xmlns:a16="http://schemas.microsoft.com/office/drawing/2014/main" id="{128CE87F-0480-A038-2EB7-FBAF2F54C60F}"/>
              </a:ext>
            </a:extLst>
          </p:cNvPr>
          <p:cNvSpPr>
            <a:spLocks noGrp="1"/>
          </p:cNvSpPr>
          <p:nvPr>
            <p:ph type="sldNum" sz="quarter" idx="12"/>
          </p:nvPr>
        </p:nvSpPr>
        <p:spPr/>
        <p:txBody>
          <a:bodyPr/>
          <a:lstStyle/>
          <a:p>
            <a:fld id="{5DF5AE18-F94A-B54C-9347-4CAFB5D76058}" type="slidenum">
              <a:rPr lang="en-SG" noProof="0" smtClean="0"/>
              <a:pPr/>
              <a:t>43</a:t>
            </a:fld>
            <a:endParaRPr lang="en-SG" noProof="0" dirty="0"/>
          </a:p>
        </p:txBody>
      </p:sp>
      <p:sp>
        <p:nvSpPr>
          <p:cNvPr id="6" name="Title 1">
            <a:extLst>
              <a:ext uri="{FF2B5EF4-FFF2-40B4-BE49-F238E27FC236}">
                <a16:creationId xmlns:a16="http://schemas.microsoft.com/office/drawing/2014/main" id="{66D38FAA-7DAB-AA5F-3C97-81D9521A39EC}"/>
              </a:ext>
            </a:extLst>
          </p:cNvPr>
          <p:cNvSpPr txBox="1">
            <a:spLocks/>
          </p:cNvSpPr>
          <p:nvPr/>
        </p:nvSpPr>
        <p:spPr>
          <a:xfrm>
            <a:off x="667351" y="562032"/>
            <a:ext cx="10515600"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Borrowable patterns from OpenA2A AIM</a:t>
            </a:r>
          </a:p>
        </p:txBody>
      </p:sp>
      <p:graphicFrame>
        <p:nvGraphicFramePr>
          <p:cNvPr id="7" name="Table 6">
            <a:extLst>
              <a:ext uri="{FF2B5EF4-FFF2-40B4-BE49-F238E27FC236}">
                <a16:creationId xmlns:a16="http://schemas.microsoft.com/office/drawing/2014/main" id="{3D70D69D-1B6C-7C69-3B70-E7AF6035802E}"/>
              </a:ext>
            </a:extLst>
          </p:cNvPr>
          <p:cNvGraphicFramePr>
            <a:graphicFrameLocks noGrp="1"/>
          </p:cNvGraphicFramePr>
          <p:nvPr>
            <p:extLst>
              <p:ext uri="{D42A27DB-BD31-4B8C-83A1-F6EECF244321}">
                <p14:modId xmlns:p14="http://schemas.microsoft.com/office/powerpoint/2010/main" val="3651817074"/>
              </p:ext>
            </p:extLst>
          </p:nvPr>
        </p:nvGraphicFramePr>
        <p:xfrm>
          <a:off x="609599" y="1116532"/>
          <a:ext cx="11181348" cy="5210869"/>
        </p:xfrm>
        <a:graphic>
          <a:graphicData uri="http://schemas.openxmlformats.org/drawingml/2006/table">
            <a:tbl>
              <a:tblPr firstRow="1" bandRow="1">
                <a:tableStyleId>{7E9639D4-E3E2-4D34-9284-5A2195B3D0D7}</a:tableStyleId>
              </a:tblPr>
              <a:tblGrid>
                <a:gridCol w="2576363">
                  <a:extLst>
                    <a:ext uri="{9D8B030D-6E8A-4147-A177-3AD203B41FA5}">
                      <a16:colId xmlns:a16="http://schemas.microsoft.com/office/drawing/2014/main" val="4023126614"/>
                    </a:ext>
                  </a:extLst>
                </a:gridCol>
                <a:gridCol w="8604985">
                  <a:extLst>
                    <a:ext uri="{9D8B030D-6E8A-4147-A177-3AD203B41FA5}">
                      <a16:colId xmlns:a16="http://schemas.microsoft.com/office/drawing/2014/main" val="3109461255"/>
                    </a:ext>
                  </a:extLst>
                </a:gridCol>
              </a:tblGrid>
              <a:tr h="385012">
                <a:tc>
                  <a:txBody>
                    <a:bodyPr/>
                    <a:lstStyle/>
                    <a:p>
                      <a:r>
                        <a:rPr lang="en-SG" sz="1100" noProof="0" dirty="0"/>
                        <a:t>Security Capability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0">
                <a:tc>
                  <a:txBody>
                    <a:bodyPr/>
                    <a:lstStyle/>
                    <a:p>
                      <a:r>
                        <a:rPr lang="en-SG" sz="1100" noProof="0" dirty="0"/>
                        <a:t>Per-operation FGA (5-gate pipeline)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t>Runs every authorization request through 5 sequential gates. First denial stops the chain and returns which gate blocked it.</a:t>
                      </a:r>
                    </a:p>
                    <a:p>
                      <a:pPr marL="171450" indent="-171450">
                        <a:buFont typeface="Arial" panose="020B0604020202020204" pitchFamily="34" charset="0"/>
                        <a:buChar char="•"/>
                      </a:pPr>
                      <a:r>
                        <a:rPr lang="en-SG" sz="1100" noProof="0" dirty="0" err="1"/>
                        <a:t>capability_check</a:t>
                      </a:r>
                      <a:r>
                        <a:rPr lang="en-SG" sz="1100" noProof="0" dirty="0"/>
                        <a:t> → </a:t>
                      </a:r>
                      <a:r>
                        <a:rPr lang="en-SG" sz="1100" noProof="0" dirty="0" err="1"/>
                        <a:t>attribute_check</a:t>
                      </a:r>
                      <a:r>
                        <a:rPr lang="en-SG" sz="1100" noProof="0" dirty="0"/>
                        <a:t> → </a:t>
                      </a:r>
                      <a:r>
                        <a:rPr lang="en-SG" sz="1100" noProof="0" dirty="0" err="1"/>
                        <a:t>context_check</a:t>
                      </a:r>
                      <a:r>
                        <a:rPr lang="en-SG" sz="1100" noProof="0" dirty="0"/>
                        <a:t> → </a:t>
                      </a:r>
                      <a:r>
                        <a:rPr lang="en-SG" sz="1100" noProof="0" dirty="0" err="1"/>
                        <a:t>chain_check</a:t>
                      </a:r>
                      <a:r>
                        <a:rPr lang="en-SG" sz="1100" noProof="0" dirty="0"/>
                        <a:t> → </a:t>
                      </a:r>
                      <a:r>
                        <a:rPr lang="en-SG" sz="1100" noProof="0" dirty="0" err="1"/>
                        <a:t>intent_check</a:t>
                      </a:r>
                      <a:endParaRPr lang="en-SG" sz="11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2798937">
                <a:tc>
                  <a:txBody>
                    <a:bodyPr/>
                    <a:lstStyle/>
                    <a:p>
                      <a:r>
                        <a:rPr lang="en-SG" sz="1100" noProof="0" dirty="0" err="1"/>
                        <a:t>Behavioral</a:t>
                      </a:r>
                      <a:r>
                        <a:rPr lang="en-SG" sz="1100" noProof="0" dirty="0"/>
                        <a:t> trust score (9 factors)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Computes a 0.0–1.0 trust score from 8 </a:t>
                      </a:r>
                      <a:r>
                        <a:rPr lang="en-SG" sz="1100" noProof="0" dirty="0" err="1"/>
                        <a:t>behavioral</a:t>
                      </a:r>
                      <a:r>
                        <a:rPr lang="en-SG" sz="1100" noProof="0" dirty="0"/>
                        <a:t> factors with fixed weights:</a:t>
                      </a:r>
                    </a:p>
                    <a:p>
                      <a:endParaRPr lang="en-SG" sz="11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938188">
                <a:tc>
                  <a:txBody>
                    <a:bodyPr/>
                    <a:lstStyle/>
                    <a:p>
                      <a:r>
                        <a:rPr lang="en-SG" sz="1100" noProof="0" dirty="0"/>
                        <a:t>Tamper-evident hash-chain audit log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Wraps a JSONL file where each event includes:</a:t>
                      </a:r>
                    </a:p>
                    <a:p>
                      <a:pPr marL="171450" indent="-171450">
                        <a:buFont typeface="Arial" panose="020B0604020202020204" pitchFamily="34" charset="0"/>
                        <a:buChar char="•"/>
                      </a:pPr>
                      <a:r>
                        <a:rPr lang="en-SG" sz="1100" noProof="0" dirty="0" err="1"/>
                        <a:t>event_hash</a:t>
                      </a:r>
                      <a:r>
                        <a:rPr lang="en-SG" sz="1100" noProof="0" dirty="0"/>
                        <a:t> = SHA256(action + target + result + timestamp + </a:t>
                      </a:r>
                      <a:r>
                        <a:rPr lang="en-SG" sz="1100" noProof="0" dirty="0" err="1"/>
                        <a:t>agent_id</a:t>
                      </a:r>
                      <a:r>
                        <a:rPr lang="en-SG" sz="1100" noProof="0" dirty="0"/>
                        <a:t>)</a:t>
                      </a:r>
                    </a:p>
                    <a:p>
                      <a:pPr marL="171450" indent="-171450">
                        <a:buFont typeface="Arial" panose="020B0604020202020204" pitchFamily="34" charset="0"/>
                        <a:buChar char="•"/>
                      </a:pPr>
                      <a:r>
                        <a:rPr lang="en-SG" sz="1100" noProof="0" dirty="0" err="1"/>
                        <a:t>chain_hash</a:t>
                      </a:r>
                      <a:r>
                        <a:rPr lang="en-SG" sz="1100" noProof="0" dirty="0"/>
                        <a:t> = SHA256(</a:t>
                      </a:r>
                      <a:r>
                        <a:rPr lang="en-SG" sz="1100" noProof="0" dirty="0" err="1"/>
                        <a:t>event_hash</a:t>
                      </a:r>
                      <a:r>
                        <a:rPr lang="en-SG" sz="1100" noProof="0" dirty="0"/>
                        <a:t> + </a:t>
                      </a:r>
                      <a:r>
                        <a:rPr lang="en-SG" sz="1100" noProof="0" dirty="0" err="1"/>
                        <a:t>previous_chain_hash</a:t>
                      </a:r>
                      <a:r>
                        <a:rPr lang="en-SG" sz="1100" noProof="0" dirty="0"/>
                        <a:t>)</a:t>
                      </a:r>
                    </a:p>
                    <a:p>
                      <a:r>
                        <a:rPr lang="en-SG" sz="1100" noProof="0" dirty="0"/>
                        <a:t>Because each hash covers the previous one, modifying any past record cascades into a broken chain from that point forward. The log file can be handed to an auditor and verified independently with no external system.</a:t>
                      </a:r>
                    </a:p>
                    <a:p>
                      <a:endParaRPr lang="en-SG" sz="1100" noProof="0" dirty="0"/>
                    </a:p>
                    <a:p>
                      <a:r>
                        <a:rPr lang="en-SG" sz="1100" noProof="0" dirty="0"/>
                        <a:t>Why it matters: Azure Monitor and Entra audit logs are trustworthy at the platform level (Microsoft controls tamper-proofing). But the application-layer logs — what tool the agent called, what data it read, what decision it made — are flat files. Anyone with write access can alter them silently. This pattern makes that impossible to hide.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bl>
          </a:graphicData>
        </a:graphic>
      </p:graphicFrame>
      <p:graphicFrame>
        <p:nvGraphicFramePr>
          <p:cNvPr id="5" name="Table 4">
            <a:extLst>
              <a:ext uri="{FF2B5EF4-FFF2-40B4-BE49-F238E27FC236}">
                <a16:creationId xmlns:a16="http://schemas.microsoft.com/office/drawing/2014/main" id="{8F1322A0-1D4E-EE04-7064-84528A8D5C81}"/>
              </a:ext>
            </a:extLst>
          </p:cNvPr>
          <p:cNvGraphicFramePr>
            <a:graphicFrameLocks noGrp="1"/>
          </p:cNvGraphicFramePr>
          <p:nvPr>
            <p:extLst>
              <p:ext uri="{D42A27DB-BD31-4B8C-83A1-F6EECF244321}">
                <p14:modId xmlns:p14="http://schemas.microsoft.com/office/powerpoint/2010/main" val="1150697714"/>
              </p:ext>
            </p:extLst>
          </p:nvPr>
        </p:nvGraphicFramePr>
        <p:xfrm>
          <a:off x="3292710" y="2172844"/>
          <a:ext cx="6408001" cy="2436232"/>
        </p:xfrm>
        <a:graphic>
          <a:graphicData uri="http://schemas.openxmlformats.org/drawingml/2006/table">
            <a:tbl>
              <a:tblPr firstRow="1" bandRow="1">
                <a:tableStyleId>{7E9639D4-E3E2-4D34-9284-5A2195B3D0D7}</a:tableStyleId>
              </a:tblPr>
              <a:tblGrid>
                <a:gridCol w="1989215">
                  <a:extLst>
                    <a:ext uri="{9D8B030D-6E8A-4147-A177-3AD203B41FA5}">
                      <a16:colId xmlns:a16="http://schemas.microsoft.com/office/drawing/2014/main" val="4023126614"/>
                    </a:ext>
                  </a:extLst>
                </a:gridCol>
                <a:gridCol w="1468537">
                  <a:extLst>
                    <a:ext uri="{9D8B030D-6E8A-4147-A177-3AD203B41FA5}">
                      <a16:colId xmlns:a16="http://schemas.microsoft.com/office/drawing/2014/main" val="3109461255"/>
                    </a:ext>
                  </a:extLst>
                </a:gridCol>
                <a:gridCol w="2950249">
                  <a:extLst>
                    <a:ext uri="{9D8B030D-6E8A-4147-A177-3AD203B41FA5}">
                      <a16:colId xmlns:a16="http://schemas.microsoft.com/office/drawing/2014/main" val="3687399494"/>
                    </a:ext>
                  </a:extLst>
                </a:gridCol>
              </a:tblGrid>
              <a:tr h="301028">
                <a:tc>
                  <a:txBody>
                    <a:bodyPr/>
                    <a:lstStyle/>
                    <a:p>
                      <a:r>
                        <a:rPr lang="en-SG" sz="1100" noProof="0" dirty="0"/>
                        <a:t>Factor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250257">
                <a:tc>
                  <a:txBody>
                    <a:bodyPr/>
                    <a:lstStyle/>
                    <a:p>
                      <a:r>
                        <a:rPr lang="en-SG" sz="1100" noProof="0" dirty="0"/>
                        <a:t>verification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100" noProof="0"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100" noProof="0" dirty="0"/>
                        <a:t>Is the agent registered and confirmed?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289557">
                <a:tc>
                  <a:txBody>
                    <a:bodyPr/>
                    <a:lstStyle/>
                    <a:p>
                      <a:r>
                        <a:rPr lang="en-SG" sz="1100" noProof="0" dirty="0"/>
                        <a:t>uptime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Availability track record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288761">
                <a:tc>
                  <a:txBody>
                    <a:bodyPr/>
                    <a:lstStyle/>
                    <a:p>
                      <a:r>
                        <a:rPr lang="en-SG" sz="1100" noProof="0" dirty="0" err="1"/>
                        <a:t>action_success</a:t>
                      </a:r>
                      <a:endParaRPr lang="en-SG" sz="11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Ratio of successful to total actions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r h="240631">
                <a:tc>
                  <a:txBody>
                    <a:bodyPr/>
                    <a:lstStyle/>
                    <a:p>
                      <a:r>
                        <a:rPr lang="en-SG" sz="1100" noProof="0" dirty="0" err="1"/>
                        <a:t>security_alerts</a:t>
                      </a:r>
                      <a:r>
                        <a:rPr lang="en-SG" sz="1100" noProof="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Inverse of security incident 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270726"/>
                  </a:ext>
                </a:extLst>
              </a:tr>
              <a:tr h="260684">
                <a:tc>
                  <a:txBody>
                    <a:bodyPr/>
                    <a:lstStyle/>
                    <a:p>
                      <a:r>
                        <a:rPr lang="en-SG" sz="1100" noProof="0" dirty="0"/>
                        <a:t>compliance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Policy-compliant action ratio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307798"/>
                  </a:ext>
                </a:extLst>
              </a:tr>
              <a:tr h="259882">
                <a:tc>
                  <a:txBody>
                    <a:bodyPr/>
                    <a:lstStyle/>
                    <a:p>
                      <a:r>
                        <a:rPr lang="en-SG" sz="1100" noProof="0" dirty="0"/>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min(</a:t>
                      </a:r>
                      <a:r>
                        <a:rPr lang="en-SG" sz="1100" noProof="0" dirty="0" err="1"/>
                        <a:t>days_old</a:t>
                      </a:r>
                      <a:r>
                        <a:rPr lang="en-SG" sz="1100" noProof="0" dirty="0"/>
                        <a:t> / 30, 1.0) — saturates at 30 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978515"/>
                  </a:ext>
                </a:extLst>
              </a:tr>
              <a:tr h="250257">
                <a:tc>
                  <a:txBody>
                    <a:bodyPr/>
                    <a:lstStyle/>
                    <a:p>
                      <a:r>
                        <a:rPr lang="en-SG" sz="1100" noProof="0" dirty="0"/>
                        <a:t>drift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Absence of behavioural drift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9868754"/>
                  </a:ext>
                </a:extLst>
              </a:tr>
              <a:tr h="251059">
                <a:tc>
                  <a:txBody>
                    <a:bodyPr/>
                    <a:lstStyle/>
                    <a:p>
                      <a:r>
                        <a:rPr lang="en-SG" sz="1100" noProof="0" dirty="0" err="1"/>
                        <a:t>user_feedback</a:t>
                      </a:r>
                      <a:endParaRPr lang="en-SG" sz="11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Normalised user rating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294204"/>
                  </a:ext>
                </a:extLst>
              </a:tr>
            </a:tbl>
          </a:graphicData>
        </a:graphic>
      </p:graphicFrame>
      <p:sp>
        <p:nvSpPr>
          <p:cNvPr id="11" name="TextBox 10">
            <a:extLst>
              <a:ext uri="{FF2B5EF4-FFF2-40B4-BE49-F238E27FC236}">
                <a16:creationId xmlns:a16="http://schemas.microsoft.com/office/drawing/2014/main" id="{51BCDC33-E0D3-0AAD-4DD1-D3F00E732382}"/>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tx2">
                    <a:lumMod val="75000"/>
                    <a:lumOff val="25000"/>
                  </a:schemeClr>
                </a:solidFill>
                <a:effectLst/>
              </a:rPr>
              <a:t>Everyone agrees?</a:t>
            </a:r>
          </a:p>
        </p:txBody>
      </p:sp>
      <p:sp>
        <p:nvSpPr>
          <p:cNvPr id="12" name="Rectangle 11">
            <a:extLst>
              <a:ext uri="{FF2B5EF4-FFF2-40B4-BE49-F238E27FC236}">
                <a16:creationId xmlns:a16="http://schemas.microsoft.com/office/drawing/2014/main" id="{6279FB0D-A491-9274-AA57-C837DE439E7C}"/>
              </a:ext>
            </a:extLst>
          </p:cNvPr>
          <p:cNvSpPr/>
          <p:nvPr/>
        </p:nvSpPr>
        <p:spPr>
          <a:xfrm>
            <a:off x="10721672" y="189306"/>
            <a:ext cx="252000" cy="252000"/>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6142671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AB9A83-78DB-E9CC-C593-C7A43F6A8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C0C29-83CA-0C6F-0E7D-97C989BE9DC7}"/>
              </a:ext>
            </a:extLst>
          </p:cNvPr>
          <p:cNvSpPr>
            <a:spLocks noGrp="1"/>
          </p:cNvSpPr>
          <p:nvPr>
            <p:ph type="title"/>
          </p:nvPr>
        </p:nvSpPr>
        <p:spPr>
          <a:xfrm>
            <a:off x="667351" y="136525"/>
            <a:ext cx="10515600" cy="425507"/>
          </a:xfrm>
        </p:spPr>
        <p:txBody>
          <a:bodyPr>
            <a:normAutofit/>
          </a:bodyPr>
          <a:lstStyle/>
          <a:p>
            <a:r>
              <a:rPr lang="en-SG" sz="2000" noProof="0" dirty="0"/>
              <a:t>Step 3: Agent Identification – Annex</a:t>
            </a:r>
          </a:p>
        </p:txBody>
      </p:sp>
      <p:sp>
        <p:nvSpPr>
          <p:cNvPr id="4" name="Slide Number Placeholder 3">
            <a:extLst>
              <a:ext uri="{FF2B5EF4-FFF2-40B4-BE49-F238E27FC236}">
                <a16:creationId xmlns:a16="http://schemas.microsoft.com/office/drawing/2014/main" id="{9D9A15AE-0FC5-E8D1-B799-802467418E7E}"/>
              </a:ext>
            </a:extLst>
          </p:cNvPr>
          <p:cNvSpPr>
            <a:spLocks noGrp="1"/>
          </p:cNvSpPr>
          <p:nvPr>
            <p:ph type="sldNum" sz="quarter" idx="12"/>
          </p:nvPr>
        </p:nvSpPr>
        <p:spPr/>
        <p:txBody>
          <a:bodyPr/>
          <a:lstStyle/>
          <a:p>
            <a:fld id="{5DF5AE18-F94A-B54C-9347-4CAFB5D76058}" type="slidenum">
              <a:rPr lang="en-SG" noProof="0" smtClean="0"/>
              <a:pPr/>
              <a:t>44</a:t>
            </a:fld>
            <a:endParaRPr lang="en-SG" noProof="0" dirty="0"/>
          </a:p>
        </p:txBody>
      </p:sp>
      <p:sp>
        <p:nvSpPr>
          <p:cNvPr id="6" name="Title 1">
            <a:extLst>
              <a:ext uri="{FF2B5EF4-FFF2-40B4-BE49-F238E27FC236}">
                <a16:creationId xmlns:a16="http://schemas.microsoft.com/office/drawing/2014/main" id="{238ABC1C-D1EC-C160-2AFE-C8E818C19303}"/>
              </a:ext>
            </a:extLst>
          </p:cNvPr>
          <p:cNvSpPr txBox="1">
            <a:spLocks/>
          </p:cNvSpPr>
          <p:nvPr/>
        </p:nvSpPr>
        <p:spPr>
          <a:xfrm>
            <a:off x="667351" y="562032"/>
            <a:ext cx="10515600"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Framework for Evaluating When to Swap to Entra</a:t>
            </a:r>
          </a:p>
        </p:txBody>
      </p:sp>
      <p:graphicFrame>
        <p:nvGraphicFramePr>
          <p:cNvPr id="7" name="Table 6">
            <a:extLst>
              <a:ext uri="{FF2B5EF4-FFF2-40B4-BE49-F238E27FC236}">
                <a16:creationId xmlns:a16="http://schemas.microsoft.com/office/drawing/2014/main" id="{9122BE71-9A0D-FC5C-DAC8-D84C177F99E4}"/>
              </a:ext>
            </a:extLst>
          </p:cNvPr>
          <p:cNvGraphicFramePr>
            <a:graphicFrameLocks noGrp="1"/>
          </p:cNvGraphicFramePr>
          <p:nvPr>
            <p:extLst>
              <p:ext uri="{D42A27DB-BD31-4B8C-83A1-F6EECF244321}">
                <p14:modId xmlns:p14="http://schemas.microsoft.com/office/powerpoint/2010/main" val="1818372524"/>
              </p:ext>
            </p:extLst>
          </p:nvPr>
        </p:nvGraphicFramePr>
        <p:xfrm>
          <a:off x="609599" y="1232033"/>
          <a:ext cx="10767461" cy="4706752"/>
        </p:xfrm>
        <a:graphic>
          <a:graphicData uri="http://schemas.openxmlformats.org/drawingml/2006/table">
            <a:tbl>
              <a:tblPr firstRow="1" bandRow="1">
                <a:tableStyleId>{7E9639D4-E3E2-4D34-9284-5A2195B3D0D7}</a:tableStyleId>
              </a:tblPr>
              <a:tblGrid>
                <a:gridCol w="3318841">
                  <a:extLst>
                    <a:ext uri="{9D8B030D-6E8A-4147-A177-3AD203B41FA5}">
                      <a16:colId xmlns:a16="http://schemas.microsoft.com/office/drawing/2014/main" val="4023126614"/>
                    </a:ext>
                  </a:extLst>
                </a:gridCol>
                <a:gridCol w="4610336">
                  <a:extLst>
                    <a:ext uri="{9D8B030D-6E8A-4147-A177-3AD203B41FA5}">
                      <a16:colId xmlns:a16="http://schemas.microsoft.com/office/drawing/2014/main" val="3109461255"/>
                    </a:ext>
                  </a:extLst>
                </a:gridCol>
                <a:gridCol w="2838284">
                  <a:extLst>
                    <a:ext uri="{9D8B030D-6E8A-4147-A177-3AD203B41FA5}">
                      <a16:colId xmlns:a16="http://schemas.microsoft.com/office/drawing/2014/main" val="342121196"/>
                    </a:ext>
                  </a:extLst>
                </a:gridCol>
              </a:tblGrid>
              <a:tr h="275673">
                <a:tc>
                  <a:txBody>
                    <a:bodyPr/>
                    <a:lstStyle/>
                    <a:p>
                      <a:r>
                        <a:rPr lang="en-SG" sz="1100" noProof="0" dirty="0"/>
                        <a:t>Criterion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Threshold to Consider Switching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How to Measure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810804">
                <a:tc>
                  <a:txBody>
                    <a:bodyPr/>
                    <a:lstStyle/>
                    <a:p>
                      <a:r>
                        <a:rPr lang="en-SG" sz="1100" noProof="0" dirty="0"/>
                        <a:t>GA 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t>Entra Agent ID exits preview; </a:t>
                      </a:r>
                      <a:r>
                        <a:rPr lang="en-SG" sz="1100" noProof="0" dirty="0" err="1"/>
                        <a:t>agentIdentities</a:t>
                      </a:r>
                      <a:r>
                        <a:rPr lang="en-SG" sz="1100" noProof="0" dirty="0"/>
                        <a:t> Graph API is stable and available without Frontier</a:t>
                      </a:r>
                    </a:p>
                    <a:p>
                      <a:pPr marL="171450" indent="-171450">
                        <a:buFont typeface="Arial" panose="020B0604020202020204" pitchFamily="34" charset="0"/>
                        <a:buChar char="•"/>
                      </a:pPr>
                      <a:r>
                        <a:rPr lang="en-SG" sz="1100" noProof="0" dirty="0"/>
                        <a:t>Entra Agent ID is made generally available in Azure GCC 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SG" sz="1100" noProof="0" dirty="0"/>
                        <a:t>Microsoft announcement</a:t>
                      </a:r>
                    </a:p>
                    <a:p>
                      <a:pPr marL="285750" indent="-285750">
                        <a:buFont typeface="Arial" panose="020B0604020202020204" pitchFamily="34" charset="0"/>
                        <a:buChar char="•"/>
                      </a:pPr>
                      <a:r>
                        <a:rPr lang="en-SG" sz="1100" noProof="0" dirty="0" err="1"/>
                        <a:t>GovTech</a:t>
                      </a:r>
                      <a:r>
                        <a:rPr lang="en-SG" sz="1100" noProof="0" dirty="0"/>
                        <a:t> announcement</a:t>
                      </a:r>
                    </a:p>
                    <a:p>
                      <a:pPr marL="285750" indent="-285750">
                        <a:buFont typeface="Arial" panose="020B0604020202020204" pitchFamily="34" charset="0"/>
                        <a:buChar char="•"/>
                      </a:pPr>
                      <a:r>
                        <a:rPr lang="en-SG" sz="1100" noProof="0" dirty="0"/>
                        <a:t>Test calling  /v1.0/</a:t>
                      </a:r>
                      <a:r>
                        <a:rPr lang="en-SG" sz="1100" noProof="0" dirty="0" err="1"/>
                        <a:t>agentIdentities</a:t>
                      </a:r>
                      <a:r>
                        <a:rPr lang="en-SG" sz="1100" noProof="0" dirty="0"/>
                        <a:t> endpoint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1354586">
                <a:tc>
                  <a:txBody>
                    <a:bodyPr/>
                    <a:lstStyle/>
                    <a:p>
                      <a:r>
                        <a:rPr lang="en-SG" sz="1100" noProof="0" dirty="0"/>
                        <a:t>License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M365 Copilot per-agent licensing cost &lt; total WSO2 subscription + ops overhead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100" noProof="0" dirty="0"/>
                        <a:t>Cost comparison including infra, ops, support (can be projected)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454050">
                <a:tc>
                  <a:txBody>
                    <a:bodyPr/>
                    <a:lstStyle/>
                    <a:p>
                      <a:r>
                        <a:rPr lang="en-SG" sz="1100" noProof="0" dirty="0"/>
                        <a:t>M365 dependency (Entra Agent Id integrates better)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&gt;50% of agent tool calls target Microsoft Graph / M365 APIs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Telemetry from agents' outbound API call distribution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r h="636492">
                <a:tc>
                  <a:txBody>
                    <a:bodyPr/>
                    <a:lstStyle/>
                    <a:p>
                      <a:r>
                        <a:rPr lang="en-SG" sz="1100" noProof="0" dirty="0"/>
                        <a:t>Fleet scale (Possible to implement custom logic to revoke with WSO2 too. Through SCIM)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&gt;500 agent instances of the same type, where blueprint-level revocation has real operational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Agent instance count in registry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651365"/>
                  </a:ext>
                </a:extLst>
              </a:tr>
              <a:tr h="542720">
                <a:tc>
                  <a:txBody>
                    <a:bodyPr/>
                    <a:lstStyle/>
                    <a:p>
                      <a:r>
                        <a:rPr lang="en-SG" sz="1100" noProof="0" dirty="0" err="1"/>
                        <a:t>act.sub</a:t>
                      </a:r>
                      <a:r>
                        <a:rPr lang="en-SG" sz="1100" noProof="0" dirty="0"/>
                        <a:t>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Auditable user-delegated flows is required AND WSO2's Ballerina extension is too fragile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Audit query failure rate; support burden of custom claim transformer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061066"/>
                  </a:ext>
                </a:extLst>
              </a:tr>
              <a:tr h="632427">
                <a:tc>
                  <a:txBody>
                    <a:bodyPr/>
                    <a:lstStyle/>
                    <a:p>
                      <a:r>
                        <a:rPr lang="en-SG" sz="1100" noProof="0" dirty="0"/>
                        <a:t>Security compliance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An audit requires </a:t>
                      </a:r>
                      <a:r>
                        <a:rPr lang="en-SG" sz="1100" noProof="0" dirty="0" err="1"/>
                        <a:t>oid</a:t>
                      </a:r>
                      <a:r>
                        <a:rPr lang="en-SG" sz="1100" noProof="0" dirty="0"/>
                        <a:t>==</a:t>
                      </a:r>
                      <a:r>
                        <a:rPr lang="en-SG" sz="1100" noProof="0" dirty="0" err="1"/>
                        <a:t>appId</a:t>
                      </a:r>
                      <a:r>
                        <a:rPr lang="en-SG" sz="1100" noProof="0" dirty="0"/>
                        <a:t> or </a:t>
                      </a:r>
                      <a:r>
                        <a:rPr lang="en-SG" sz="1100" noProof="0" dirty="0" err="1"/>
                        <a:t>fmi_path</a:t>
                      </a:r>
                      <a:r>
                        <a:rPr lang="en-SG" sz="1100" noProof="0" dirty="0"/>
                        <a:t> as proof of agent identity (not just </a:t>
                      </a:r>
                      <a:r>
                        <a:rPr lang="en-SG" sz="1100" noProof="0" dirty="0" err="1"/>
                        <a:t>aut</a:t>
                      </a:r>
                      <a:r>
                        <a:rPr lang="en-SG" sz="1100" noProof="0" dirty="0"/>
                        <a:t>: APPLICATION)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Compliance questionnaire or regulator requirement by internal or external security authority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1194072"/>
                  </a:ext>
                </a:extLst>
              </a:tr>
            </a:tbl>
          </a:graphicData>
        </a:graphic>
      </p:graphicFrame>
      <p:sp>
        <p:nvSpPr>
          <p:cNvPr id="9" name="TextBox 8">
            <a:extLst>
              <a:ext uri="{FF2B5EF4-FFF2-40B4-BE49-F238E27FC236}">
                <a16:creationId xmlns:a16="http://schemas.microsoft.com/office/drawing/2014/main" id="{D6F7CEF0-8228-FBF5-27EE-D6FA97F77F68}"/>
              </a:ext>
            </a:extLst>
          </p:cNvPr>
          <p:cNvSpPr txBox="1"/>
          <p:nvPr/>
        </p:nvSpPr>
        <p:spPr>
          <a:xfrm>
            <a:off x="609599" y="6052505"/>
            <a:ext cx="10667197" cy="276999"/>
          </a:xfrm>
          <a:prstGeom prst="rect">
            <a:avLst/>
          </a:prstGeom>
          <a:noFill/>
        </p:spPr>
        <p:txBody>
          <a:bodyPr wrap="square">
            <a:spAutoFit/>
          </a:bodyPr>
          <a:lstStyle/>
          <a:p>
            <a:r>
              <a:rPr lang="en-SG" sz="1200" noProof="0" dirty="0"/>
              <a:t>Minimum bar to switch: GA availability + license cost acceptable + at least two other thresholds met.</a:t>
            </a:r>
          </a:p>
        </p:txBody>
      </p:sp>
      <p:sp>
        <p:nvSpPr>
          <p:cNvPr id="3" name="TextBox 2">
            <a:extLst>
              <a:ext uri="{FF2B5EF4-FFF2-40B4-BE49-F238E27FC236}">
                <a16:creationId xmlns:a16="http://schemas.microsoft.com/office/drawing/2014/main" id="{C944B739-8751-0377-FCC5-0D0B0C016199}"/>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tx2">
                    <a:lumMod val="75000"/>
                    <a:lumOff val="25000"/>
                  </a:schemeClr>
                </a:solidFill>
                <a:effectLst/>
              </a:rPr>
              <a:t>Everyone agrees?</a:t>
            </a:r>
          </a:p>
        </p:txBody>
      </p:sp>
      <p:sp>
        <p:nvSpPr>
          <p:cNvPr id="5" name="Rectangle 4">
            <a:extLst>
              <a:ext uri="{FF2B5EF4-FFF2-40B4-BE49-F238E27FC236}">
                <a16:creationId xmlns:a16="http://schemas.microsoft.com/office/drawing/2014/main" id="{5EADD723-3A28-BD2E-CED1-A2B295FA1F4D}"/>
              </a:ext>
            </a:extLst>
          </p:cNvPr>
          <p:cNvSpPr/>
          <p:nvPr/>
        </p:nvSpPr>
        <p:spPr>
          <a:xfrm>
            <a:off x="10721672" y="189306"/>
            <a:ext cx="252000" cy="252000"/>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1025952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10B6BF-B3A4-038F-A5D0-57835FCC2F1A}"/>
              </a:ext>
            </a:extLst>
          </p:cNvPr>
          <p:cNvSpPr/>
          <p:nvPr/>
        </p:nvSpPr>
        <p:spPr>
          <a:xfrm>
            <a:off x="1048162" y="69820"/>
            <a:ext cx="5558121" cy="61095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 name="TextBox 2">
            <a:extLst>
              <a:ext uri="{FF2B5EF4-FFF2-40B4-BE49-F238E27FC236}">
                <a16:creationId xmlns:a16="http://schemas.microsoft.com/office/drawing/2014/main" id="{F76EBE78-BF4D-B9C3-AB23-00BC051979C5}"/>
              </a:ext>
            </a:extLst>
          </p:cNvPr>
          <p:cNvSpPr txBox="1"/>
          <p:nvPr/>
        </p:nvSpPr>
        <p:spPr>
          <a:xfrm>
            <a:off x="1054161" y="69820"/>
            <a:ext cx="433132" cy="246221"/>
          </a:xfrm>
          <a:prstGeom prst="rect">
            <a:avLst/>
          </a:prstGeom>
          <a:noFill/>
        </p:spPr>
        <p:txBody>
          <a:bodyPr wrap="none" rtlCol="0">
            <a:spAutoFit/>
          </a:bodyPr>
          <a:lstStyle/>
          <a:p>
            <a:r>
              <a:rPr lang="en-SG" sz="1000" noProof="0" dirty="0">
                <a:solidFill>
                  <a:sysClr val="windowText" lastClr="000000"/>
                </a:solidFill>
              </a:rPr>
              <a:t>UDP</a:t>
            </a:r>
          </a:p>
        </p:txBody>
      </p:sp>
      <p:sp>
        <p:nvSpPr>
          <p:cNvPr id="4" name="Rectangle 3">
            <a:extLst>
              <a:ext uri="{FF2B5EF4-FFF2-40B4-BE49-F238E27FC236}">
                <a16:creationId xmlns:a16="http://schemas.microsoft.com/office/drawing/2014/main" id="{5C519D79-AB36-6310-D04C-4083DEC5029B}"/>
              </a:ext>
            </a:extLst>
          </p:cNvPr>
          <p:cNvSpPr/>
          <p:nvPr/>
        </p:nvSpPr>
        <p:spPr>
          <a:xfrm>
            <a:off x="2390101" y="444068"/>
            <a:ext cx="4029949" cy="5610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 name="TextBox 4">
            <a:extLst>
              <a:ext uri="{FF2B5EF4-FFF2-40B4-BE49-F238E27FC236}">
                <a16:creationId xmlns:a16="http://schemas.microsoft.com/office/drawing/2014/main" id="{A053B3F5-E63C-1C43-5392-BA93C996D84C}"/>
              </a:ext>
            </a:extLst>
          </p:cNvPr>
          <p:cNvSpPr txBox="1"/>
          <p:nvPr/>
        </p:nvSpPr>
        <p:spPr>
          <a:xfrm>
            <a:off x="2390101" y="444068"/>
            <a:ext cx="354584" cy="246221"/>
          </a:xfrm>
          <a:prstGeom prst="rect">
            <a:avLst/>
          </a:prstGeom>
          <a:noFill/>
        </p:spPr>
        <p:txBody>
          <a:bodyPr wrap="none" rtlCol="0">
            <a:spAutoFit/>
          </a:bodyPr>
          <a:lstStyle/>
          <a:p>
            <a:r>
              <a:rPr lang="en-SG" sz="1000" noProof="0" dirty="0"/>
              <a:t>AO</a:t>
            </a:r>
          </a:p>
        </p:txBody>
      </p:sp>
      <p:sp>
        <p:nvSpPr>
          <p:cNvPr id="6" name="Rectangle 5">
            <a:extLst>
              <a:ext uri="{FF2B5EF4-FFF2-40B4-BE49-F238E27FC236}">
                <a16:creationId xmlns:a16="http://schemas.microsoft.com/office/drawing/2014/main" id="{2D6421BB-D94E-0951-7C15-F3E1371BD4EF}"/>
              </a:ext>
            </a:extLst>
          </p:cNvPr>
          <p:cNvSpPr/>
          <p:nvPr/>
        </p:nvSpPr>
        <p:spPr>
          <a:xfrm>
            <a:off x="7137116" y="2201067"/>
            <a:ext cx="3094234" cy="1244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7" name="TextBox 6">
            <a:extLst>
              <a:ext uri="{FF2B5EF4-FFF2-40B4-BE49-F238E27FC236}">
                <a16:creationId xmlns:a16="http://schemas.microsoft.com/office/drawing/2014/main" id="{2EB48851-A27B-C5CF-58D8-4A1278616AD3}"/>
              </a:ext>
            </a:extLst>
          </p:cNvPr>
          <p:cNvSpPr txBox="1"/>
          <p:nvPr/>
        </p:nvSpPr>
        <p:spPr>
          <a:xfrm>
            <a:off x="7137116" y="2201067"/>
            <a:ext cx="458780" cy="246221"/>
          </a:xfrm>
          <a:prstGeom prst="rect">
            <a:avLst/>
          </a:prstGeom>
          <a:noFill/>
        </p:spPr>
        <p:txBody>
          <a:bodyPr wrap="none" rtlCol="0">
            <a:spAutoFit/>
          </a:bodyPr>
          <a:lstStyle/>
          <a:p>
            <a:r>
              <a:rPr lang="en-SG" sz="1000" noProof="0" dirty="0">
                <a:solidFill>
                  <a:sysClr val="windowText" lastClr="000000"/>
                </a:solidFill>
              </a:rPr>
              <a:t>AIGP</a:t>
            </a:r>
          </a:p>
        </p:txBody>
      </p:sp>
      <p:sp>
        <p:nvSpPr>
          <p:cNvPr id="8" name="Rectangle 7">
            <a:extLst>
              <a:ext uri="{FF2B5EF4-FFF2-40B4-BE49-F238E27FC236}">
                <a16:creationId xmlns:a16="http://schemas.microsoft.com/office/drawing/2014/main" id="{2ADC6C15-2C46-53DD-04D8-9D663B37747C}"/>
              </a:ext>
            </a:extLst>
          </p:cNvPr>
          <p:cNvSpPr/>
          <p:nvPr/>
        </p:nvSpPr>
        <p:spPr>
          <a:xfrm>
            <a:off x="7662785" y="428879"/>
            <a:ext cx="3094234" cy="1244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9" name="TextBox 8">
            <a:extLst>
              <a:ext uri="{FF2B5EF4-FFF2-40B4-BE49-F238E27FC236}">
                <a16:creationId xmlns:a16="http://schemas.microsoft.com/office/drawing/2014/main" id="{723D04A0-C114-5535-7836-26A21517F1B7}"/>
              </a:ext>
            </a:extLst>
          </p:cNvPr>
          <p:cNvSpPr txBox="1"/>
          <p:nvPr/>
        </p:nvSpPr>
        <p:spPr>
          <a:xfrm>
            <a:off x="7662785" y="428879"/>
            <a:ext cx="772969" cy="246221"/>
          </a:xfrm>
          <a:prstGeom prst="rect">
            <a:avLst/>
          </a:prstGeom>
          <a:noFill/>
        </p:spPr>
        <p:txBody>
          <a:bodyPr wrap="none" rtlCol="0">
            <a:spAutoFit/>
          </a:bodyPr>
          <a:lstStyle/>
          <a:p>
            <a:r>
              <a:rPr lang="en-SG" sz="1000" noProof="0" dirty="0">
                <a:solidFill>
                  <a:sysClr val="windowText" lastClr="000000"/>
                </a:solidFill>
              </a:rPr>
              <a:t>ForgeRock</a:t>
            </a:r>
          </a:p>
        </p:txBody>
      </p:sp>
      <p:sp>
        <p:nvSpPr>
          <p:cNvPr id="10" name="Rectangle 9">
            <a:extLst>
              <a:ext uri="{FF2B5EF4-FFF2-40B4-BE49-F238E27FC236}">
                <a16:creationId xmlns:a16="http://schemas.microsoft.com/office/drawing/2014/main" id="{A3AA63DE-7707-F377-69B5-65CE7A2CDB19}"/>
              </a:ext>
            </a:extLst>
          </p:cNvPr>
          <p:cNvSpPr/>
          <p:nvPr/>
        </p:nvSpPr>
        <p:spPr>
          <a:xfrm>
            <a:off x="10479687" y="3344389"/>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1" name="TextBox 10">
            <a:extLst>
              <a:ext uri="{FF2B5EF4-FFF2-40B4-BE49-F238E27FC236}">
                <a16:creationId xmlns:a16="http://schemas.microsoft.com/office/drawing/2014/main" id="{1EC24CD3-60EF-B8A8-9249-E4A3D305158C}"/>
              </a:ext>
            </a:extLst>
          </p:cNvPr>
          <p:cNvSpPr txBox="1"/>
          <p:nvPr/>
        </p:nvSpPr>
        <p:spPr>
          <a:xfrm>
            <a:off x="10479687" y="3344389"/>
            <a:ext cx="994183" cy="246221"/>
          </a:xfrm>
          <a:prstGeom prst="rect">
            <a:avLst/>
          </a:prstGeom>
          <a:noFill/>
        </p:spPr>
        <p:txBody>
          <a:bodyPr wrap="none" rtlCol="0">
            <a:spAutoFit/>
          </a:bodyPr>
          <a:lstStyle/>
          <a:p>
            <a:r>
              <a:rPr lang="en-SG" sz="1000" noProof="0" dirty="0">
                <a:solidFill>
                  <a:sysClr val="windowText" lastClr="000000"/>
                </a:solidFill>
              </a:rPr>
              <a:t>Microservice A</a:t>
            </a:r>
          </a:p>
        </p:txBody>
      </p:sp>
      <p:sp>
        <p:nvSpPr>
          <p:cNvPr id="12" name="Rectangle 11">
            <a:extLst>
              <a:ext uri="{FF2B5EF4-FFF2-40B4-BE49-F238E27FC236}">
                <a16:creationId xmlns:a16="http://schemas.microsoft.com/office/drawing/2014/main" id="{C8ADBB27-FD28-2DE8-8C02-1CC547022102}"/>
              </a:ext>
            </a:extLst>
          </p:cNvPr>
          <p:cNvSpPr/>
          <p:nvPr/>
        </p:nvSpPr>
        <p:spPr>
          <a:xfrm>
            <a:off x="10479687" y="3696459"/>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3" name="TextBox 12">
            <a:extLst>
              <a:ext uri="{FF2B5EF4-FFF2-40B4-BE49-F238E27FC236}">
                <a16:creationId xmlns:a16="http://schemas.microsoft.com/office/drawing/2014/main" id="{356EDDDC-C9A9-D092-C7A4-6D3B4FEF01EF}"/>
              </a:ext>
            </a:extLst>
          </p:cNvPr>
          <p:cNvSpPr txBox="1"/>
          <p:nvPr/>
        </p:nvSpPr>
        <p:spPr>
          <a:xfrm>
            <a:off x="10479687" y="3696459"/>
            <a:ext cx="995785" cy="246221"/>
          </a:xfrm>
          <a:prstGeom prst="rect">
            <a:avLst/>
          </a:prstGeom>
          <a:noFill/>
        </p:spPr>
        <p:txBody>
          <a:bodyPr wrap="none" rtlCol="0">
            <a:spAutoFit/>
          </a:bodyPr>
          <a:lstStyle/>
          <a:p>
            <a:r>
              <a:rPr lang="en-SG" sz="1000" noProof="0" dirty="0">
                <a:solidFill>
                  <a:sysClr val="windowText" lastClr="000000"/>
                </a:solidFill>
              </a:rPr>
              <a:t>Microservice B</a:t>
            </a:r>
          </a:p>
        </p:txBody>
      </p:sp>
      <p:sp>
        <p:nvSpPr>
          <p:cNvPr id="16" name="Rectangle 15">
            <a:extLst>
              <a:ext uri="{FF2B5EF4-FFF2-40B4-BE49-F238E27FC236}">
                <a16:creationId xmlns:a16="http://schemas.microsoft.com/office/drawing/2014/main" id="{619B54AA-940B-C9E1-C622-9BE188EB3CCC}"/>
              </a:ext>
            </a:extLst>
          </p:cNvPr>
          <p:cNvSpPr/>
          <p:nvPr/>
        </p:nvSpPr>
        <p:spPr>
          <a:xfrm>
            <a:off x="10479687" y="4048529"/>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7" name="TextBox 16">
            <a:extLst>
              <a:ext uri="{FF2B5EF4-FFF2-40B4-BE49-F238E27FC236}">
                <a16:creationId xmlns:a16="http://schemas.microsoft.com/office/drawing/2014/main" id="{54DA12C3-9220-9E58-A7F8-15DDF303854E}"/>
              </a:ext>
            </a:extLst>
          </p:cNvPr>
          <p:cNvSpPr txBox="1"/>
          <p:nvPr/>
        </p:nvSpPr>
        <p:spPr>
          <a:xfrm>
            <a:off x="10479687" y="4048529"/>
            <a:ext cx="1007007" cy="246221"/>
          </a:xfrm>
          <a:prstGeom prst="rect">
            <a:avLst/>
          </a:prstGeom>
          <a:noFill/>
        </p:spPr>
        <p:txBody>
          <a:bodyPr wrap="none" rtlCol="0">
            <a:spAutoFit/>
          </a:bodyPr>
          <a:lstStyle/>
          <a:p>
            <a:r>
              <a:rPr lang="en-SG" sz="1000" noProof="0" dirty="0">
                <a:solidFill>
                  <a:sysClr val="windowText" lastClr="000000"/>
                </a:solidFill>
              </a:rPr>
              <a:t>Microservice C</a:t>
            </a:r>
          </a:p>
        </p:txBody>
      </p:sp>
      <p:pic>
        <p:nvPicPr>
          <p:cNvPr id="1026" name="Picture 2" descr="User - Free social icons">
            <a:extLst>
              <a:ext uri="{FF2B5EF4-FFF2-40B4-BE49-F238E27FC236}">
                <a16:creationId xmlns:a16="http://schemas.microsoft.com/office/drawing/2014/main" id="{E6726AA0-5DD1-9C36-AA54-737719486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610" y="1701793"/>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3C4797E-A662-AF37-39CF-2641033D302A}"/>
              </a:ext>
            </a:extLst>
          </p:cNvPr>
          <p:cNvSpPr txBox="1"/>
          <p:nvPr/>
        </p:nvSpPr>
        <p:spPr>
          <a:xfrm>
            <a:off x="258690" y="2095505"/>
            <a:ext cx="657552" cy="246221"/>
          </a:xfrm>
          <a:prstGeom prst="rect">
            <a:avLst/>
          </a:prstGeom>
          <a:noFill/>
        </p:spPr>
        <p:txBody>
          <a:bodyPr wrap="none" rtlCol="0">
            <a:spAutoFit/>
          </a:bodyPr>
          <a:lstStyle/>
          <a:p>
            <a:r>
              <a:rPr lang="en-SG" sz="1000" noProof="0" dirty="0"/>
              <a:t>TP Email</a:t>
            </a:r>
          </a:p>
        </p:txBody>
      </p:sp>
      <p:pic>
        <p:nvPicPr>
          <p:cNvPr id="1028" name="Picture 4" descr="Azure のコンテナサービスのご紹介「Azure Kubernetes Service ...">
            <a:extLst>
              <a:ext uri="{FF2B5EF4-FFF2-40B4-BE49-F238E27FC236}">
                <a16:creationId xmlns:a16="http://schemas.microsoft.com/office/drawing/2014/main" id="{21725DFD-4DE8-23EF-662B-3E4F8ED5AE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4687" y="1759853"/>
            <a:ext cx="286990" cy="2880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187DAC11-AB3F-CC1F-C5B2-CEE49B4BFFCA}"/>
              </a:ext>
            </a:extLst>
          </p:cNvPr>
          <p:cNvSpPr/>
          <p:nvPr/>
        </p:nvSpPr>
        <p:spPr>
          <a:xfrm>
            <a:off x="2657311" y="1651503"/>
            <a:ext cx="1275310" cy="12221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pic>
        <p:nvPicPr>
          <p:cNvPr id="20" name="Picture 4" descr="Azure のコンテナサービスのご紹介「Azure Kubernetes Service ...">
            <a:extLst>
              <a:ext uri="{FF2B5EF4-FFF2-40B4-BE49-F238E27FC236}">
                <a16:creationId xmlns:a16="http://schemas.microsoft.com/office/drawing/2014/main" id="{43077C6C-AA2E-0895-4D87-CAF828D237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0642" y="1759854"/>
            <a:ext cx="286990" cy="28800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53C4BA32-A035-4E15-D4F3-5C26AB1C4128}"/>
              </a:ext>
            </a:extLst>
          </p:cNvPr>
          <p:cNvSpPr/>
          <p:nvPr/>
        </p:nvSpPr>
        <p:spPr>
          <a:xfrm>
            <a:off x="4975788" y="1651504"/>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2" name="TextBox 21">
            <a:extLst>
              <a:ext uri="{FF2B5EF4-FFF2-40B4-BE49-F238E27FC236}">
                <a16:creationId xmlns:a16="http://schemas.microsoft.com/office/drawing/2014/main" id="{84D48B4F-A41C-69F5-DA61-07121D0066A8}"/>
              </a:ext>
            </a:extLst>
          </p:cNvPr>
          <p:cNvSpPr txBox="1"/>
          <p:nvPr/>
        </p:nvSpPr>
        <p:spPr>
          <a:xfrm>
            <a:off x="3010414" y="1797147"/>
            <a:ext cx="962123" cy="246221"/>
          </a:xfrm>
          <a:prstGeom prst="rect">
            <a:avLst/>
          </a:prstGeom>
          <a:noFill/>
        </p:spPr>
        <p:txBody>
          <a:bodyPr wrap="none" rtlCol="0">
            <a:spAutoFit/>
          </a:bodyPr>
          <a:lstStyle/>
          <a:p>
            <a:pPr algn="ctr"/>
            <a:r>
              <a:rPr lang="en-SG" sz="1000" noProof="0" dirty="0"/>
              <a:t>Agent runtime</a:t>
            </a:r>
          </a:p>
        </p:txBody>
      </p:sp>
      <p:sp>
        <p:nvSpPr>
          <p:cNvPr id="23" name="TextBox 22">
            <a:extLst>
              <a:ext uri="{FF2B5EF4-FFF2-40B4-BE49-F238E27FC236}">
                <a16:creationId xmlns:a16="http://schemas.microsoft.com/office/drawing/2014/main" id="{EF0456E3-78E3-CA03-DCC4-71D837EF36AC}"/>
              </a:ext>
            </a:extLst>
          </p:cNvPr>
          <p:cNvSpPr txBox="1"/>
          <p:nvPr/>
        </p:nvSpPr>
        <p:spPr>
          <a:xfrm>
            <a:off x="5293664" y="1775119"/>
            <a:ext cx="888385" cy="246221"/>
          </a:xfrm>
          <a:prstGeom prst="rect">
            <a:avLst/>
          </a:prstGeom>
          <a:noFill/>
        </p:spPr>
        <p:txBody>
          <a:bodyPr wrap="none" rtlCol="0">
            <a:spAutoFit/>
          </a:bodyPr>
          <a:lstStyle/>
          <a:p>
            <a:pPr algn="ctr"/>
            <a:r>
              <a:rPr lang="en-SG" sz="1000" noProof="0" dirty="0"/>
              <a:t>SPIRE Server</a:t>
            </a:r>
          </a:p>
        </p:txBody>
      </p:sp>
      <p:sp>
        <p:nvSpPr>
          <p:cNvPr id="25" name="Rectangle 24">
            <a:extLst>
              <a:ext uri="{FF2B5EF4-FFF2-40B4-BE49-F238E27FC236}">
                <a16:creationId xmlns:a16="http://schemas.microsoft.com/office/drawing/2014/main" id="{82D55D8D-8DC8-A042-36FD-33E4C86512C5}"/>
              </a:ext>
            </a:extLst>
          </p:cNvPr>
          <p:cNvSpPr/>
          <p:nvPr/>
        </p:nvSpPr>
        <p:spPr>
          <a:xfrm>
            <a:off x="6892961" y="69820"/>
            <a:ext cx="5186744" cy="610959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6" name="TextBox 25">
            <a:extLst>
              <a:ext uri="{FF2B5EF4-FFF2-40B4-BE49-F238E27FC236}">
                <a16:creationId xmlns:a16="http://schemas.microsoft.com/office/drawing/2014/main" id="{11243526-D107-9566-A3BE-16FC128EE8C0}"/>
              </a:ext>
            </a:extLst>
          </p:cNvPr>
          <p:cNvSpPr txBox="1"/>
          <p:nvPr/>
        </p:nvSpPr>
        <p:spPr>
          <a:xfrm>
            <a:off x="6892961" y="69820"/>
            <a:ext cx="487634" cy="246221"/>
          </a:xfrm>
          <a:prstGeom prst="rect">
            <a:avLst/>
          </a:prstGeom>
          <a:noFill/>
        </p:spPr>
        <p:txBody>
          <a:bodyPr wrap="none" rtlCol="0">
            <a:spAutoFit/>
          </a:bodyPr>
          <a:lstStyle/>
          <a:p>
            <a:r>
              <a:rPr lang="en-SG" sz="1000" noProof="0" dirty="0">
                <a:solidFill>
                  <a:sysClr val="windowText" lastClr="000000"/>
                </a:solidFill>
              </a:rPr>
              <a:t>IRIN3</a:t>
            </a:r>
          </a:p>
        </p:txBody>
      </p:sp>
      <p:sp>
        <p:nvSpPr>
          <p:cNvPr id="27" name="Rectangle 26">
            <a:extLst>
              <a:ext uri="{FF2B5EF4-FFF2-40B4-BE49-F238E27FC236}">
                <a16:creationId xmlns:a16="http://schemas.microsoft.com/office/drawing/2014/main" id="{916F0540-87B6-7BD4-917C-A0B34EC3F17C}"/>
              </a:ext>
            </a:extLst>
          </p:cNvPr>
          <p:cNvSpPr/>
          <p:nvPr/>
        </p:nvSpPr>
        <p:spPr>
          <a:xfrm>
            <a:off x="2724688" y="2151193"/>
            <a:ext cx="603050"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8" name="TextBox 27">
            <a:extLst>
              <a:ext uri="{FF2B5EF4-FFF2-40B4-BE49-F238E27FC236}">
                <a16:creationId xmlns:a16="http://schemas.microsoft.com/office/drawing/2014/main" id="{EA22E379-A7D4-0991-CBE5-F4414C7543B3}"/>
              </a:ext>
            </a:extLst>
          </p:cNvPr>
          <p:cNvSpPr txBox="1"/>
          <p:nvPr/>
        </p:nvSpPr>
        <p:spPr>
          <a:xfrm>
            <a:off x="2724687" y="2151193"/>
            <a:ext cx="603050" cy="246221"/>
          </a:xfrm>
          <a:prstGeom prst="rect">
            <a:avLst/>
          </a:prstGeom>
          <a:noFill/>
        </p:spPr>
        <p:txBody>
          <a:bodyPr wrap="none" rtlCol="0">
            <a:spAutoFit/>
          </a:bodyPr>
          <a:lstStyle/>
          <a:p>
            <a:r>
              <a:rPr lang="en-SG" sz="1000" noProof="0" dirty="0">
                <a:solidFill>
                  <a:sysClr val="windowText" lastClr="000000"/>
                </a:solidFill>
              </a:rPr>
              <a:t>Agent A</a:t>
            </a:r>
          </a:p>
        </p:txBody>
      </p:sp>
      <p:sp>
        <p:nvSpPr>
          <p:cNvPr id="29" name="Rectangle 28">
            <a:extLst>
              <a:ext uri="{FF2B5EF4-FFF2-40B4-BE49-F238E27FC236}">
                <a16:creationId xmlns:a16="http://schemas.microsoft.com/office/drawing/2014/main" id="{B3A9AE6E-DB0D-1B80-027A-879864E30C13}"/>
              </a:ext>
            </a:extLst>
          </p:cNvPr>
          <p:cNvSpPr/>
          <p:nvPr/>
        </p:nvSpPr>
        <p:spPr>
          <a:xfrm>
            <a:off x="3244442" y="2466598"/>
            <a:ext cx="603050"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0" name="TextBox 29">
            <a:extLst>
              <a:ext uri="{FF2B5EF4-FFF2-40B4-BE49-F238E27FC236}">
                <a16:creationId xmlns:a16="http://schemas.microsoft.com/office/drawing/2014/main" id="{CE1050A2-A0E6-96A4-4D5B-C5DA479772EE}"/>
              </a:ext>
            </a:extLst>
          </p:cNvPr>
          <p:cNvSpPr txBox="1"/>
          <p:nvPr/>
        </p:nvSpPr>
        <p:spPr>
          <a:xfrm>
            <a:off x="3244441" y="2466598"/>
            <a:ext cx="604653" cy="246221"/>
          </a:xfrm>
          <a:prstGeom prst="rect">
            <a:avLst/>
          </a:prstGeom>
          <a:noFill/>
        </p:spPr>
        <p:txBody>
          <a:bodyPr wrap="none" rtlCol="0">
            <a:spAutoFit/>
          </a:bodyPr>
          <a:lstStyle/>
          <a:p>
            <a:r>
              <a:rPr lang="en-SG" sz="1000" noProof="0" dirty="0">
                <a:solidFill>
                  <a:sysClr val="windowText" lastClr="000000"/>
                </a:solidFill>
              </a:rPr>
              <a:t>Agent B</a:t>
            </a:r>
          </a:p>
        </p:txBody>
      </p:sp>
      <p:sp>
        <p:nvSpPr>
          <p:cNvPr id="32" name="Rectangle 31">
            <a:extLst>
              <a:ext uri="{FF2B5EF4-FFF2-40B4-BE49-F238E27FC236}">
                <a16:creationId xmlns:a16="http://schemas.microsoft.com/office/drawing/2014/main" id="{B41D5515-29A1-6013-0245-AF74954DC637}"/>
              </a:ext>
            </a:extLst>
          </p:cNvPr>
          <p:cNvSpPr/>
          <p:nvPr/>
        </p:nvSpPr>
        <p:spPr>
          <a:xfrm>
            <a:off x="1270727" y="2587351"/>
            <a:ext cx="964640" cy="31540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4" name="TextBox 33">
            <a:extLst>
              <a:ext uri="{FF2B5EF4-FFF2-40B4-BE49-F238E27FC236}">
                <a16:creationId xmlns:a16="http://schemas.microsoft.com/office/drawing/2014/main" id="{2E1CA6FD-FBBE-85A0-D278-0F0A54C5963A}"/>
              </a:ext>
            </a:extLst>
          </p:cNvPr>
          <p:cNvSpPr txBox="1"/>
          <p:nvPr/>
        </p:nvSpPr>
        <p:spPr>
          <a:xfrm>
            <a:off x="1358101" y="2623584"/>
            <a:ext cx="768160" cy="261610"/>
          </a:xfrm>
          <a:prstGeom prst="rect">
            <a:avLst/>
          </a:prstGeom>
          <a:noFill/>
        </p:spPr>
        <p:txBody>
          <a:bodyPr wrap="square" rtlCol="0">
            <a:spAutoFit/>
          </a:bodyPr>
          <a:lstStyle/>
          <a:p>
            <a:pPr algn="ctr"/>
            <a:r>
              <a:rPr lang="en-SG" sz="1100" noProof="0" dirty="0"/>
              <a:t>SWEE 2.0</a:t>
            </a:r>
          </a:p>
        </p:txBody>
      </p:sp>
      <p:pic>
        <p:nvPicPr>
          <p:cNvPr id="1032" name="Picture 8" descr="NuGet Gallery | Aspire.Hosting.Azure.PostgreSQL 9.3.0">
            <a:extLst>
              <a:ext uri="{FF2B5EF4-FFF2-40B4-BE49-F238E27FC236}">
                <a16:creationId xmlns:a16="http://schemas.microsoft.com/office/drawing/2014/main" id="{6F584C1D-C78C-FC4B-0767-FF32EF72E6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5636" y="609244"/>
            <a:ext cx="379496" cy="379496"/>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57E5831C-0FB4-39A5-E0A8-584B72658897}"/>
              </a:ext>
            </a:extLst>
          </p:cNvPr>
          <p:cNvSpPr txBox="1"/>
          <p:nvPr/>
        </p:nvSpPr>
        <p:spPr>
          <a:xfrm>
            <a:off x="3955409" y="993099"/>
            <a:ext cx="960519" cy="338554"/>
          </a:xfrm>
          <a:prstGeom prst="rect">
            <a:avLst/>
          </a:prstGeom>
          <a:noFill/>
        </p:spPr>
        <p:txBody>
          <a:bodyPr wrap="none" rtlCol="0">
            <a:spAutoFit/>
          </a:bodyPr>
          <a:lstStyle/>
          <a:p>
            <a:pPr algn="ctr"/>
            <a:r>
              <a:rPr lang="en-SG" sz="800" noProof="0" dirty="0"/>
              <a:t>PostgreSQL </a:t>
            </a:r>
            <a:br>
              <a:rPr lang="en-SG" sz="800" noProof="0" dirty="0"/>
            </a:br>
            <a:r>
              <a:rPr lang="en-SG" sz="800" noProof="0" dirty="0"/>
              <a:t>Shared Datastore</a:t>
            </a:r>
          </a:p>
        </p:txBody>
      </p:sp>
      <p:cxnSp>
        <p:nvCxnSpPr>
          <p:cNvPr id="37" name="Connector: Elbow 36">
            <a:extLst>
              <a:ext uri="{FF2B5EF4-FFF2-40B4-BE49-F238E27FC236}">
                <a16:creationId xmlns:a16="http://schemas.microsoft.com/office/drawing/2014/main" id="{87590034-4F70-265E-9AC7-DEBECF4CD4FB}"/>
              </a:ext>
            </a:extLst>
          </p:cNvPr>
          <p:cNvCxnSpPr>
            <a:stCxn id="19" idx="0"/>
            <a:endCxn id="35" idx="2"/>
          </p:cNvCxnSpPr>
          <p:nvPr/>
        </p:nvCxnSpPr>
        <p:spPr>
          <a:xfrm rot="5400000" flipH="1" flipV="1">
            <a:off x="3705392" y="921227"/>
            <a:ext cx="319850" cy="1140703"/>
          </a:xfrm>
          <a:prstGeom prst="bentConnector3">
            <a:avLst/>
          </a:prstGeom>
          <a:ln w="3175">
            <a:solidFill>
              <a:schemeClr val="bg2">
                <a:lumMod val="75000"/>
              </a:schemeClr>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38" name="Connector: Elbow 37">
            <a:extLst>
              <a:ext uri="{FF2B5EF4-FFF2-40B4-BE49-F238E27FC236}">
                <a16:creationId xmlns:a16="http://schemas.microsoft.com/office/drawing/2014/main" id="{D844EE1D-9742-236B-D975-329DD331F40F}"/>
              </a:ext>
            </a:extLst>
          </p:cNvPr>
          <p:cNvCxnSpPr>
            <a:cxnSpLocks/>
            <a:stCxn id="21" idx="0"/>
            <a:endCxn id="35" idx="2"/>
          </p:cNvCxnSpPr>
          <p:nvPr/>
        </p:nvCxnSpPr>
        <p:spPr>
          <a:xfrm rot="16200000" flipV="1">
            <a:off x="4864631" y="902692"/>
            <a:ext cx="319851" cy="1177774"/>
          </a:xfrm>
          <a:prstGeom prst="bentConnector3">
            <a:avLst>
              <a:gd name="adj1" fmla="val 50000"/>
            </a:avLst>
          </a:prstGeom>
          <a:ln w="3175">
            <a:solidFill>
              <a:schemeClr val="bg2">
                <a:lumMod val="75000"/>
              </a:schemeClr>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41" name="Rectangle 40">
            <a:extLst>
              <a:ext uri="{FF2B5EF4-FFF2-40B4-BE49-F238E27FC236}">
                <a16:creationId xmlns:a16="http://schemas.microsoft.com/office/drawing/2014/main" id="{58C2E137-7610-1130-DCE8-C693060FBF3C}"/>
              </a:ext>
            </a:extLst>
          </p:cNvPr>
          <p:cNvSpPr/>
          <p:nvPr/>
        </p:nvSpPr>
        <p:spPr>
          <a:xfrm>
            <a:off x="2812878" y="4738186"/>
            <a:ext cx="964640" cy="31540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2" name="TextBox 41">
            <a:extLst>
              <a:ext uri="{FF2B5EF4-FFF2-40B4-BE49-F238E27FC236}">
                <a16:creationId xmlns:a16="http://schemas.microsoft.com/office/drawing/2014/main" id="{16F1D551-1B09-E188-2A46-4C4C8C76B283}"/>
              </a:ext>
            </a:extLst>
          </p:cNvPr>
          <p:cNvSpPr txBox="1"/>
          <p:nvPr/>
        </p:nvSpPr>
        <p:spPr>
          <a:xfrm>
            <a:off x="2850560" y="4765952"/>
            <a:ext cx="867545" cy="261610"/>
          </a:xfrm>
          <a:prstGeom prst="rect">
            <a:avLst/>
          </a:prstGeom>
          <a:noFill/>
        </p:spPr>
        <p:txBody>
          <a:bodyPr wrap="none" rtlCol="0">
            <a:spAutoFit/>
          </a:bodyPr>
          <a:lstStyle/>
          <a:p>
            <a:pPr algn="ctr"/>
            <a:r>
              <a:rPr lang="en-SG" sz="1100" noProof="0" dirty="0"/>
              <a:t>AI Gateway</a:t>
            </a:r>
          </a:p>
        </p:txBody>
      </p:sp>
      <p:cxnSp>
        <p:nvCxnSpPr>
          <p:cNvPr id="48" name="Connector: Elbow 47">
            <a:extLst>
              <a:ext uri="{FF2B5EF4-FFF2-40B4-BE49-F238E27FC236}">
                <a16:creationId xmlns:a16="http://schemas.microsoft.com/office/drawing/2014/main" id="{74CCDC97-E536-B989-B1CF-445A2B79E110}"/>
              </a:ext>
            </a:extLst>
          </p:cNvPr>
          <p:cNvCxnSpPr>
            <a:stCxn id="18" idx="2"/>
            <a:endCxn id="32" idx="1"/>
          </p:cNvCxnSpPr>
          <p:nvPr/>
        </p:nvCxnSpPr>
        <p:spPr>
          <a:xfrm rot="16200000" flipH="1">
            <a:off x="727432" y="2201759"/>
            <a:ext cx="403328" cy="683261"/>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50" name="Connector: Elbow 49">
            <a:extLst>
              <a:ext uri="{FF2B5EF4-FFF2-40B4-BE49-F238E27FC236}">
                <a16:creationId xmlns:a16="http://schemas.microsoft.com/office/drawing/2014/main" id="{5CF6175F-264C-72CD-F184-7D58F4F56E3E}"/>
              </a:ext>
            </a:extLst>
          </p:cNvPr>
          <p:cNvCxnSpPr>
            <a:cxnSpLocks/>
            <a:stCxn id="32" idx="2"/>
            <a:endCxn id="41" idx="1"/>
          </p:cNvCxnSpPr>
          <p:nvPr/>
        </p:nvCxnSpPr>
        <p:spPr>
          <a:xfrm rot="16200000" flipH="1">
            <a:off x="1286396" y="3369406"/>
            <a:ext cx="1993133" cy="1059831"/>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pic>
        <p:nvPicPr>
          <p:cNvPr id="62" name="Picture 4" descr="Azure のコンテナサービスのご紹介「Azure Kubernetes Service ...">
            <a:extLst>
              <a:ext uri="{FF2B5EF4-FFF2-40B4-BE49-F238E27FC236}">
                <a16:creationId xmlns:a16="http://schemas.microsoft.com/office/drawing/2014/main" id="{52CCDC5F-4766-6324-5C82-2E8E437454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5015" y="3360992"/>
            <a:ext cx="286990" cy="288000"/>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62">
            <a:extLst>
              <a:ext uri="{FF2B5EF4-FFF2-40B4-BE49-F238E27FC236}">
                <a16:creationId xmlns:a16="http://schemas.microsoft.com/office/drawing/2014/main" id="{A2CDBB8C-2979-16DE-213F-ABD8EB6F9BCC}"/>
              </a:ext>
            </a:extLst>
          </p:cNvPr>
          <p:cNvSpPr/>
          <p:nvPr/>
        </p:nvSpPr>
        <p:spPr>
          <a:xfrm>
            <a:off x="3807639" y="3252642"/>
            <a:ext cx="1275310" cy="54450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24" name="TextBox 1023">
            <a:extLst>
              <a:ext uri="{FF2B5EF4-FFF2-40B4-BE49-F238E27FC236}">
                <a16:creationId xmlns:a16="http://schemas.microsoft.com/office/drawing/2014/main" id="{F3B8675D-A8F6-6C29-59B7-5B5B5526CA0A}"/>
              </a:ext>
            </a:extLst>
          </p:cNvPr>
          <p:cNvSpPr txBox="1"/>
          <p:nvPr/>
        </p:nvSpPr>
        <p:spPr>
          <a:xfrm>
            <a:off x="4116482" y="3307985"/>
            <a:ext cx="976550" cy="400110"/>
          </a:xfrm>
          <a:prstGeom prst="rect">
            <a:avLst/>
          </a:prstGeom>
          <a:noFill/>
        </p:spPr>
        <p:txBody>
          <a:bodyPr wrap="none" rtlCol="0">
            <a:spAutoFit/>
          </a:bodyPr>
          <a:lstStyle/>
          <a:p>
            <a:pPr algn="ctr"/>
            <a:r>
              <a:rPr lang="en-SG" sz="1000" noProof="0" dirty="0"/>
              <a:t>WSO2 </a:t>
            </a:r>
          </a:p>
          <a:p>
            <a:pPr algn="ctr"/>
            <a:r>
              <a:rPr lang="en-SG" sz="1000" noProof="0" dirty="0"/>
              <a:t>Identity Server</a:t>
            </a:r>
          </a:p>
        </p:txBody>
      </p:sp>
      <p:cxnSp>
        <p:nvCxnSpPr>
          <p:cNvPr id="1040" name="Straight Arrow Connector 1039">
            <a:extLst>
              <a:ext uri="{FF2B5EF4-FFF2-40B4-BE49-F238E27FC236}">
                <a16:creationId xmlns:a16="http://schemas.microsoft.com/office/drawing/2014/main" id="{2817EBBB-4B9D-5F53-D759-FFF12631222C}"/>
              </a:ext>
            </a:extLst>
          </p:cNvPr>
          <p:cNvCxnSpPr>
            <a:cxnSpLocks/>
            <a:stCxn id="63" idx="0"/>
            <a:endCxn id="35" idx="2"/>
          </p:cNvCxnSpPr>
          <p:nvPr/>
        </p:nvCxnSpPr>
        <p:spPr>
          <a:xfrm flipH="1" flipV="1">
            <a:off x="4435669" y="1331653"/>
            <a:ext cx="9625" cy="1920989"/>
          </a:xfrm>
          <a:prstGeom prst="straightConnector1">
            <a:avLst/>
          </a:prstGeom>
          <a:ln w="3175">
            <a:solidFill>
              <a:schemeClr val="bg2">
                <a:lumMod val="75000"/>
              </a:schemeClr>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pic>
        <p:nvPicPr>
          <p:cNvPr id="1046" name="Picture 2" descr="User - Free social icons">
            <a:extLst>
              <a:ext uri="{FF2B5EF4-FFF2-40B4-BE49-F238E27FC236}">
                <a16:creationId xmlns:a16="http://schemas.microsoft.com/office/drawing/2014/main" id="{1F3B9A09-C22F-E677-B8AA-B6B3F5BE9C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999" y="6224220"/>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1047" name="TextBox 1046">
            <a:extLst>
              <a:ext uri="{FF2B5EF4-FFF2-40B4-BE49-F238E27FC236}">
                <a16:creationId xmlns:a16="http://schemas.microsoft.com/office/drawing/2014/main" id="{2EE8FA9C-5250-B214-BAF3-97F1566C8A20}"/>
              </a:ext>
            </a:extLst>
          </p:cNvPr>
          <p:cNvSpPr txBox="1"/>
          <p:nvPr/>
        </p:nvSpPr>
        <p:spPr>
          <a:xfrm>
            <a:off x="6477800" y="6617932"/>
            <a:ext cx="564578" cy="246221"/>
          </a:xfrm>
          <a:prstGeom prst="rect">
            <a:avLst/>
          </a:prstGeom>
          <a:noFill/>
        </p:spPr>
        <p:txBody>
          <a:bodyPr wrap="none" rtlCol="0">
            <a:spAutoFit/>
          </a:bodyPr>
          <a:lstStyle/>
          <a:p>
            <a:r>
              <a:rPr lang="en-SG" sz="1000" noProof="0" dirty="0"/>
              <a:t>Officer</a:t>
            </a:r>
          </a:p>
        </p:txBody>
      </p:sp>
      <p:sp>
        <p:nvSpPr>
          <p:cNvPr id="1050" name="Rectangle 1049">
            <a:extLst>
              <a:ext uri="{FF2B5EF4-FFF2-40B4-BE49-F238E27FC236}">
                <a16:creationId xmlns:a16="http://schemas.microsoft.com/office/drawing/2014/main" id="{60ED5E5A-DD1C-939A-2064-E45988C16342}"/>
              </a:ext>
            </a:extLst>
          </p:cNvPr>
          <p:cNvSpPr/>
          <p:nvPr/>
        </p:nvSpPr>
        <p:spPr>
          <a:xfrm>
            <a:off x="7874305" y="2587351"/>
            <a:ext cx="1619855" cy="6107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51" name="TextBox 1050">
            <a:extLst>
              <a:ext uri="{FF2B5EF4-FFF2-40B4-BE49-F238E27FC236}">
                <a16:creationId xmlns:a16="http://schemas.microsoft.com/office/drawing/2014/main" id="{66BFAF6D-DF37-61DF-DBC7-FDC456F70BB5}"/>
              </a:ext>
            </a:extLst>
          </p:cNvPr>
          <p:cNvSpPr txBox="1"/>
          <p:nvPr/>
        </p:nvSpPr>
        <p:spPr>
          <a:xfrm>
            <a:off x="8248687" y="2745487"/>
            <a:ext cx="824265" cy="246221"/>
          </a:xfrm>
          <a:prstGeom prst="rect">
            <a:avLst/>
          </a:prstGeom>
          <a:noFill/>
        </p:spPr>
        <p:txBody>
          <a:bodyPr wrap="square" rtlCol="0">
            <a:spAutoFit/>
          </a:bodyPr>
          <a:lstStyle/>
          <a:p>
            <a:r>
              <a:rPr lang="en-SG" sz="1000" noProof="0" dirty="0">
                <a:solidFill>
                  <a:sysClr val="windowText" lastClr="000000"/>
                </a:solidFill>
              </a:rPr>
              <a:t>MCP Server</a:t>
            </a:r>
          </a:p>
        </p:txBody>
      </p:sp>
      <p:cxnSp>
        <p:nvCxnSpPr>
          <p:cNvPr id="1052" name="Connector: Elbow 1051">
            <a:extLst>
              <a:ext uri="{FF2B5EF4-FFF2-40B4-BE49-F238E27FC236}">
                <a16:creationId xmlns:a16="http://schemas.microsoft.com/office/drawing/2014/main" id="{FB7CE48B-D5D2-1082-CC47-088ACED1CCD7}"/>
              </a:ext>
            </a:extLst>
          </p:cNvPr>
          <p:cNvCxnSpPr>
            <a:cxnSpLocks/>
            <a:stCxn id="1050" idx="3"/>
            <a:endCxn id="13" idx="1"/>
          </p:cNvCxnSpPr>
          <p:nvPr/>
        </p:nvCxnSpPr>
        <p:spPr>
          <a:xfrm>
            <a:off x="9494160" y="2892738"/>
            <a:ext cx="985527" cy="926832"/>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1056" name="Rectangle 1055">
            <a:extLst>
              <a:ext uri="{FF2B5EF4-FFF2-40B4-BE49-F238E27FC236}">
                <a16:creationId xmlns:a16="http://schemas.microsoft.com/office/drawing/2014/main" id="{05EF6458-91F5-A460-7010-EBDFF75EE654}"/>
              </a:ext>
            </a:extLst>
          </p:cNvPr>
          <p:cNvSpPr/>
          <p:nvPr/>
        </p:nvSpPr>
        <p:spPr>
          <a:xfrm>
            <a:off x="4747462" y="4176182"/>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57" name="TextBox 1056">
            <a:extLst>
              <a:ext uri="{FF2B5EF4-FFF2-40B4-BE49-F238E27FC236}">
                <a16:creationId xmlns:a16="http://schemas.microsoft.com/office/drawing/2014/main" id="{BB90E9D4-D2F9-BEA6-F914-B23AB40626DF}"/>
              </a:ext>
            </a:extLst>
          </p:cNvPr>
          <p:cNvSpPr txBox="1"/>
          <p:nvPr/>
        </p:nvSpPr>
        <p:spPr>
          <a:xfrm>
            <a:off x="4694586" y="4302916"/>
            <a:ext cx="1353256" cy="246221"/>
          </a:xfrm>
          <a:prstGeom prst="rect">
            <a:avLst/>
          </a:prstGeom>
          <a:noFill/>
        </p:spPr>
        <p:txBody>
          <a:bodyPr wrap="none" rtlCol="0">
            <a:spAutoFit/>
          </a:bodyPr>
          <a:lstStyle/>
          <a:p>
            <a:pPr algn="ctr"/>
            <a:r>
              <a:rPr lang="en-SG" sz="1000" noProof="0" dirty="0"/>
              <a:t>HITL Approval Queue</a:t>
            </a:r>
          </a:p>
        </p:txBody>
      </p:sp>
      <p:cxnSp>
        <p:nvCxnSpPr>
          <p:cNvPr id="1058" name="Connector: Elbow 1057">
            <a:extLst>
              <a:ext uri="{FF2B5EF4-FFF2-40B4-BE49-F238E27FC236}">
                <a16:creationId xmlns:a16="http://schemas.microsoft.com/office/drawing/2014/main" id="{2B4B7FDF-9CAD-1F75-638A-47E2F675A4CC}"/>
              </a:ext>
            </a:extLst>
          </p:cNvPr>
          <p:cNvCxnSpPr>
            <a:cxnSpLocks/>
            <a:stCxn id="63" idx="2"/>
            <a:endCxn id="8" idx="3"/>
          </p:cNvCxnSpPr>
          <p:nvPr/>
        </p:nvCxnSpPr>
        <p:spPr>
          <a:xfrm rot="5400000" flipH="1" flipV="1">
            <a:off x="6228244" y="-731629"/>
            <a:ext cx="2745823" cy="6311725"/>
          </a:xfrm>
          <a:prstGeom prst="bentConnector4">
            <a:avLst>
              <a:gd name="adj1" fmla="val -110100"/>
              <a:gd name="adj2" fmla="val 118435"/>
            </a:avLst>
          </a:prstGeom>
          <a:ln w="3175">
            <a:solidFill>
              <a:schemeClr val="bg2">
                <a:lumMod val="75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1077" name="Straight Arrow Connector 1076">
            <a:extLst>
              <a:ext uri="{FF2B5EF4-FFF2-40B4-BE49-F238E27FC236}">
                <a16:creationId xmlns:a16="http://schemas.microsoft.com/office/drawing/2014/main" id="{A1D2BA84-0834-461D-D57B-55EBB79D099D}"/>
              </a:ext>
            </a:extLst>
          </p:cNvPr>
          <p:cNvCxnSpPr>
            <a:cxnSpLocks/>
          </p:cNvCxnSpPr>
          <p:nvPr/>
        </p:nvCxnSpPr>
        <p:spPr>
          <a:xfrm flipH="1" flipV="1">
            <a:off x="3025465" y="2873603"/>
            <a:ext cx="232" cy="1864583"/>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cxnSp>
        <p:nvCxnSpPr>
          <p:cNvPr id="1088" name="Connector: Elbow 1087">
            <a:extLst>
              <a:ext uri="{FF2B5EF4-FFF2-40B4-BE49-F238E27FC236}">
                <a16:creationId xmlns:a16="http://schemas.microsoft.com/office/drawing/2014/main" id="{81ABA780-9672-2D3D-E999-AF600D8747EE}"/>
              </a:ext>
            </a:extLst>
          </p:cNvPr>
          <p:cNvCxnSpPr>
            <a:cxnSpLocks/>
            <a:stCxn id="1056" idx="2"/>
            <a:endCxn id="41" idx="3"/>
          </p:cNvCxnSpPr>
          <p:nvPr/>
        </p:nvCxnSpPr>
        <p:spPr>
          <a:xfrm rot="5400000">
            <a:off x="4471310" y="3982081"/>
            <a:ext cx="220017" cy="1607599"/>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092" name="Connector: Elbow 1091">
            <a:extLst>
              <a:ext uri="{FF2B5EF4-FFF2-40B4-BE49-F238E27FC236}">
                <a16:creationId xmlns:a16="http://schemas.microsoft.com/office/drawing/2014/main" id="{6BAEAD2E-E427-5E8D-683E-999BE2494BF7}"/>
              </a:ext>
            </a:extLst>
          </p:cNvPr>
          <p:cNvCxnSpPr>
            <a:cxnSpLocks/>
            <a:stCxn id="41" idx="2"/>
            <a:endCxn id="6" idx="1"/>
          </p:cNvCxnSpPr>
          <p:nvPr/>
        </p:nvCxnSpPr>
        <p:spPr>
          <a:xfrm rot="5400000" flipH="1" flipV="1">
            <a:off x="4101116" y="2017592"/>
            <a:ext cx="2230081" cy="3841918"/>
          </a:xfrm>
          <a:prstGeom prst="bentConnector4">
            <a:avLst>
              <a:gd name="adj1" fmla="val -21041"/>
              <a:gd name="adj2" fmla="val 76069"/>
            </a:avLst>
          </a:prstGeom>
          <a:ln w="3175">
            <a:tailEnd type="triangle"/>
          </a:ln>
        </p:spPr>
        <p:style>
          <a:lnRef idx="2">
            <a:schemeClr val="dk1"/>
          </a:lnRef>
          <a:fillRef idx="0">
            <a:schemeClr val="dk1"/>
          </a:fillRef>
          <a:effectRef idx="1">
            <a:schemeClr val="dk1"/>
          </a:effectRef>
          <a:fontRef idx="minor">
            <a:schemeClr val="tx1"/>
          </a:fontRef>
        </p:style>
      </p:cxnSp>
      <p:sp>
        <p:nvSpPr>
          <p:cNvPr id="1097" name="Oval 1096">
            <a:extLst>
              <a:ext uri="{FF2B5EF4-FFF2-40B4-BE49-F238E27FC236}">
                <a16:creationId xmlns:a16="http://schemas.microsoft.com/office/drawing/2014/main" id="{402CFD93-FDD6-3FB4-12B4-4907D32008FE}"/>
              </a:ext>
            </a:extLst>
          </p:cNvPr>
          <p:cNvSpPr/>
          <p:nvPr/>
        </p:nvSpPr>
        <p:spPr>
          <a:xfrm>
            <a:off x="1273197" y="5015415"/>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1</a:t>
            </a:r>
          </a:p>
        </p:txBody>
      </p:sp>
      <p:sp>
        <p:nvSpPr>
          <p:cNvPr id="1098" name="TextBox 1097">
            <a:extLst>
              <a:ext uri="{FF2B5EF4-FFF2-40B4-BE49-F238E27FC236}">
                <a16:creationId xmlns:a16="http://schemas.microsoft.com/office/drawing/2014/main" id="{21D8BF96-DDE8-3A1F-96DB-2D0ECFAF0AE4}"/>
              </a:ext>
            </a:extLst>
          </p:cNvPr>
          <p:cNvSpPr txBox="1"/>
          <p:nvPr/>
        </p:nvSpPr>
        <p:spPr>
          <a:xfrm>
            <a:off x="1543115" y="4958622"/>
            <a:ext cx="896399" cy="430887"/>
          </a:xfrm>
          <a:prstGeom prst="rect">
            <a:avLst/>
          </a:prstGeom>
          <a:noFill/>
        </p:spPr>
        <p:txBody>
          <a:bodyPr wrap="none" rtlCol="0">
            <a:spAutoFit/>
          </a:bodyPr>
          <a:lstStyle/>
          <a:p>
            <a:pPr algn="ctr"/>
            <a:r>
              <a:rPr lang="en-SG" sz="1100" noProof="0" dirty="0"/>
              <a:t>AI Gateway </a:t>
            </a:r>
          </a:p>
          <a:p>
            <a:pPr algn="ctr"/>
            <a:r>
              <a:rPr lang="en-SG" sz="1100" noProof="0" dirty="0"/>
              <a:t>Policies</a:t>
            </a:r>
          </a:p>
        </p:txBody>
      </p:sp>
      <p:cxnSp>
        <p:nvCxnSpPr>
          <p:cNvPr id="1099" name="Straight Arrow Connector 1098">
            <a:extLst>
              <a:ext uri="{FF2B5EF4-FFF2-40B4-BE49-F238E27FC236}">
                <a16:creationId xmlns:a16="http://schemas.microsoft.com/office/drawing/2014/main" id="{97E4AF23-0904-9998-6F8A-C85B7FD7EEC0}"/>
              </a:ext>
            </a:extLst>
          </p:cNvPr>
          <p:cNvCxnSpPr>
            <a:cxnSpLocks/>
            <a:stCxn id="19" idx="3"/>
            <a:endCxn id="21" idx="1"/>
          </p:cNvCxnSpPr>
          <p:nvPr/>
        </p:nvCxnSpPr>
        <p:spPr>
          <a:xfrm flipV="1">
            <a:off x="3932621" y="1901349"/>
            <a:ext cx="1043167" cy="361204"/>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102" name="Oval 1101">
            <a:extLst>
              <a:ext uri="{FF2B5EF4-FFF2-40B4-BE49-F238E27FC236}">
                <a16:creationId xmlns:a16="http://schemas.microsoft.com/office/drawing/2014/main" id="{0CA8EDAE-A72D-67A8-A7A6-AAC906603C45}"/>
              </a:ext>
            </a:extLst>
          </p:cNvPr>
          <p:cNvSpPr/>
          <p:nvPr/>
        </p:nvSpPr>
        <p:spPr>
          <a:xfrm>
            <a:off x="4593308" y="2279491"/>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2</a:t>
            </a:r>
          </a:p>
        </p:txBody>
      </p:sp>
      <p:sp>
        <p:nvSpPr>
          <p:cNvPr id="1103" name="TextBox 1102">
            <a:extLst>
              <a:ext uri="{FF2B5EF4-FFF2-40B4-BE49-F238E27FC236}">
                <a16:creationId xmlns:a16="http://schemas.microsoft.com/office/drawing/2014/main" id="{016210DA-6C10-643F-8887-4CD1041BF75D}"/>
              </a:ext>
            </a:extLst>
          </p:cNvPr>
          <p:cNvSpPr txBox="1"/>
          <p:nvPr/>
        </p:nvSpPr>
        <p:spPr>
          <a:xfrm>
            <a:off x="4835097" y="2263140"/>
            <a:ext cx="1475084" cy="261610"/>
          </a:xfrm>
          <a:prstGeom prst="rect">
            <a:avLst/>
          </a:prstGeom>
          <a:noFill/>
        </p:spPr>
        <p:txBody>
          <a:bodyPr wrap="none" rtlCol="0">
            <a:spAutoFit/>
          </a:bodyPr>
          <a:lstStyle/>
          <a:p>
            <a:pPr algn="ctr"/>
            <a:r>
              <a:rPr lang="en-SG" sz="1100" noProof="0" dirty="0"/>
              <a:t>Workload Attestation</a:t>
            </a:r>
          </a:p>
        </p:txBody>
      </p:sp>
      <p:sp>
        <p:nvSpPr>
          <p:cNvPr id="1104" name="TextBox 1103">
            <a:extLst>
              <a:ext uri="{FF2B5EF4-FFF2-40B4-BE49-F238E27FC236}">
                <a16:creationId xmlns:a16="http://schemas.microsoft.com/office/drawing/2014/main" id="{65CB0B39-CCDB-D43E-1E89-60FE0B275DE0}"/>
              </a:ext>
            </a:extLst>
          </p:cNvPr>
          <p:cNvSpPr txBox="1"/>
          <p:nvPr/>
        </p:nvSpPr>
        <p:spPr>
          <a:xfrm>
            <a:off x="4054347" y="2184425"/>
            <a:ext cx="399469" cy="215444"/>
          </a:xfrm>
          <a:prstGeom prst="rect">
            <a:avLst/>
          </a:prstGeom>
          <a:noFill/>
        </p:spPr>
        <p:txBody>
          <a:bodyPr wrap="none" rtlCol="0">
            <a:spAutoFit/>
          </a:bodyPr>
          <a:lstStyle/>
          <a:p>
            <a:pPr algn="ctr"/>
            <a:r>
              <a:rPr lang="en-SG" sz="800" noProof="0" dirty="0">
                <a:solidFill>
                  <a:schemeClr val="bg2">
                    <a:lumMod val="50000"/>
                  </a:schemeClr>
                </a:solidFill>
              </a:rPr>
              <a:t>SVID</a:t>
            </a:r>
          </a:p>
        </p:txBody>
      </p:sp>
      <p:sp>
        <p:nvSpPr>
          <p:cNvPr id="1106" name="Oval 1105">
            <a:extLst>
              <a:ext uri="{FF2B5EF4-FFF2-40B4-BE49-F238E27FC236}">
                <a16:creationId xmlns:a16="http://schemas.microsoft.com/office/drawing/2014/main" id="{BD39BBDD-14B7-795E-F7A9-A13AF222D2B0}"/>
              </a:ext>
            </a:extLst>
          </p:cNvPr>
          <p:cNvSpPr/>
          <p:nvPr/>
        </p:nvSpPr>
        <p:spPr>
          <a:xfrm>
            <a:off x="3917297" y="2914365"/>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3</a:t>
            </a:r>
          </a:p>
        </p:txBody>
      </p:sp>
      <p:sp>
        <p:nvSpPr>
          <p:cNvPr id="1107" name="TextBox 1106">
            <a:extLst>
              <a:ext uri="{FF2B5EF4-FFF2-40B4-BE49-F238E27FC236}">
                <a16:creationId xmlns:a16="http://schemas.microsoft.com/office/drawing/2014/main" id="{1BEC53DF-63A2-59F5-9A19-2CB4A20E9701}"/>
              </a:ext>
            </a:extLst>
          </p:cNvPr>
          <p:cNvSpPr txBox="1"/>
          <p:nvPr/>
        </p:nvSpPr>
        <p:spPr>
          <a:xfrm>
            <a:off x="4172685" y="2936514"/>
            <a:ext cx="1370889" cy="261610"/>
          </a:xfrm>
          <a:prstGeom prst="rect">
            <a:avLst/>
          </a:prstGeom>
          <a:noFill/>
        </p:spPr>
        <p:txBody>
          <a:bodyPr wrap="none" rtlCol="0">
            <a:spAutoFit/>
          </a:bodyPr>
          <a:lstStyle/>
          <a:p>
            <a:pPr algn="ctr"/>
            <a:r>
              <a:rPr lang="en-SG" sz="1100" noProof="0" dirty="0"/>
              <a:t>Agent Identification</a:t>
            </a:r>
          </a:p>
        </p:txBody>
      </p:sp>
      <p:cxnSp>
        <p:nvCxnSpPr>
          <p:cNvPr id="1108" name="Straight Arrow Connector 1107">
            <a:extLst>
              <a:ext uri="{FF2B5EF4-FFF2-40B4-BE49-F238E27FC236}">
                <a16:creationId xmlns:a16="http://schemas.microsoft.com/office/drawing/2014/main" id="{205EC065-1B52-526F-E8BA-561F12B6A9EC}"/>
              </a:ext>
            </a:extLst>
          </p:cNvPr>
          <p:cNvCxnSpPr>
            <a:cxnSpLocks/>
            <a:stCxn id="29" idx="2"/>
          </p:cNvCxnSpPr>
          <p:nvPr/>
        </p:nvCxnSpPr>
        <p:spPr>
          <a:xfrm>
            <a:off x="3545967" y="2712819"/>
            <a:ext cx="307228" cy="513794"/>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112" name="Oval 1111">
            <a:extLst>
              <a:ext uri="{FF2B5EF4-FFF2-40B4-BE49-F238E27FC236}">
                <a16:creationId xmlns:a16="http://schemas.microsoft.com/office/drawing/2014/main" id="{69386C90-88F4-3FC0-2F10-1C6C008D6FAB}"/>
              </a:ext>
            </a:extLst>
          </p:cNvPr>
          <p:cNvSpPr/>
          <p:nvPr/>
        </p:nvSpPr>
        <p:spPr>
          <a:xfrm>
            <a:off x="8007936" y="6295013"/>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0</a:t>
            </a:r>
          </a:p>
        </p:txBody>
      </p:sp>
      <p:sp>
        <p:nvSpPr>
          <p:cNvPr id="1113" name="TextBox 1112">
            <a:extLst>
              <a:ext uri="{FF2B5EF4-FFF2-40B4-BE49-F238E27FC236}">
                <a16:creationId xmlns:a16="http://schemas.microsoft.com/office/drawing/2014/main" id="{5C4964EA-78D0-2B4F-38BF-3FA463E3818B}"/>
              </a:ext>
            </a:extLst>
          </p:cNvPr>
          <p:cNvSpPr txBox="1"/>
          <p:nvPr/>
        </p:nvSpPr>
        <p:spPr>
          <a:xfrm>
            <a:off x="8016499" y="6311655"/>
            <a:ext cx="3790490" cy="261610"/>
          </a:xfrm>
          <a:prstGeom prst="rect">
            <a:avLst/>
          </a:prstGeom>
          <a:noFill/>
        </p:spPr>
        <p:txBody>
          <a:bodyPr wrap="square" rtlCol="0">
            <a:spAutoFit/>
          </a:bodyPr>
          <a:lstStyle/>
          <a:p>
            <a:pPr algn="ctr"/>
            <a:r>
              <a:rPr lang="en-SG" sz="1100" noProof="0" dirty="0"/>
              <a:t>Agent Id creation &amp; assignment sync to ForgeRock?</a:t>
            </a:r>
          </a:p>
        </p:txBody>
      </p:sp>
      <p:sp>
        <p:nvSpPr>
          <p:cNvPr id="1114" name="Oval 1113">
            <a:extLst>
              <a:ext uri="{FF2B5EF4-FFF2-40B4-BE49-F238E27FC236}">
                <a16:creationId xmlns:a16="http://schemas.microsoft.com/office/drawing/2014/main" id="{0348D6D4-88A6-D271-79B4-98693412B4F1}"/>
              </a:ext>
            </a:extLst>
          </p:cNvPr>
          <p:cNvSpPr/>
          <p:nvPr/>
        </p:nvSpPr>
        <p:spPr>
          <a:xfrm>
            <a:off x="3385002" y="5569490"/>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5</a:t>
            </a:r>
          </a:p>
        </p:txBody>
      </p:sp>
      <p:sp>
        <p:nvSpPr>
          <p:cNvPr id="1115" name="TextBox 1114">
            <a:extLst>
              <a:ext uri="{FF2B5EF4-FFF2-40B4-BE49-F238E27FC236}">
                <a16:creationId xmlns:a16="http://schemas.microsoft.com/office/drawing/2014/main" id="{5F1F2864-D13F-EA0B-61EA-A3DB2105A507}"/>
              </a:ext>
            </a:extLst>
          </p:cNvPr>
          <p:cNvSpPr txBox="1"/>
          <p:nvPr/>
        </p:nvSpPr>
        <p:spPr>
          <a:xfrm>
            <a:off x="3633474" y="5581182"/>
            <a:ext cx="2089033" cy="261610"/>
          </a:xfrm>
          <a:prstGeom prst="rect">
            <a:avLst/>
          </a:prstGeom>
          <a:noFill/>
        </p:spPr>
        <p:txBody>
          <a:bodyPr wrap="none" rtlCol="0">
            <a:spAutoFit/>
          </a:bodyPr>
          <a:lstStyle/>
          <a:p>
            <a:pPr algn="ctr"/>
            <a:r>
              <a:rPr lang="en-SG" sz="1100" noProof="0" dirty="0"/>
              <a:t>Token Exchange &amp; Propagation </a:t>
            </a:r>
          </a:p>
        </p:txBody>
      </p:sp>
      <p:sp>
        <p:nvSpPr>
          <p:cNvPr id="1116" name="TextBox 1115">
            <a:extLst>
              <a:ext uri="{FF2B5EF4-FFF2-40B4-BE49-F238E27FC236}">
                <a16:creationId xmlns:a16="http://schemas.microsoft.com/office/drawing/2014/main" id="{3A1F12E5-5BBB-F8A0-A1DB-0C3A3FCFDD08}"/>
              </a:ext>
            </a:extLst>
          </p:cNvPr>
          <p:cNvSpPr txBox="1"/>
          <p:nvPr/>
        </p:nvSpPr>
        <p:spPr>
          <a:xfrm>
            <a:off x="3633474" y="5775648"/>
            <a:ext cx="2852064" cy="215444"/>
          </a:xfrm>
          <a:prstGeom prst="rect">
            <a:avLst/>
          </a:prstGeom>
          <a:noFill/>
        </p:spPr>
        <p:txBody>
          <a:bodyPr wrap="none" rtlCol="0">
            <a:spAutoFit/>
          </a:bodyPr>
          <a:lstStyle/>
          <a:p>
            <a:pPr algn="ctr"/>
            <a:r>
              <a:rPr lang="en-SG" sz="800" noProof="0" dirty="0">
                <a:solidFill>
                  <a:schemeClr val="bg2">
                    <a:lumMod val="50000"/>
                  </a:schemeClr>
                </a:solidFill>
              </a:rPr>
              <a:t>WIMSE </a:t>
            </a:r>
            <a:r>
              <a:rPr lang="en-SG" sz="800" noProof="0" dirty="0" err="1">
                <a:solidFill>
                  <a:schemeClr val="bg2">
                    <a:lumMod val="50000"/>
                  </a:schemeClr>
                </a:solidFill>
              </a:rPr>
              <a:t>TxN</a:t>
            </a:r>
            <a:r>
              <a:rPr lang="en-SG" sz="800" noProof="0" dirty="0">
                <a:solidFill>
                  <a:schemeClr val="bg2">
                    <a:lumMod val="50000"/>
                  </a:schemeClr>
                </a:solidFill>
              </a:rPr>
              <a:t> token (Agent Id + Sponsor/OBO+ Action + Intent)</a:t>
            </a:r>
          </a:p>
        </p:txBody>
      </p:sp>
      <p:cxnSp>
        <p:nvCxnSpPr>
          <p:cNvPr id="1117" name="Connector: Elbow 1116">
            <a:extLst>
              <a:ext uri="{FF2B5EF4-FFF2-40B4-BE49-F238E27FC236}">
                <a16:creationId xmlns:a16="http://schemas.microsoft.com/office/drawing/2014/main" id="{D27D5831-A280-7808-88EA-20C9008FC008}"/>
              </a:ext>
            </a:extLst>
          </p:cNvPr>
          <p:cNvCxnSpPr>
            <a:cxnSpLocks/>
            <a:stCxn id="1046" idx="0"/>
            <a:endCxn id="1057" idx="3"/>
          </p:cNvCxnSpPr>
          <p:nvPr/>
        </p:nvCxnSpPr>
        <p:spPr>
          <a:xfrm rot="16200000" flipV="1">
            <a:off x="5501753" y="4972117"/>
            <a:ext cx="1798193" cy="70601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120" name="TextBox 1119">
            <a:extLst>
              <a:ext uri="{FF2B5EF4-FFF2-40B4-BE49-F238E27FC236}">
                <a16:creationId xmlns:a16="http://schemas.microsoft.com/office/drawing/2014/main" id="{2CC8F5B7-3646-86AB-FBD6-13BEA908C6EA}"/>
              </a:ext>
            </a:extLst>
          </p:cNvPr>
          <p:cNvSpPr txBox="1"/>
          <p:nvPr/>
        </p:nvSpPr>
        <p:spPr>
          <a:xfrm>
            <a:off x="6903682" y="6324581"/>
            <a:ext cx="601447" cy="215444"/>
          </a:xfrm>
          <a:prstGeom prst="rect">
            <a:avLst/>
          </a:prstGeom>
          <a:noFill/>
        </p:spPr>
        <p:txBody>
          <a:bodyPr wrap="none" rtlCol="0">
            <a:spAutoFit/>
          </a:bodyPr>
          <a:lstStyle/>
          <a:p>
            <a:pPr algn="ctr"/>
            <a:r>
              <a:rPr lang="en-SG" sz="800" noProof="0" dirty="0"/>
              <a:t>Approves</a:t>
            </a:r>
          </a:p>
        </p:txBody>
      </p:sp>
      <p:cxnSp>
        <p:nvCxnSpPr>
          <p:cNvPr id="1124" name="Straight Arrow Connector 1123">
            <a:extLst>
              <a:ext uri="{FF2B5EF4-FFF2-40B4-BE49-F238E27FC236}">
                <a16:creationId xmlns:a16="http://schemas.microsoft.com/office/drawing/2014/main" id="{A99D3462-B510-70DA-0073-6254DA140DAD}"/>
              </a:ext>
            </a:extLst>
          </p:cNvPr>
          <p:cNvCxnSpPr>
            <a:cxnSpLocks/>
          </p:cNvCxnSpPr>
          <p:nvPr/>
        </p:nvCxnSpPr>
        <p:spPr>
          <a:xfrm>
            <a:off x="3169836" y="2873603"/>
            <a:ext cx="232" cy="1864583"/>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127" name="TextBox 1126">
            <a:extLst>
              <a:ext uri="{FF2B5EF4-FFF2-40B4-BE49-F238E27FC236}">
                <a16:creationId xmlns:a16="http://schemas.microsoft.com/office/drawing/2014/main" id="{9D25AD68-14CF-D7E2-6FC1-B63F7BC06F6B}"/>
              </a:ext>
            </a:extLst>
          </p:cNvPr>
          <p:cNvSpPr txBox="1"/>
          <p:nvPr/>
        </p:nvSpPr>
        <p:spPr>
          <a:xfrm>
            <a:off x="3182757" y="4173367"/>
            <a:ext cx="1010212" cy="338554"/>
          </a:xfrm>
          <a:prstGeom prst="rect">
            <a:avLst/>
          </a:prstGeom>
          <a:noFill/>
        </p:spPr>
        <p:txBody>
          <a:bodyPr wrap="none" rtlCol="0">
            <a:spAutoFit/>
          </a:bodyPr>
          <a:lstStyle/>
          <a:p>
            <a:pPr algn="ctr"/>
            <a:r>
              <a:rPr lang="en-SG" sz="800" noProof="0" dirty="0">
                <a:solidFill>
                  <a:schemeClr val="bg2">
                    <a:lumMod val="50000"/>
                  </a:schemeClr>
                </a:solidFill>
              </a:rPr>
              <a:t>Agent Id  token</a:t>
            </a:r>
            <a:br>
              <a:rPr lang="en-SG" sz="800" noProof="0" dirty="0">
                <a:solidFill>
                  <a:schemeClr val="bg2">
                    <a:lumMod val="50000"/>
                  </a:schemeClr>
                </a:solidFill>
              </a:rPr>
            </a:br>
            <a:r>
              <a:rPr lang="en-SG" sz="800" noProof="0" dirty="0">
                <a:solidFill>
                  <a:schemeClr val="bg2">
                    <a:lumMod val="50000"/>
                  </a:schemeClr>
                </a:solidFill>
              </a:rPr>
              <a:t>(if no HITL needed)</a:t>
            </a:r>
          </a:p>
        </p:txBody>
      </p:sp>
      <p:sp>
        <p:nvSpPr>
          <p:cNvPr id="1128" name="TextBox 1127">
            <a:extLst>
              <a:ext uri="{FF2B5EF4-FFF2-40B4-BE49-F238E27FC236}">
                <a16:creationId xmlns:a16="http://schemas.microsoft.com/office/drawing/2014/main" id="{B5C10318-969D-9761-EA7F-6913CF26ACEA}"/>
              </a:ext>
            </a:extLst>
          </p:cNvPr>
          <p:cNvSpPr txBox="1"/>
          <p:nvPr/>
        </p:nvSpPr>
        <p:spPr>
          <a:xfrm>
            <a:off x="4145303" y="5125822"/>
            <a:ext cx="2278188" cy="338554"/>
          </a:xfrm>
          <a:prstGeom prst="rect">
            <a:avLst/>
          </a:prstGeom>
          <a:noFill/>
        </p:spPr>
        <p:txBody>
          <a:bodyPr wrap="none" rtlCol="0">
            <a:spAutoFit/>
          </a:bodyPr>
          <a:lstStyle/>
          <a:p>
            <a:r>
              <a:rPr lang="en-SG" sz="800" noProof="0" dirty="0">
                <a:solidFill>
                  <a:schemeClr val="bg2">
                    <a:lumMod val="50000"/>
                  </a:schemeClr>
                </a:solidFill>
              </a:rPr>
              <a:t>Cryptographic binding  with JWS</a:t>
            </a:r>
            <a:br>
              <a:rPr lang="en-SG" sz="800" noProof="0" dirty="0">
                <a:solidFill>
                  <a:schemeClr val="bg2">
                    <a:lumMod val="50000"/>
                  </a:schemeClr>
                </a:solidFill>
              </a:rPr>
            </a:br>
            <a:r>
              <a:rPr lang="en-SG" sz="800" noProof="0" dirty="0">
                <a:solidFill>
                  <a:schemeClr val="bg2">
                    <a:lumMod val="50000"/>
                  </a:schemeClr>
                </a:solidFill>
              </a:rPr>
              <a:t>(Officer’s Id + task id + agent id) (if HITL needed)</a:t>
            </a:r>
          </a:p>
        </p:txBody>
      </p:sp>
      <p:cxnSp>
        <p:nvCxnSpPr>
          <p:cNvPr id="1132" name="Connector: Elbow 1131">
            <a:extLst>
              <a:ext uri="{FF2B5EF4-FFF2-40B4-BE49-F238E27FC236}">
                <a16:creationId xmlns:a16="http://schemas.microsoft.com/office/drawing/2014/main" id="{01CF06DE-6EE6-3B1A-E115-5AA4E9C473CE}"/>
              </a:ext>
            </a:extLst>
          </p:cNvPr>
          <p:cNvCxnSpPr>
            <a:cxnSpLocks/>
            <a:stCxn id="19" idx="2"/>
            <a:endCxn id="1056" idx="0"/>
          </p:cNvCxnSpPr>
          <p:nvPr/>
        </p:nvCxnSpPr>
        <p:spPr>
          <a:xfrm rot="16200000" flipH="1">
            <a:off x="3688752" y="2479816"/>
            <a:ext cx="1302579" cy="2090151"/>
          </a:xfrm>
          <a:prstGeom prst="bentConnector3">
            <a:avLst>
              <a:gd name="adj1" fmla="val 82513"/>
            </a:avLst>
          </a:prstGeom>
          <a:ln w="3175">
            <a:tailEnd type="triangle"/>
          </a:ln>
        </p:spPr>
        <p:style>
          <a:lnRef idx="2">
            <a:schemeClr val="dk1"/>
          </a:lnRef>
          <a:fillRef idx="0">
            <a:schemeClr val="dk1"/>
          </a:fillRef>
          <a:effectRef idx="1">
            <a:schemeClr val="dk1"/>
          </a:effectRef>
          <a:fontRef idx="minor">
            <a:schemeClr val="tx1"/>
          </a:fontRef>
        </p:style>
      </p:cxnSp>
      <p:sp>
        <p:nvSpPr>
          <p:cNvPr id="1140" name="Oval 1139">
            <a:extLst>
              <a:ext uri="{FF2B5EF4-FFF2-40B4-BE49-F238E27FC236}">
                <a16:creationId xmlns:a16="http://schemas.microsoft.com/office/drawing/2014/main" id="{C2C22502-C298-B553-1ED9-590EB83793EB}"/>
              </a:ext>
            </a:extLst>
          </p:cNvPr>
          <p:cNvSpPr/>
          <p:nvPr/>
        </p:nvSpPr>
        <p:spPr>
          <a:xfrm>
            <a:off x="3876085" y="4981009"/>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4</a:t>
            </a:r>
          </a:p>
        </p:txBody>
      </p:sp>
      <p:sp>
        <p:nvSpPr>
          <p:cNvPr id="1141" name="TextBox 1140">
            <a:extLst>
              <a:ext uri="{FF2B5EF4-FFF2-40B4-BE49-F238E27FC236}">
                <a16:creationId xmlns:a16="http://schemas.microsoft.com/office/drawing/2014/main" id="{0FC480E6-8B04-1970-6800-7B9F4A9FF8EE}"/>
              </a:ext>
            </a:extLst>
          </p:cNvPr>
          <p:cNvSpPr txBox="1"/>
          <p:nvPr/>
        </p:nvSpPr>
        <p:spPr>
          <a:xfrm>
            <a:off x="4116480" y="4953629"/>
            <a:ext cx="1923924" cy="261610"/>
          </a:xfrm>
          <a:prstGeom prst="rect">
            <a:avLst/>
          </a:prstGeom>
          <a:noFill/>
        </p:spPr>
        <p:txBody>
          <a:bodyPr wrap="none" rtlCol="0">
            <a:spAutoFit/>
          </a:bodyPr>
          <a:lstStyle/>
          <a:p>
            <a:pPr algn="ctr"/>
            <a:r>
              <a:rPr lang="en-SG" sz="1100" noProof="0" dirty="0"/>
              <a:t>Cryptographic HITL Approval</a:t>
            </a:r>
          </a:p>
        </p:txBody>
      </p:sp>
      <p:sp>
        <p:nvSpPr>
          <p:cNvPr id="1142" name="TextBox 1141">
            <a:extLst>
              <a:ext uri="{FF2B5EF4-FFF2-40B4-BE49-F238E27FC236}">
                <a16:creationId xmlns:a16="http://schemas.microsoft.com/office/drawing/2014/main" id="{940A7298-2CDF-6A4A-4AB2-21EF8E8BF39B}"/>
              </a:ext>
            </a:extLst>
          </p:cNvPr>
          <p:cNvSpPr txBox="1"/>
          <p:nvPr/>
        </p:nvSpPr>
        <p:spPr>
          <a:xfrm>
            <a:off x="4843893" y="2439248"/>
            <a:ext cx="1587294" cy="461665"/>
          </a:xfrm>
          <a:prstGeom prst="rect">
            <a:avLst/>
          </a:prstGeom>
          <a:noFill/>
        </p:spPr>
        <p:txBody>
          <a:bodyPr wrap="none" rtlCol="0">
            <a:spAutoFit/>
          </a:bodyPr>
          <a:lstStyle/>
          <a:p>
            <a:r>
              <a:rPr lang="en-SG" sz="800" noProof="0" dirty="0">
                <a:solidFill>
                  <a:schemeClr val="bg2">
                    <a:lumMod val="50000"/>
                  </a:schemeClr>
                </a:solidFill>
              </a:rPr>
              <a:t>SPIFFE: Checks agent’s binary, </a:t>
            </a:r>
          </a:p>
          <a:p>
            <a:r>
              <a:rPr lang="en-SG" sz="800" noProof="0" dirty="0">
                <a:solidFill>
                  <a:schemeClr val="bg2">
                    <a:lumMod val="50000"/>
                  </a:schemeClr>
                </a:solidFill>
              </a:rPr>
              <a:t>namespace, environment.</a:t>
            </a:r>
          </a:p>
          <a:p>
            <a:r>
              <a:rPr lang="en-SG" sz="800" noProof="0" dirty="0">
                <a:solidFill>
                  <a:schemeClr val="bg2">
                    <a:lumMod val="50000"/>
                  </a:schemeClr>
                </a:solidFill>
              </a:rPr>
              <a:t>Returns an SVID</a:t>
            </a:r>
          </a:p>
        </p:txBody>
      </p:sp>
      <p:sp>
        <p:nvSpPr>
          <p:cNvPr id="1143" name="TextBox 1142">
            <a:extLst>
              <a:ext uri="{FF2B5EF4-FFF2-40B4-BE49-F238E27FC236}">
                <a16:creationId xmlns:a16="http://schemas.microsoft.com/office/drawing/2014/main" id="{961B3CC0-19DC-7A18-9473-492D9B87D1D5}"/>
              </a:ext>
            </a:extLst>
          </p:cNvPr>
          <p:cNvSpPr txBox="1"/>
          <p:nvPr/>
        </p:nvSpPr>
        <p:spPr>
          <a:xfrm>
            <a:off x="5077756" y="3343287"/>
            <a:ext cx="934872" cy="338554"/>
          </a:xfrm>
          <a:prstGeom prst="rect">
            <a:avLst/>
          </a:prstGeom>
          <a:noFill/>
        </p:spPr>
        <p:txBody>
          <a:bodyPr wrap="none" rtlCol="0">
            <a:spAutoFit/>
          </a:bodyPr>
          <a:lstStyle/>
          <a:p>
            <a:pPr algn="ctr"/>
            <a:r>
              <a:rPr lang="en-SG" sz="800" noProof="0" dirty="0">
                <a:solidFill>
                  <a:schemeClr val="bg2">
                    <a:lumMod val="50000"/>
                  </a:schemeClr>
                </a:solidFill>
              </a:rPr>
              <a:t>*Swappable with</a:t>
            </a:r>
          </a:p>
          <a:p>
            <a:pPr algn="ctr"/>
            <a:r>
              <a:rPr lang="en-SG" sz="800" noProof="0" dirty="0">
                <a:solidFill>
                  <a:schemeClr val="bg2">
                    <a:lumMod val="50000"/>
                  </a:schemeClr>
                </a:solidFill>
              </a:rPr>
              <a:t>Entra Agent Id</a:t>
            </a:r>
          </a:p>
        </p:txBody>
      </p:sp>
      <p:sp>
        <p:nvSpPr>
          <p:cNvPr id="1145" name="Oval 1144">
            <a:extLst>
              <a:ext uri="{FF2B5EF4-FFF2-40B4-BE49-F238E27FC236}">
                <a16:creationId xmlns:a16="http://schemas.microsoft.com/office/drawing/2014/main" id="{26DAA4D2-4E34-2796-DE55-552198817936}"/>
              </a:ext>
            </a:extLst>
          </p:cNvPr>
          <p:cNvSpPr/>
          <p:nvPr/>
        </p:nvSpPr>
        <p:spPr>
          <a:xfrm>
            <a:off x="7757087" y="769262"/>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7</a:t>
            </a:r>
          </a:p>
        </p:txBody>
      </p:sp>
      <p:sp>
        <p:nvSpPr>
          <p:cNvPr id="1146" name="TextBox 1145">
            <a:extLst>
              <a:ext uri="{FF2B5EF4-FFF2-40B4-BE49-F238E27FC236}">
                <a16:creationId xmlns:a16="http://schemas.microsoft.com/office/drawing/2014/main" id="{5DF47168-2CC5-5BF4-6293-12CBAA2C5D3B}"/>
              </a:ext>
            </a:extLst>
          </p:cNvPr>
          <p:cNvSpPr txBox="1"/>
          <p:nvPr/>
        </p:nvSpPr>
        <p:spPr>
          <a:xfrm>
            <a:off x="8014546" y="782410"/>
            <a:ext cx="2751074" cy="261610"/>
          </a:xfrm>
          <a:prstGeom prst="rect">
            <a:avLst/>
          </a:prstGeom>
          <a:noFill/>
        </p:spPr>
        <p:txBody>
          <a:bodyPr wrap="none" rtlCol="0">
            <a:spAutoFit/>
          </a:bodyPr>
          <a:lstStyle/>
          <a:p>
            <a:pPr algn="ctr"/>
            <a:r>
              <a:rPr lang="en-SG" sz="1100" noProof="0" dirty="0"/>
              <a:t>Some sort of access checking &amp; mapping?</a:t>
            </a:r>
          </a:p>
        </p:txBody>
      </p:sp>
      <p:sp>
        <p:nvSpPr>
          <p:cNvPr id="1147" name="TextBox 1146">
            <a:extLst>
              <a:ext uri="{FF2B5EF4-FFF2-40B4-BE49-F238E27FC236}">
                <a16:creationId xmlns:a16="http://schemas.microsoft.com/office/drawing/2014/main" id="{1353D583-A30D-86B1-3A5A-8D552FA13FD4}"/>
              </a:ext>
            </a:extLst>
          </p:cNvPr>
          <p:cNvSpPr txBox="1"/>
          <p:nvPr/>
        </p:nvSpPr>
        <p:spPr>
          <a:xfrm>
            <a:off x="8046466" y="957822"/>
            <a:ext cx="2541080" cy="338554"/>
          </a:xfrm>
          <a:prstGeom prst="rect">
            <a:avLst/>
          </a:prstGeom>
          <a:noFill/>
        </p:spPr>
        <p:txBody>
          <a:bodyPr wrap="none" rtlCol="0">
            <a:spAutoFit/>
          </a:bodyPr>
          <a:lstStyle/>
          <a:p>
            <a:r>
              <a:rPr lang="en-SG" sz="800" noProof="0" dirty="0">
                <a:solidFill>
                  <a:schemeClr val="bg2">
                    <a:lumMod val="50000"/>
                  </a:schemeClr>
                </a:solidFill>
              </a:rPr>
              <a:t>If request is non-HITL, checks agent identity access</a:t>
            </a:r>
          </a:p>
          <a:p>
            <a:r>
              <a:rPr lang="en-SG" sz="800" noProof="0" dirty="0">
                <a:solidFill>
                  <a:schemeClr val="bg2">
                    <a:lumMod val="50000"/>
                  </a:schemeClr>
                </a:solidFill>
              </a:rPr>
              <a:t>If request is HITL-approved, checks user’s access </a:t>
            </a:r>
          </a:p>
        </p:txBody>
      </p:sp>
      <p:sp>
        <p:nvSpPr>
          <p:cNvPr id="1157" name="Oval 1156">
            <a:extLst>
              <a:ext uri="{FF2B5EF4-FFF2-40B4-BE49-F238E27FC236}">
                <a16:creationId xmlns:a16="http://schemas.microsoft.com/office/drawing/2014/main" id="{9A531E13-4E6D-F9A2-80B4-5707137BB939}"/>
              </a:ext>
            </a:extLst>
          </p:cNvPr>
          <p:cNvSpPr/>
          <p:nvPr/>
        </p:nvSpPr>
        <p:spPr>
          <a:xfrm>
            <a:off x="7028878" y="3583888"/>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6</a:t>
            </a:r>
          </a:p>
        </p:txBody>
      </p:sp>
      <p:sp>
        <p:nvSpPr>
          <p:cNvPr id="1158" name="TextBox 1157">
            <a:extLst>
              <a:ext uri="{FF2B5EF4-FFF2-40B4-BE49-F238E27FC236}">
                <a16:creationId xmlns:a16="http://schemas.microsoft.com/office/drawing/2014/main" id="{21292213-4BD9-4DF4-6E60-0628B88717AB}"/>
              </a:ext>
            </a:extLst>
          </p:cNvPr>
          <p:cNvSpPr txBox="1"/>
          <p:nvPr/>
        </p:nvSpPr>
        <p:spPr>
          <a:xfrm>
            <a:off x="7279903" y="3587411"/>
            <a:ext cx="2686954" cy="261610"/>
          </a:xfrm>
          <a:prstGeom prst="rect">
            <a:avLst/>
          </a:prstGeom>
          <a:noFill/>
        </p:spPr>
        <p:txBody>
          <a:bodyPr wrap="none" rtlCol="0">
            <a:spAutoFit/>
          </a:bodyPr>
          <a:lstStyle/>
          <a:p>
            <a:pPr algn="ctr"/>
            <a:r>
              <a:rPr lang="en-SG" sz="1100" noProof="0" dirty="0"/>
              <a:t>Some sort of request anomaly detection?</a:t>
            </a:r>
          </a:p>
        </p:txBody>
      </p:sp>
      <p:sp>
        <p:nvSpPr>
          <p:cNvPr id="1159" name="TextBox 1158">
            <a:extLst>
              <a:ext uri="{FF2B5EF4-FFF2-40B4-BE49-F238E27FC236}">
                <a16:creationId xmlns:a16="http://schemas.microsoft.com/office/drawing/2014/main" id="{7C800D56-6358-09FD-B673-D371C8BB686C}"/>
              </a:ext>
            </a:extLst>
          </p:cNvPr>
          <p:cNvSpPr txBox="1"/>
          <p:nvPr/>
        </p:nvSpPr>
        <p:spPr>
          <a:xfrm>
            <a:off x="7299007" y="3782073"/>
            <a:ext cx="1697901" cy="215444"/>
          </a:xfrm>
          <a:prstGeom prst="rect">
            <a:avLst/>
          </a:prstGeom>
          <a:noFill/>
        </p:spPr>
        <p:txBody>
          <a:bodyPr wrap="none" rtlCol="0">
            <a:spAutoFit/>
          </a:bodyPr>
          <a:lstStyle/>
          <a:p>
            <a:r>
              <a:rPr lang="en-SG" sz="800" noProof="0" dirty="0">
                <a:solidFill>
                  <a:schemeClr val="bg2">
                    <a:lumMod val="50000"/>
                  </a:schemeClr>
                </a:solidFill>
              </a:rPr>
              <a:t>Continuous monitoring (Sentinel?)</a:t>
            </a:r>
          </a:p>
        </p:txBody>
      </p:sp>
      <p:cxnSp>
        <p:nvCxnSpPr>
          <p:cNvPr id="1160" name="Straight Arrow Connector 1159">
            <a:extLst>
              <a:ext uri="{FF2B5EF4-FFF2-40B4-BE49-F238E27FC236}">
                <a16:creationId xmlns:a16="http://schemas.microsoft.com/office/drawing/2014/main" id="{D457277D-FEA7-A38A-9A10-394B63680FA4}"/>
              </a:ext>
            </a:extLst>
          </p:cNvPr>
          <p:cNvCxnSpPr>
            <a:cxnSpLocks/>
          </p:cNvCxnSpPr>
          <p:nvPr/>
        </p:nvCxnSpPr>
        <p:spPr>
          <a:xfrm flipH="1">
            <a:off x="8271880" y="1684903"/>
            <a:ext cx="180450" cy="483495"/>
          </a:xfrm>
          <a:prstGeom prst="straightConnector1">
            <a:avLst/>
          </a:prstGeom>
          <a:ln w="3175">
            <a:solidFill>
              <a:schemeClr val="bg2">
                <a:lumMod val="50000"/>
              </a:schemeClr>
            </a:solidFill>
            <a:prstDash val="dash"/>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1162" name="TextBox 1161">
            <a:extLst>
              <a:ext uri="{FF2B5EF4-FFF2-40B4-BE49-F238E27FC236}">
                <a16:creationId xmlns:a16="http://schemas.microsoft.com/office/drawing/2014/main" id="{4975EFAA-7E09-9208-A62B-5E247FDD785E}"/>
              </a:ext>
            </a:extLst>
          </p:cNvPr>
          <p:cNvSpPr txBox="1"/>
          <p:nvPr/>
        </p:nvSpPr>
        <p:spPr>
          <a:xfrm>
            <a:off x="8520614" y="1827924"/>
            <a:ext cx="1372492" cy="215444"/>
          </a:xfrm>
          <a:prstGeom prst="rect">
            <a:avLst/>
          </a:prstGeom>
          <a:noFill/>
        </p:spPr>
        <p:txBody>
          <a:bodyPr wrap="none" rtlCol="0">
            <a:spAutoFit/>
          </a:bodyPr>
          <a:lstStyle/>
          <a:p>
            <a:pPr algn="ctr"/>
            <a:r>
              <a:rPr lang="en-SG" sz="800" noProof="0" dirty="0">
                <a:solidFill>
                  <a:schemeClr val="bg2">
                    <a:lumMod val="50000"/>
                  </a:schemeClr>
                </a:solidFill>
              </a:rPr>
              <a:t>Requests for OAuth token?</a:t>
            </a:r>
          </a:p>
        </p:txBody>
      </p:sp>
      <p:cxnSp>
        <p:nvCxnSpPr>
          <p:cNvPr id="1163" name="Straight Arrow Connector 1162">
            <a:extLst>
              <a:ext uri="{FF2B5EF4-FFF2-40B4-BE49-F238E27FC236}">
                <a16:creationId xmlns:a16="http://schemas.microsoft.com/office/drawing/2014/main" id="{1AC4C69D-3306-6075-82BE-3CE3CFA68E3B}"/>
              </a:ext>
            </a:extLst>
          </p:cNvPr>
          <p:cNvCxnSpPr>
            <a:cxnSpLocks/>
          </p:cNvCxnSpPr>
          <p:nvPr/>
        </p:nvCxnSpPr>
        <p:spPr>
          <a:xfrm flipH="1">
            <a:off x="8388583" y="1692168"/>
            <a:ext cx="180450" cy="483495"/>
          </a:xfrm>
          <a:prstGeom prst="straightConnector1">
            <a:avLst/>
          </a:prstGeom>
          <a:ln w="3175">
            <a:solidFill>
              <a:schemeClr val="bg2">
                <a:lumMod val="50000"/>
              </a:schemeClr>
            </a:solidFill>
            <a:prstDash val="dash"/>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1164" name="TextBox 1163">
            <a:extLst>
              <a:ext uri="{FF2B5EF4-FFF2-40B4-BE49-F238E27FC236}">
                <a16:creationId xmlns:a16="http://schemas.microsoft.com/office/drawing/2014/main" id="{8BA7C978-A84C-ACBD-4A91-7E5D5E7044EF}"/>
              </a:ext>
            </a:extLst>
          </p:cNvPr>
          <p:cNvSpPr txBox="1"/>
          <p:nvPr/>
        </p:nvSpPr>
        <p:spPr>
          <a:xfrm>
            <a:off x="6936886" y="1749892"/>
            <a:ext cx="1265090" cy="215444"/>
          </a:xfrm>
          <a:prstGeom prst="rect">
            <a:avLst/>
          </a:prstGeom>
          <a:noFill/>
        </p:spPr>
        <p:txBody>
          <a:bodyPr wrap="none" rtlCol="0">
            <a:spAutoFit/>
          </a:bodyPr>
          <a:lstStyle/>
          <a:p>
            <a:pPr algn="ctr"/>
            <a:r>
              <a:rPr lang="en-SG" sz="800" noProof="0" dirty="0">
                <a:solidFill>
                  <a:schemeClr val="bg2">
                    <a:lumMod val="50000"/>
                  </a:schemeClr>
                </a:solidFill>
              </a:rPr>
              <a:t>Issues JIT access token?</a:t>
            </a:r>
          </a:p>
        </p:txBody>
      </p:sp>
      <p:sp>
        <p:nvSpPr>
          <p:cNvPr id="1165" name="TextBox 1164">
            <a:extLst>
              <a:ext uri="{FF2B5EF4-FFF2-40B4-BE49-F238E27FC236}">
                <a16:creationId xmlns:a16="http://schemas.microsoft.com/office/drawing/2014/main" id="{7BF57473-40B8-FC8D-3A14-7A64B7160EB7}"/>
              </a:ext>
            </a:extLst>
          </p:cNvPr>
          <p:cNvSpPr txBox="1"/>
          <p:nvPr/>
        </p:nvSpPr>
        <p:spPr>
          <a:xfrm>
            <a:off x="8304499" y="6495747"/>
            <a:ext cx="3340979" cy="215444"/>
          </a:xfrm>
          <a:prstGeom prst="rect">
            <a:avLst/>
          </a:prstGeom>
          <a:noFill/>
        </p:spPr>
        <p:txBody>
          <a:bodyPr wrap="none" rtlCol="0">
            <a:spAutoFit/>
          </a:bodyPr>
          <a:lstStyle/>
          <a:p>
            <a:r>
              <a:rPr lang="en-SG" sz="800" noProof="0" dirty="0">
                <a:solidFill>
                  <a:schemeClr val="bg2">
                    <a:lumMod val="50000"/>
                  </a:schemeClr>
                </a:solidFill>
              </a:rPr>
              <a:t>WSO2 API-M ForgeRock Connector for WSO2 or OIDC for Entra Agent ID</a:t>
            </a:r>
          </a:p>
        </p:txBody>
      </p:sp>
    </p:spTree>
    <p:extLst>
      <p:ext uri="{BB962C8B-B14F-4D97-AF65-F5344CB8AC3E}">
        <p14:creationId xmlns:p14="http://schemas.microsoft.com/office/powerpoint/2010/main" val="24773114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B88B-EB28-4DDD-1EEB-78C1186F3987}"/>
              </a:ext>
            </a:extLst>
          </p:cNvPr>
          <p:cNvSpPr>
            <a:spLocks noGrp="1"/>
          </p:cNvSpPr>
          <p:nvPr>
            <p:ph type="title"/>
          </p:nvPr>
        </p:nvSpPr>
        <p:spPr>
          <a:xfrm>
            <a:off x="838200" y="365126"/>
            <a:ext cx="10515600" cy="477356"/>
          </a:xfrm>
        </p:spPr>
        <p:txBody>
          <a:bodyPr>
            <a:normAutofit/>
          </a:bodyPr>
          <a:lstStyle/>
          <a:p>
            <a:r>
              <a:rPr lang="en-SG" sz="2000" noProof="0" dirty="0"/>
              <a:t>Component A</a:t>
            </a:r>
          </a:p>
        </p:txBody>
      </p:sp>
      <p:graphicFrame>
        <p:nvGraphicFramePr>
          <p:cNvPr id="3" name="Table 2">
            <a:extLst>
              <a:ext uri="{FF2B5EF4-FFF2-40B4-BE49-F238E27FC236}">
                <a16:creationId xmlns:a16="http://schemas.microsoft.com/office/drawing/2014/main" id="{19436A60-F6FD-1EB7-FE1B-442EF748A08B}"/>
              </a:ext>
            </a:extLst>
          </p:cNvPr>
          <p:cNvGraphicFramePr>
            <a:graphicFrameLocks noGrp="1"/>
          </p:cNvGraphicFramePr>
          <p:nvPr>
            <p:extLst>
              <p:ext uri="{D42A27DB-BD31-4B8C-83A1-F6EECF244321}">
                <p14:modId xmlns:p14="http://schemas.microsoft.com/office/powerpoint/2010/main" val="1541080924"/>
              </p:ext>
            </p:extLst>
          </p:nvPr>
        </p:nvGraphicFramePr>
        <p:xfrm>
          <a:off x="609601" y="2722654"/>
          <a:ext cx="10972798" cy="2239764"/>
        </p:xfrm>
        <a:graphic>
          <a:graphicData uri="http://schemas.openxmlformats.org/drawingml/2006/table">
            <a:tbl>
              <a:tblPr firstRow="1" bandRow="1">
                <a:tableStyleId>{7E9639D4-E3E2-4D34-9284-5A2195B3D0D7}</a:tableStyleId>
              </a:tblPr>
              <a:tblGrid>
                <a:gridCol w="2081630">
                  <a:extLst>
                    <a:ext uri="{9D8B030D-6E8A-4147-A177-3AD203B41FA5}">
                      <a16:colId xmlns:a16="http://schemas.microsoft.com/office/drawing/2014/main" val="3314179839"/>
                    </a:ext>
                  </a:extLst>
                </a:gridCol>
                <a:gridCol w="2548589">
                  <a:extLst>
                    <a:ext uri="{9D8B030D-6E8A-4147-A177-3AD203B41FA5}">
                      <a16:colId xmlns:a16="http://schemas.microsoft.com/office/drawing/2014/main" val="3109461255"/>
                    </a:ext>
                  </a:extLst>
                </a:gridCol>
                <a:gridCol w="2311686">
                  <a:extLst>
                    <a:ext uri="{9D8B030D-6E8A-4147-A177-3AD203B41FA5}">
                      <a16:colId xmlns:a16="http://schemas.microsoft.com/office/drawing/2014/main" val="1458805979"/>
                    </a:ext>
                  </a:extLst>
                </a:gridCol>
                <a:gridCol w="4030893">
                  <a:extLst>
                    <a:ext uri="{9D8B030D-6E8A-4147-A177-3AD203B41FA5}">
                      <a16:colId xmlns:a16="http://schemas.microsoft.com/office/drawing/2014/main" val="35201252"/>
                    </a:ext>
                  </a:extLst>
                </a:gridCol>
              </a:tblGrid>
              <a:tr h="410964">
                <a:tc>
                  <a:txBody>
                    <a:bodyPr/>
                    <a:lstStyle/>
                    <a:p>
                      <a:r>
                        <a:rPr lang="en-SG" noProof="0" dirty="0"/>
                        <a:t>Solution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noProof="0" dirty="0"/>
                        <a:t>Pros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noProof="0" dirty="0"/>
                        <a:t>Cons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noProof="0" dirty="0"/>
                        <a:t>Everyone agrees?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8139898"/>
                  </a:ext>
                </a:extLst>
              </a:tr>
              <a:tr h="331094">
                <a:tc>
                  <a:txBody>
                    <a:bodyPr/>
                    <a:lstStyle/>
                    <a:p>
                      <a:r>
                        <a:rPr lang="en-SG" noProof="0"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noProof="0" dirty="0"/>
                        <a:t>Bla </a:t>
                      </a:r>
                      <a:r>
                        <a:rPr lang="en-SG" noProof="0" dirty="0" err="1"/>
                        <a:t>bla</a:t>
                      </a:r>
                      <a:r>
                        <a:rPr lang="en-SG" noProof="0" dirty="0"/>
                        <a:t> </a:t>
                      </a:r>
                      <a:r>
                        <a:rPr lang="en-SG" noProof="0" dirty="0" err="1"/>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331094">
                <a:tc>
                  <a:txBody>
                    <a:bodyPr/>
                    <a:lstStyle/>
                    <a:p>
                      <a:r>
                        <a:rPr lang="en-SG" noProof="0"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SG" sz="1800" b="0" i="0" u="none" strike="noStrike" noProof="0" dirty="0">
                          <a:solidFill>
                            <a:srgbClr val="000000"/>
                          </a:solidFill>
                          <a:latin typeface="Aptos"/>
                        </a:rPr>
                        <a:t>Bla </a:t>
                      </a:r>
                      <a:r>
                        <a:rPr lang="en-SG" sz="1800" b="0" i="0" u="none" strike="noStrike" noProof="0" dirty="0" err="1">
                          <a:solidFill>
                            <a:srgbClr val="000000"/>
                          </a:solidFill>
                          <a:latin typeface="Aptos"/>
                        </a:rPr>
                        <a:t>bla</a:t>
                      </a:r>
                      <a:r>
                        <a:rPr lang="en-SG" sz="1800" b="0" i="0" u="none" strike="noStrike" noProof="0" dirty="0">
                          <a:solidFill>
                            <a:srgbClr val="000000"/>
                          </a:solidFill>
                          <a:latin typeface="Aptos"/>
                        </a:rPr>
                        <a:t> </a:t>
                      </a:r>
                      <a:r>
                        <a:rPr lang="en-SG" sz="1800" b="0" i="0" u="none" strike="noStrike" noProof="0" dirty="0" err="1">
                          <a:solidFill>
                            <a:srgbClr val="000000"/>
                          </a:solidFill>
                          <a:latin typeface="Aptos"/>
                        </a:rPr>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331094">
                <a:tc>
                  <a:txBody>
                    <a:bodyPr/>
                    <a:lstStyle/>
                    <a:p>
                      <a:r>
                        <a:rPr lang="en-SG" noProof="0"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SG" sz="1800" b="0" i="0" u="none" strike="noStrike" noProof="0" dirty="0">
                          <a:solidFill>
                            <a:srgbClr val="000000"/>
                          </a:solidFill>
                          <a:latin typeface="Aptos"/>
                        </a:rPr>
                        <a:t>Bla </a:t>
                      </a:r>
                      <a:r>
                        <a:rPr lang="en-SG" sz="1800" b="0" i="0" u="none" strike="noStrike" noProof="0" dirty="0" err="1">
                          <a:solidFill>
                            <a:srgbClr val="000000"/>
                          </a:solidFill>
                          <a:latin typeface="Aptos"/>
                        </a:rPr>
                        <a:t>bla</a:t>
                      </a:r>
                      <a:r>
                        <a:rPr lang="en-SG" sz="1800" b="0" i="0" u="none" strike="noStrike" noProof="0" dirty="0">
                          <a:solidFill>
                            <a:srgbClr val="000000"/>
                          </a:solidFill>
                          <a:latin typeface="Aptos"/>
                        </a:rPr>
                        <a:t> </a:t>
                      </a:r>
                      <a:r>
                        <a:rPr lang="en-SG" sz="1800" b="0" i="0" u="none" strike="noStrike" noProof="0" dirty="0" err="1">
                          <a:solidFill>
                            <a:srgbClr val="000000"/>
                          </a:solidFill>
                          <a:latin typeface="Aptos"/>
                        </a:rPr>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r h="331094">
                <a:tc>
                  <a:txBody>
                    <a:bodyPr/>
                    <a:lstStyle/>
                    <a:p>
                      <a:r>
                        <a:rPr lang="en-SG" noProof="0"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SG" sz="1800" b="0" i="0" u="none" strike="noStrike" noProof="0" dirty="0">
                          <a:solidFill>
                            <a:srgbClr val="000000"/>
                          </a:solidFill>
                          <a:latin typeface="Aptos"/>
                        </a:rPr>
                        <a:t>Bla </a:t>
                      </a:r>
                      <a:r>
                        <a:rPr lang="en-SG" sz="1800" b="0" i="0" u="none" strike="noStrike" noProof="0" dirty="0" err="1">
                          <a:solidFill>
                            <a:srgbClr val="000000"/>
                          </a:solidFill>
                          <a:latin typeface="Aptos"/>
                        </a:rPr>
                        <a:t>bla</a:t>
                      </a:r>
                      <a:r>
                        <a:rPr lang="en-SG" sz="1800" b="0" i="0" u="none" strike="noStrike" noProof="0" dirty="0">
                          <a:solidFill>
                            <a:srgbClr val="000000"/>
                          </a:solidFill>
                          <a:latin typeface="Aptos"/>
                        </a:rPr>
                        <a:t> </a:t>
                      </a:r>
                      <a:r>
                        <a:rPr lang="en-SG" sz="1800" b="0" i="0" u="none" strike="noStrike" noProof="0" dirty="0" err="1">
                          <a:solidFill>
                            <a:srgbClr val="000000"/>
                          </a:solidFill>
                          <a:latin typeface="Aptos"/>
                        </a:rPr>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678259"/>
                  </a:ext>
                </a:extLst>
              </a:tr>
              <a:tr h="331094">
                <a:tc>
                  <a:txBody>
                    <a:bodyPr/>
                    <a:lstStyle/>
                    <a:p>
                      <a:r>
                        <a:rPr lang="en-SG" noProof="0"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SG" sz="1800" b="0" i="0" u="none" strike="noStrike" noProof="0" dirty="0">
                          <a:solidFill>
                            <a:srgbClr val="000000"/>
                          </a:solidFill>
                          <a:latin typeface="Aptos"/>
                        </a:rPr>
                        <a:t>Bla </a:t>
                      </a:r>
                      <a:r>
                        <a:rPr lang="en-SG" sz="1800" b="0" i="0" u="none" strike="noStrike" noProof="0" dirty="0" err="1">
                          <a:solidFill>
                            <a:srgbClr val="000000"/>
                          </a:solidFill>
                          <a:latin typeface="Aptos"/>
                        </a:rPr>
                        <a:t>bla</a:t>
                      </a:r>
                      <a:r>
                        <a:rPr lang="en-SG" sz="1800" b="0" i="0" u="none" strike="noStrike" noProof="0" dirty="0">
                          <a:solidFill>
                            <a:srgbClr val="000000"/>
                          </a:solidFill>
                          <a:latin typeface="Aptos"/>
                        </a:rPr>
                        <a:t> </a:t>
                      </a:r>
                      <a:r>
                        <a:rPr lang="en-SG" sz="1800" b="0" i="0" u="none" strike="noStrike" noProof="0" dirty="0" err="1">
                          <a:solidFill>
                            <a:srgbClr val="000000"/>
                          </a:solidFill>
                          <a:latin typeface="Aptos"/>
                        </a:rPr>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087195"/>
                  </a:ext>
                </a:extLst>
              </a:tr>
            </a:tbl>
          </a:graphicData>
        </a:graphic>
      </p:graphicFrame>
      <p:sp>
        <p:nvSpPr>
          <p:cNvPr id="5" name="Title 1">
            <a:extLst>
              <a:ext uri="{FF2B5EF4-FFF2-40B4-BE49-F238E27FC236}">
                <a16:creationId xmlns:a16="http://schemas.microsoft.com/office/drawing/2014/main" id="{F8610C3A-6C97-6091-AF8C-4B0D77F97CE9}"/>
              </a:ext>
            </a:extLst>
          </p:cNvPr>
          <p:cNvSpPr txBox="1">
            <a:spLocks/>
          </p:cNvSpPr>
          <p:nvPr/>
        </p:nvSpPr>
        <p:spPr>
          <a:xfrm>
            <a:off x="609601" y="934950"/>
            <a:ext cx="10515600" cy="4773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1400" noProof="0" dirty="0">
                <a:latin typeface="+mn-lt"/>
              </a:rPr>
              <a:t>Component A</a:t>
            </a:r>
          </a:p>
        </p:txBody>
      </p:sp>
      <p:pic>
        <p:nvPicPr>
          <p:cNvPr id="4" name="Picture 2" descr="Download Check Mark, Tick Mark, Check. Royalty-Free Vector Graphic - Pixabay">
            <a:extLst>
              <a:ext uri="{FF2B5EF4-FFF2-40B4-BE49-F238E27FC236}">
                <a16:creationId xmlns:a16="http://schemas.microsoft.com/office/drawing/2014/main" id="{013EA924-64EA-3893-136B-FEBC819A70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232" y="6312873"/>
            <a:ext cx="366918" cy="3600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tar - Free signs icons">
            <a:extLst>
              <a:ext uri="{FF2B5EF4-FFF2-40B4-BE49-F238E27FC236}">
                <a16:creationId xmlns:a16="http://schemas.microsoft.com/office/drawing/2014/main" id="{8C29DF2B-5C6B-12D9-A103-DDDDE99B2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394" y="1302973"/>
            <a:ext cx="385010" cy="38501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DC702769-1B30-E516-A1A7-52F7A63767B9}"/>
              </a:ext>
            </a:extLst>
          </p:cNvPr>
          <p:cNvSpPr txBox="1">
            <a:spLocks/>
          </p:cNvSpPr>
          <p:nvPr/>
        </p:nvSpPr>
        <p:spPr>
          <a:xfrm>
            <a:off x="5563513" y="1214405"/>
            <a:ext cx="5458459" cy="51501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The agent never sees the ForgeRock token. The “trust” exists only between APIM and ForgeRock. If the Agent is compromised, it still only has an Entra token that is useless inside the ForgeRock-protected environment, IRIN3.</a:t>
            </a:r>
          </a:p>
        </p:txBody>
      </p:sp>
      <p:pic>
        <p:nvPicPr>
          <p:cNvPr id="8" name="Picture 2" descr="Confirm Icons - Free Download in SVG, PNG">
            <a:extLst>
              <a:ext uri="{FF2B5EF4-FFF2-40B4-BE49-F238E27FC236}">
                <a16:creationId xmlns:a16="http://schemas.microsoft.com/office/drawing/2014/main" id="{5A126F5E-424D-A7C3-03B4-7A84F89F50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5728461"/>
            <a:ext cx="389177" cy="3891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Exclamation mark - Free education icons">
            <a:extLst>
              <a:ext uri="{FF2B5EF4-FFF2-40B4-BE49-F238E27FC236}">
                <a16:creationId xmlns:a16="http://schemas.microsoft.com/office/drawing/2014/main" id="{E32D2CF0-4BD9-0537-7428-8CA6DE5DD5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420" y="5419654"/>
            <a:ext cx="435983" cy="4359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8" descr="Question Flat Orange Color Rounded Vector Icon Study Orange Question  Vector, Study, Orange, Question PNG and Vector with Transparent Background  for Free Download">
            <a:extLst>
              <a:ext uri="{FF2B5EF4-FFF2-40B4-BE49-F238E27FC236}">
                <a16:creationId xmlns:a16="http://schemas.microsoft.com/office/drawing/2014/main" id="{050B1496-CF8D-EC12-AF89-755326F761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2232" y="5419654"/>
            <a:ext cx="337402" cy="337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716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028a41e-969c-4751-8bd3-fdaf9b3bbf4a" xsi:nil="true"/>
    <lcf76f155ced4ddcb4097134ff3c332f xmlns="f6c89672-e20f-4abe-bd91-2eb64648328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011CF582B53F14587ACCFDBA1834E57" ma:contentTypeVersion="10" ma:contentTypeDescription="Create a new document." ma:contentTypeScope="" ma:versionID="709bcd27084146ec8a216be5cd486608">
  <xsd:schema xmlns:xsd="http://www.w3.org/2001/XMLSchema" xmlns:xs="http://www.w3.org/2001/XMLSchema" xmlns:p="http://schemas.microsoft.com/office/2006/metadata/properties" xmlns:ns2="f6c89672-e20f-4abe-bd91-2eb64648328a" xmlns:ns3="f028a41e-969c-4751-8bd3-fdaf9b3bbf4a" targetNamespace="http://schemas.microsoft.com/office/2006/metadata/properties" ma:root="true" ma:fieldsID="bf86e339db8068a3edc501c6cef7d7a0" ns2:_="" ns3:_="">
    <xsd:import namespace="f6c89672-e20f-4abe-bd91-2eb64648328a"/>
    <xsd:import namespace="f028a41e-969c-4751-8bd3-fdaf9b3bbf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c89672-e20f-4abe-bd91-2eb6464832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e9d480b-ab17-401a-b600-22ef0398b2a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28a41e-969c-4751-8bd3-fdaf9b3bbf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20e90b4-4204-457c-bb54-2f62d8658e3f}" ma:internalName="TaxCatchAll" ma:showField="CatchAllData" ma:web="f028a41e-969c-4751-8bd3-fdaf9b3bbf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EEA999-8401-4009-8512-B96B49805E55}">
  <ds:schemaRefs>
    <ds:schemaRef ds:uri="http://schemas.microsoft.com/sharepoint/v3/contenttype/forms"/>
  </ds:schemaRefs>
</ds:datastoreItem>
</file>

<file path=customXml/itemProps2.xml><?xml version="1.0" encoding="utf-8"?>
<ds:datastoreItem xmlns:ds="http://schemas.openxmlformats.org/officeDocument/2006/customXml" ds:itemID="{7FCE3459-87A4-401B-8064-585E1E7D196A}">
  <ds:schemaRefs>
    <ds:schemaRef ds:uri="f028a41e-969c-4751-8bd3-fdaf9b3bbf4a"/>
    <ds:schemaRef ds:uri="f6c89672-e20f-4abe-bd91-2eb64648328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8417D6-FD00-45FC-BC39-2D7D90716D78}">
  <ds:schemaRefs>
    <ds:schemaRef ds:uri="f028a41e-969c-4751-8bd3-fdaf9b3bbf4a"/>
    <ds:schemaRef ds:uri="f6c89672-e20f-4abe-bd91-2eb6464832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2588</TotalTime>
  <Words>11215</Words>
  <Application>Microsoft Office PowerPoint</Application>
  <PresentationFormat>Widescreen</PresentationFormat>
  <Paragraphs>1312</Paragraphs>
  <Slides>46</Slides>
  <Notes>19</Notes>
  <HiddenSlides>11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46</vt:i4>
      </vt:variant>
    </vt:vector>
  </HeadingPairs>
  <TitlesOfParts>
    <vt:vector size="54" baseType="lpstr">
      <vt:lpstr>Aptos</vt:lpstr>
      <vt:lpstr>Aptos Display</vt:lpstr>
      <vt:lpstr>Arial</vt:lpstr>
      <vt:lpstr>Calibri</vt:lpstr>
      <vt:lpstr>Calibri Light</vt:lpstr>
      <vt:lpstr>Source Sans Pro</vt:lpstr>
      <vt:lpstr>Office Theme</vt:lpstr>
      <vt:lpstr>1_Office Theme</vt:lpstr>
      <vt:lpstr>AI Blueprint</vt:lpstr>
      <vt:lpstr>Assumptions</vt:lpstr>
      <vt:lpstr>Playing Rules</vt:lpstr>
      <vt:lpstr>Topic Coverage / Scope Validation</vt:lpstr>
      <vt:lpstr>End-to-End Security Architecture/Flow – AO Perspective</vt:lpstr>
      <vt:lpstr>What AO Gateway is, Not Just APIM (Tentative Name)</vt:lpstr>
      <vt:lpstr>Token Exchange – Discovery Phase &amp;  Execution Phase (Synchronous Tool Call – Non-IRIN3 – No HITL)</vt:lpstr>
      <vt:lpstr>PowerPoint Presentation</vt:lpstr>
      <vt:lpstr>Token Exchange – Execution Phase (Synchronous – IRIN3 – No HITL)</vt:lpstr>
      <vt:lpstr>PowerPoint Presentation</vt:lpstr>
      <vt:lpstr>Token Exchange – Execution Phase (Synchronous – IRIN3 – HITL)</vt:lpstr>
      <vt:lpstr>PowerPoint Presentation</vt:lpstr>
      <vt:lpstr>Token Exchange – Execution Phase (Synchronous – Non-IRIN3 – HITL)</vt:lpstr>
      <vt:lpstr>PowerPoint Presentation</vt:lpstr>
      <vt:lpstr>Agent Identity </vt:lpstr>
      <vt:lpstr>Identity Governance and Administration (IGA) for Agent Identity – Non-IRIN3 Scopes</vt:lpstr>
      <vt:lpstr>Identity Governance and Administration (IGA) for Agent Identity – IRIN3/ForgeRock Scopes</vt:lpstr>
      <vt:lpstr>Identity Bootstrapping</vt:lpstr>
      <vt:lpstr>Step 2 -&gt; 3: Workload Identity Federation (For Entra Agent Identity)</vt:lpstr>
      <vt:lpstr>Step 3: Agent Identification – Implementation Plan</vt:lpstr>
      <vt:lpstr>Step 4: Agent-Tool ABAC Policy</vt:lpstr>
      <vt:lpstr>Custom App Roles for Non-IRIN3 MCP and tools</vt:lpstr>
      <vt:lpstr>Agent2Agent (A2A) Interaction – Security Audit Checklist</vt:lpstr>
      <vt:lpstr>Demonstrating Proof-of-Possession (DPoP)</vt:lpstr>
      <vt:lpstr>Demonstrating Proof of Authorisation (DPoA) for HITL</vt:lpstr>
      <vt:lpstr>Persistent Storage Data Encryption</vt:lpstr>
      <vt:lpstr>Trace Store and Observability</vt:lpstr>
      <vt:lpstr>State Store (Agent Workflow State / Checkpoints)</vt:lpstr>
      <vt:lpstr>AO Gateway (Policy and Guardrails) – Agent Calls Other API</vt:lpstr>
      <vt:lpstr>AO Gateway (Policy and Guardrails) – Agent Calls Other API</vt:lpstr>
      <vt:lpstr>Security Control Mapping – OWASP Top 10 for LLM Applications</vt:lpstr>
      <vt:lpstr>Security Control Mapping – OWASP Top 10 for Agentic Applications</vt:lpstr>
      <vt:lpstr>AI Security Posture and Testing – From AppSec to AISec</vt:lpstr>
      <vt:lpstr>Anomaly Detection (Near Real-Time/Real-Time)</vt:lpstr>
      <vt:lpstr>Request Structure to be Sent from AO to AIGP</vt:lpstr>
      <vt:lpstr>Token Exchange – Execution Phase – Asynchronous Calls</vt:lpstr>
      <vt:lpstr>AO Message Broker – General Security Measure</vt:lpstr>
      <vt:lpstr>AO Message Broker – Multi-tenant Isolation</vt:lpstr>
      <vt:lpstr>PII Detection – For Tokenisation/Encryption</vt:lpstr>
      <vt:lpstr>Step 0: Agent – IRIN3 Access Management</vt:lpstr>
      <vt:lpstr>Step 4: Agent-Tool ABAC Policy</vt:lpstr>
      <vt:lpstr>End-to-End Security Architecture/Flow – AO Perspective</vt:lpstr>
      <vt:lpstr>Step 3: Agent Identification – Annex </vt:lpstr>
      <vt:lpstr>Step 3: Agent Identification – Annex</vt:lpstr>
      <vt:lpstr>PowerPoint Presentation</vt:lpstr>
      <vt:lpstr>Component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Jervis LEE (IRAS)</dc:creator>
  <cp:lastModifiedBy>Jervis LEE (IRAS)</cp:lastModifiedBy>
  <cp:revision>1955</cp:revision>
  <dcterms:created xsi:type="dcterms:W3CDTF">2026-04-22T06:25:51Z</dcterms:created>
  <dcterms:modified xsi:type="dcterms:W3CDTF">2026-05-15T07:51:49Z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0x0101000011CF582B53F14587ACCFDBA1834E57</vt:lpwstr>
  </property>
  <property fmtid="{D5CDD505-2E9C-101B-9397-08002B2CF9AE}" pid="3" name="MediaServiceImageTags">
    <vt:lpwstr/>
  </property>
  <property fmtid="{D5CDD505-2E9C-101B-9397-08002B2CF9AE}" pid="4" name="MSIP_Label_4aaa7e78-45b1-4890-b8a3-003d1d728a3e_Enabled">
    <vt:lpwstr>true</vt:lpwstr>
  </property>
  <property fmtid="{D5CDD505-2E9C-101B-9397-08002B2CF9AE}" pid="5" name="MSIP_Label_4aaa7e78-45b1-4890-b8a3-003d1d728a3e_SetDate">
    <vt:lpwstr>2026-05-15T07:51:34Z</vt:lpwstr>
  </property>
  <property fmtid="{D5CDD505-2E9C-101B-9397-08002B2CF9AE}" pid="6" name="MSIP_Label_4aaa7e78-45b1-4890-b8a3-003d1d728a3e_Method">
    <vt:lpwstr>Privileged</vt:lpwstr>
  </property>
  <property fmtid="{D5CDD505-2E9C-101B-9397-08002B2CF9AE}" pid="7" name="MSIP_Label_4aaa7e78-45b1-4890-b8a3-003d1d728a3e_Name">
    <vt:lpwstr>Non Sensitive</vt:lpwstr>
  </property>
  <property fmtid="{D5CDD505-2E9C-101B-9397-08002B2CF9AE}" pid="8" name="MSIP_Label_4aaa7e78-45b1-4890-b8a3-003d1d728a3e_SiteId">
    <vt:lpwstr>0b11c524-9a1c-4e1b-84cb-6336aefc2243</vt:lpwstr>
  </property>
  <property fmtid="{D5CDD505-2E9C-101B-9397-08002B2CF9AE}" pid="9" name="MSIP_Label_4aaa7e78-45b1-4890-b8a3-003d1d728a3e_ActionId">
    <vt:lpwstr>6db3973e-05ec-4745-bd72-53eef6fde270</vt:lpwstr>
  </property>
  <property fmtid="{D5CDD505-2E9C-101B-9397-08002B2CF9AE}" pid="10" name="MSIP_Label_4aaa7e78-45b1-4890-b8a3-003d1d728a3e_ContentBits">
    <vt:lpwstr>0</vt:lpwstr>
  </property>
  <property fmtid="{D5CDD505-2E9C-101B-9397-08002B2CF9AE}" pid="11" name="MSIP_Label_4aaa7e78-45b1-4890-b8a3-003d1d728a3e_Tag">
    <vt:lpwstr>10, 0, 1, 1</vt:lpwstr>
  </property>
</Properties>
</file>